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719" r:id="rId2"/>
  </p:sldMasterIdLst>
  <p:notesMasterIdLst>
    <p:notesMasterId r:id="rId18"/>
  </p:notesMasterIdLst>
  <p:sldIdLst>
    <p:sldId id="2147483620" r:id="rId3"/>
    <p:sldId id="2147483614" r:id="rId4"/>
    <p:sldId id="2147483615" r:id="rId5"/>
    <p:sldId id="2147483632" r:id="rId6"/>
    <p:sldId id="2147483640" r:id="rId7"/>
    <p:sldId id="2147483616" r:id="rId8"/>
    <p:sldId id="2147483633" r:id="rId9"/>
    <p:sldId id="2147483634" r:id="rId10"/>
    <p:sldId id="2147483635" r:id="rId11"/>
    <p:sldId id="2147483636" r:id="rId12"/>
    <p:sldId id="2147483637" r:id="rId13"/>
    <p:sldId id="2147483638" r:id="rId14"/>
    <p:sldId id="2147483639" r:id="rId15"/>
    <p:sldId id="2147482007" r:id="rId16"/>
    <p:sldId id="262" r:id="rId17"/>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78BD11E-E5B2-40B9-A592-CF45FFAEA301}">
          <p14:sldIdLst>
            <p14:sldId id="2147483620"/>
            <p14:sldId id="2147483614"/>
            <p14:sldId id="2147483615"/>
          </p14:sldIdLst>
        </p14:section>
        <p14:section name="Our Solution &amp; Soln Architecture" id="{36030F0A-9A01-CA4F-A85B-6477620F7CC8}">
          <p14:sldIdLst>
            <p14:sldId id="2147483632"/>
            <p14:sldId id="2147483640"/>
            <p14:sldId id="2147483616"/>
            <p14:sldId id="2147483633"/>
            <p14:sldId id="2147483634"/>
          </p14:sldIdLst>
        </p14:section>
        <p14:section name="Features" id="{52424E02-4E8F-0F47-A0CD-6FCB481E16A3}">
          <p14:sldIdLst>
            <p14:sldId id="2147483635"/>
            <p14:sldId id="2147483636"/>
            <p14:sldId id="2147483637"/>
            <p14:sldId id="2147483638"/>
            <p14:sldId id="2147483639"/>
            <p14:sldId id="2147482007"/>
            <p14:sldId id="262"/>
          </p14:sldIdLst>
        </p14:section>
        <p14:section name="Others" id="{79F2CF03-8422-8542-98C6-5671C5CAEF62}">
          <p14:sldIdLst/>
        </p14:section>
        <p14:section name="Apendix" id="{B404A263-50DB-4E5B-B201-08A1BAACB0AE}">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8D0D"/>
    <a:srgbClr val="055482"/>
    <a:srgbClr val="0370AD"/>
    <a:srgbClr val="114F23"/>
    <a:srgbClr val="177B36"/>
    <a:srgbClr val="48727F"/>
    <a:srgbClr val="87D5ED"/>
    <a:srgbClr val="07394F"/>
    <a:srgbClr val="045E81"/>
    <a:srgbClr val="95E61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5D7830-C69E-4751-82A2-6E602C25BC5F}" v="13" dt="2026-08-19T13:26:39.9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51"/>
    <p:restoredTop sz="94658"/>
  </p:normalViewPr>
  <p:slideViewPr>
    <p:cSldViewPr snapToGrid="0" snapToObjects="1">
      <p:cViewPr varScale="1">
        <p:scale>
          <a:sx n="70" d="100"/>
          <a:sy n="70" d="100"/>
        </p:scale>
        <p:origin x="384"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ONDHALKAR, RAHUL" userId="abd60e2f-6f69-4b10-9153-eb83f92a138a" providerId="ADAL" clId="{5E59A1F2-6D70-49F8-9189-ACECFB721298}"/>
    <pc:docChg chg="undo custSel addSld modSld">
      <pc:chgData name="KONDHALKAR, RAHUL" userId="abd60e2f-6f69-4b10-9153-eb83f92a138a" providerId="ADAL" clId="{5E59A1F2-6D70-49F8-9189-ACECFB721298}" dt="2026-08-19T13:32:08.960" v="510" actId="1076"/>
      <pc:docMkLst>
        <pc:docMk/>
      </pc:docMkLst>
      <pc:sldChg chg="addSp delSp modSp add mod">
        <pc:chgData name="KONDHALKAR, RAHUL" userId="abd60e2f-6f69-4b10-9153-eb83f92a138a" providerId="ADAL" clId="{5E59A1F2-6D70-49F8-9189-ACECFB721298}" dt="2026-08-19T13:32:08.960" v="510" actId="1076"/>
        <pc:sldMkLst>
          <pc:docMk/>
          <pc:sldMk cId="944995327" sldId="2147483640"/>
        </pc:sldMkLst>
        <pc:spChg chg="add del mod">
          <ac:chgData name="KONDHALKAR, RAHUL" userId="abd60e2f-6f69-4b10-9153-eb83f92a138a" providerId="ADAL" clId="{5E59A1F2-6D70-49F8-9189-ACECFB721298}" dt="2026-08-19T12:53:50.661" v="287" actId="478"/>
          <ac:spMkLst>
            <pc:docMk/>
            <pc:sldMk cId="944995327" sldId="2147483640"/>
            <ac:spMk id="2" creationId="{386ABF72-11E0-CF6C-BDD8-9F986DAAFC82}"/>
          </ac:spMkLst>
        </pc:spChg>
        <pc:spChg chg="del">
          <ac:chgData name="KONDHALKAR, RAHUL" userId="abd60e2f-6f69-4b10-9153-eb83f92a138a" providerId="ADAL" clId="{5E59A1F2-6D70-49F8-9189-ACECFB721298}" dt="2026-08-19T11:58:37.574" v="182" actId="478"/>
          <ac:spMkLst>
            <pc:docMk/>
            <pc:sldMk cId="944995327" sldId="2147483640"/>
            <ac:spMk id="7" creationId="{CFD796BE-1D2F-F74A-EF70-017FD5691B5D}"/>
          </ac:spMkLst>
        </pc:spChg>
        <pc:spChg chg="del">
          <ac:chgData name="KONDHALKAR, RAHUL" userId="abd60e2f-6f69-4b10-9153-eb83f92a138a" providerId="ADAL" clId="{5E59A1F2-6D70-49F8-9189-ACECFB721298}" dt="2026-08-19T11:58:37.574" v="182" actId="478"/>
          <ac:spMkLst>
            <pc:docMk/>
            <pc:sldMk cId="944995327" sldId="2147483640"/>
            <ac:spMk id="9" creationId="{737EB654-96D9-6869-5ADD-5E5178FC2FC8}"/>
          </ac:spMkLst>
        </pc:spChg>
        <pc:spChg chg="del">
          <ac:chgData name="KONDHALKAR, RAHUL" userId="abd60e2f-6f69-4b10-9153-eb83f92a138a" providerId="ADAL" clId="{5E59A1F2-6D70-49F8-9189-ACECFB721298}" dt="2026-08-19T11:58:37.574" v="182" actId="478"/>
          <ac:spMkLst>
            <pc:docMk/>
            <pc:sldMk cId="944995327" sldId="2147483640"/>
            <ac:spMk id="10" creationId="{787FAFAE-7D35-49D9-2625-60D92C0C6E6D}"/>
          </ac:spMkLst>
        </pc:spChg>
        <pc:spChg chg="del">
          <ac:chgData name="KONDHALKAR, RAHUL" userId="abd60e2f-6f69-4b10-9153-eb83f92a138a" providerId="ADAL" clId="{5E59A1F2-6D70-49F8-9189-ACECFB721298}" dt="2026-08-19T11:58:37.574" v="182" actId="478"/>
          <ac:spMkLst>
            <pc:docMk/>
            <pc:sldMk cId="944995327" sldId="2147483640"/>
            <ac:spMk id="11" creationId="{6D0833E4-78CE-794C-E61C-896AB5DAC7EF}"/>
          </ac:spMkLst>
        </pc:spChg>
        <pc:spChg chg="del">
          <ac:chgData name="KONDHALKAR, RAHUL" userId="abd60e2f-6f69-4b10-9153-eb83f92a138a" providerId="ADAL" clId="{5E59A1F2-6D70-49F8-9189-ACECFB721298}" dt="2026-08-19T11:58:40.745" v="183" actId="478"/>
          <ac:spMkLst>
            <pc:docMk/>
            <pc:sldMk cId="944995327" sldId="2147483640"/>
            <ac:spMk id="13" creationId="{5FC2C55A-0093-E9BB-DC32-15222CBA1F53}"/>
          </ac:spMkLst>
        </pc:spChg>
        <pc:spChg chg="del">
          <ac:chgData name="KONDHALKAR, RAHUL" userId="abd60e2f-6f69-4b10-9153-eb83f92a138a" providerId="ADAL" clId="{5E59A1F2-6D70-49F8-9189-ACECFB721298}" dt="2026-08-19T11:58:37.574" v="182" actId="478"/>
          <ac:spMkLst>
            <pc:docMk/>
            <pc:sldMk cId="944995327" sldId="2147483640"/>
            <ac:spMk id="21" creationId="{8750E9F6-7166-DE95-EC03-85D8B916B319}"/>
          </ac:spMkLst>
        </pc:spChg>
        <pc:spChg chg="del">
          <ac:chgData name="KONDHALKAR, RAHUL" userId="abd60e2f-6f69-4b10-9153-eb83f92a138a" providerId="ADAL" clId="{5E59A1F2-6D70-49F8-9189-ACECFB721298}" dt="2026-08-19T11:58:37.574" v="182" actId="478"/>
          <ac:spMkLst>
            <pc:docMk/>
            <pc:sldMk cId="944995327" sldId="2147483640"/>
            <ac:spMk id="22" creationId="{0F1BB95A-A696-86A5-1B22-8E2EF83D3210}"/>
          </ac:spMkLst>
        </pc:spChg>
        <pc:spChg chg="del">
          <ac:chgData name="KONDHALKAR, RAHUL" userId="abd60e2f-6f69-4b10-9153-eb83f92a138a" providerId="ADAL" clId="{5E59A1F2-6D70-49F8-9189-ACECFB721298}" dt="2026-08-19T11:58:37.574" v="182" actId="478"/>
          <ac:spMkLst>
            <pc:docMk/>
            <pc:sldMk cId="944995327" sldId="2147483640"/>
            <ac:spMk id="23" creationId="{428B8147-C2E1-68D2-0051-12604D9AADBB}"/>
          </ac:spMkLst>
        </pc:spChg>
        <pc:spChg chg="del">
          <ac:chgData name="KONDHALKAR, RAHUL" userId="abd60e2f-6f69-4b10-9153-eb83f92a138a" providerId="ADAL" clId="{5E59A1F2-6D70-49F8-9189-ACECFB721298}" dt="2026-08-19T11:58:37.574" v="182" actId="478"/>
          <ac:spMkLst>
            <pc:docMk/>
            <pc:sldMk cId="944995327" sldId="2147483640"/>
            <ac:spMk id="24" creationId="{B2D2F65C-F9C0-7237-87BA-58AB0E461915}"/>
          </ac:spMkLst>
        </pc:spChg>
        <pc:spChg chg="del">
          <ac:chgData name="KONDHALKAR, RAHUL" userId="abd60e2f-6f69-4b10-9153-eb83f92a138a" providerId="ADAL" clId="{5E59A1F2-6D70-49F8-9189-ACECFB721298}" dt="2026-08-19T11:58:37.574" v="182" actId="478"/>
          <ac:spMkLst>
            <pc:docMk/>
            <pc:sldMk cId="944995327" sldId="2147483640"/>
            <ac:spMk id="27" creationId="{F538439D-ECD7-2EF0-50E6-BD60873D04B7}"/>
          </ac:spMkLst>
        </pc:spChg>
        <pc:spChg chg="del">
          <ac:chgData name="KONDHALKAR, RAHUL" userId="abd60e2f-6f69-4b10-9153-eb83f92a138a" providerId="ADAL" clId="{5E59A1F2-6D70-49F8-9189-ACECFB721298}" dt="2026-08-19T11:58:37.574" v="182" actId="478"/>
          <ac:spMkLst>
            <pc:docMk/>
            <pc:sldMk cId="944995327" sldId="2147483640"/>
            <ac:spMk id="29" creationId="{B7B2F3D7-CAF5-5237-3220-421DF300A6AC}"/>
          </ac:spMkLst>
        </pc:spChg>
        <pc:spChg chg="add mod">
          <ac:chgData name="KONDHALKAR, RAHUL" userId="abd60e2f-6f69-4b10-9153-eb83f92a138a" providerId="ADAL" clId="{5E59A1F2-6D70-49F8-9189-ACECFB721298}" dt="2026-08-19T12:53:45.950" v="286" actId="14100"/>
          <ac:spMkLst>
            <pc:docMk/>
            <pc:sldMk cId="944995327" sldId="2147483640"/>
            <ac:spMk id="39" creationId="{94A2720A-1875-117E-2710-0C45706CD3DD}"/>
          </ac:spMkLst>
        </pc:spChg>
        <pc:spChg chg="add del mod">
          <ac:chgData name="KONDHALKAR, RAHUL" userId="abd60e2f-6f69-4b10-9153-eb83f92a138a" providerId="ADAL" clId="{5E59A1F2-6D70-49F8-9189-ACECFB721298}" dt="2026-08-19T12:52:43.482" v="243" actId="478"/>
          <ac:spMkLst>
            <pc:docMk/>
            <pc:sldMk cId="944995327" sldId="2147483640"/>
            <ac:spMk id="41" creationId="{E964020D-E60B-A99C-AE48-DBFC4C23FAD6}"/>
          </ac:spMkLst>
        </pc:spChg>
        <pc:spChg chg="add mod">
          <ac:chgData name="KONDHALKAR, RAHUL" userId="abd60e2f-6f69-4b10-9153-eb83f92a138a" providerId="ADAL" clId="{5E59A1F2-6D70-49F8-9189-ACECFB721298}" dt="2026-08-19T12:51:30.195" v="231" actId="1076"/>
          <ac:spMkLst>
            <pc:docMk/>
            <pc:sldMk cId="944995327" sldId="2147483640"/>
            <ac:spMk id="43" creationId="{88FEED86-C786-6265-5EB1-076F8E060332}"/>
          </ac:spMkLst>
        </pc:spChg>
        <pc:spChg chg="add mod">
          <ac:chgData name="KONDHALKAR, RAHUL" userId="abd60e2f-6f69-4b10-9153-eb83f92a138a" providerId="ADAL" clId="{5E59A1F2-6D70-49F8-9189-ACECFB721298}" dt="2026-08-19T13:24:19.991" v="419" actId="1076"/>
          <ac:spMkLst>
            <pc:docMk/>
            <pc:sldMk cId="944995327" sldId="2147483640"/>
            <ac:spMk id="45" creationId="{3D1EF861-47A8-DA03-AC60-E31E597E59DA}"/>
          </ac:spMkLst>
        </pc:spChg>
        <pc:spChg chg="add mod">
          <ac:chgData name="KONDHALKAR, RAHUL" userId="abd60e2f-6f69-4b10-9153-eb83f92a138a" providerId="ADAL" clId="{5E59A1F2-6D70-49F8-9189-ACECFB721298}" dt="2026-08-19T13:31:23.813" v="500" actId="207"/>
          <ac:spMkLst>
            <pc:docMk/>
            <pc:sldMk cId="944995327" sldId="2147483640"/>
            <ac:spMk id="47" creationId="{BBB2C2D1-5DEA-7AF7-3619-8D1676367D69}"/>
          </ac:spMkLst>
        </pc:spChg>
        <pc:spChg chg="add mod">
          <ac:chgData name="KONDHALKAR, RAHUL" userId="abd60e2f-6f69-4b10-9153-eb83f92a138a" providerId="ADAL" clId="{5E59A1F2-6D70-49F8-9189-ACECFB721298}" dt="2026-08-19T13:29:09.801" v="480" actId="1076"/>
          <ac:spMkLst>
            <pc:docMk/>
            <pc:sldMk cId="944995327" sldId="2147483640"/>
            <ac:spMk id="48" creationId="{87E2EC9A-DC77-169F-168F-45AEBBC0511C}"/>
          </ac:spMkLst>
        </pc:spChg>
        <pc:spChg chg="add del mod">
          <ac:chgData name="KONDHALKAR, RAHUL" userId="abd60e2f-6f69-4b10-9153-eb83f92a138a" providerId="ADAL" clId="{5E59A1F2-6D70-49F8-9189-ACECFB721298}" dt="2026-08-19T12:52:30.732" v="241" actId="11529"/>
          <ac:spMkLst>
            <pc:docMk/>
            <pc:sldMk cId="944995327" sldId="2147483640"/>
            <ac:spMk id="49" creationId="{F2CDE62E-3797-CCAC-CF88-6F49F4A2ED96}"/>
          </ac:spMkLst>
        </pc:spChg>
        <pc:spChg chg="add del mod">
          <ac:chgData name="KONDHALKAR, RAHUL" userId="abd60e2f-6f69-4b10-9153-eb83f92a138a" providerId="ADAL" clId="{5E59A1F2-6D70-49F8-9189-ACECFB721298}" dt="2026-08-19T12:57:57.093" v="327" actId="478"/>
          <ac:spMkLst>
            <pc:docMk/>
            <pc:sldMk cId="944995327" sldId="2147483640"/>
            <ac:spMk id="59" creationId="{F4517ADA-D33B-0EFE-8FE4-7A8254C67C86}"/>
          </ac:spMkLst>
        </pc:spChg>
        <pc:spChg chg="add del mod">
          <ac:chgData name="KONDHALKAR, RAHUL" userId="abd60e2f-6f69-4b10-9153-eb83f92a138a" providerId="ADAL" clId="{5E59A1F2-6D70-49F8-9189-ACECFB721298}" dt="2026-08-19T13:00:18.457" v="357" actId="11529"/>
          <ac:spMkLst>
            <pc:docMk/>
            <pc:sldMk cId="944995327" sldId="2147483640"/>
            <ac:spMk id="62" creationId="{123CDB13-C7AB-02DC-91CE-881E5034FE0B}"/>
          </ac:spMkLst>
        </pc:spChg>
        <pc:spChg chg="add del mod">
          <ac:chgData name="KONDHALKAR, RAHUL" userId="abd60e2f-6f69-4b10-9153-eb83f92a138a" providerId="ADAL" clId="{5E59A1F2-6D70-49F8-9189-ACECFB721298}" dt="2026-08-19T13:02:43.098" v="372" actId="478"/>
          <ac:spMkLst>
            <pc:docMk/>
            <pc:sldMk cId="944995327" sldId="2147483640"/>
            <ac:spMk id="64" creationId="{F96A9A0E-62CD-A962-5755-11879755E4A4}"/>
          </ac:spMkLst>
        </pc:spChg>
        <pc:spChg chg="add mod">
          <ac:chgData name="KONDHALKAR, RAHUL" userId="abd60e2f-6f69-4b10-9153-eb83f92a138a" providerId="ADAL" clId="{5E59A1F2-6D70-49F8-9189-ACECFB721298}" dt="2026-08-19T13:24:31.079" v="422" actId="1076"/>
          <ac:spMkLst>
            <pc:docMk/>
            <pc:sldMk cId="944995327" sldId="2147483640"/>
            <ac:spMk id="85" creationId="{E499572C-4262-27F7-D115-A9BCFA9FB954}"/>
          </ac:spMkLst>
        </pc:spChg>
        <pc:spChg chg="add mod">
          <ac:chgData name="KONDHALKAR, RAHUL" userId="abd60e2f-6f69-4b10-9153-eb83f92a138a" providerId="ADAL" clId="{5E59A1F2-6D70-49F8-9189-ACECFB721298}" dt="2026-08-19T13:26:21.123" v="440" actId="14100"/>
          <ac:spMkLst>
            <pc:docMk/>
            <pc:sldMk cId="944995327" sldId="2147483640"/>
            <ac:spMk id="86" creationId="{B983149C-E407-C0F7-51DA-5DD56BD4D435}"/>
          </ac:spMkLst>
        </pc:spChg>
        <pc:spChg chg="add mod">
          <ac:chgData name="KONDHALKAR, RAHUL" userId="abd60e2f-6f69-4b10-9153-eb83f92a138a" providerId="ADAL" clId="{5E59A1F2-6D70-49F8-9189-ACECFB721298}" dt="2026-08-19T13:26:14.761" v="439" actId="14100"/>
          <ac:spMkLst>
            <pc:docMk/>
            <pc:sldMk cId="944995327" sldId="2147483640"/>
            <ac:spMk id="88" creationId="{05F50269-5F22-2408-6951-13DB998F2F37}"/>
          </ac:spMkLst>
        </pc:spChg>
        <pc:spChg chg="add mod">
          <ac:chgData name="KONDHALKAR, RAHUL" userId="abd60e2f-6f69-4b10-9153-eb83f92a138a" providerId="ADAL" clId="{5E59A1F2-6D70-49F8-9189-ACECFB721298}" dt="2026-08-19T13:26:06.417" v="438" actId="1076"/>
          <ac:spMkLst>
            <pc:docMk/>
            <pc:sldMk cId="944995327" sldId="2147483640"/>
            <ac:spMk id="90" creationId="{E15FB4E9-7B15-5616-4C90-F9815627A493}"/>
          </ac:spMkLst>
        </pc:spChg>
        <pc:spChg chg="add del mod">
          <ac:chgData name="KONDHALKAR, RAHUL" userId="abd60e2f-6f69-4b10-9153-eb83f92a138a" providerId="ADAL" clId="{5E59A1F2-6D70-49F8-9189-ACECFB721298}" dt="2026-08-19T13:26:58.296" v="455" actId="478"/>
          <ac:spMkLst>
            <pc:docMk/>
            <pc:sldMk cId="944995327" sldId="2147483640"/>
            <ac:spMk id="91" creationId="{D482404E-B54A-31C8-6D00-05BD70B82781}"/>
          </ac:spMkLst>
        </pc:spChg>
        <pc:spChg chg="add mod">
          <ac:chgData name="KONDHALKAR, RAHUL" userId="abd60e2f-6f69-4b10-9153-eb83f92a138a" providerId="ADAL" clId="{5E59A1F2-6D70-49F8-9189-ACECFB721298}" dt="2026-08-19T13:27:04.247" v="456" actId="1076"/>
          <ac:spMkLst>
            <pc:docMk/>
            <pc:sldMk cId="944995327" sldId="2147483640"/>
            <ac:spMk id="93" creationId="{3853463E-C5C7-C0AE-2434-C4FDFA6F5C75}"/>
          </ac:spMkLst>
        </pc:spChg>
        <pc:spChg chg="add mod">
          <ac:chgData name="KONDHALKAR, RAHUL" userId="abd60e2f-6f69-4b10-9153-eb83f92a138a" providerId="ADAL" clId="{5E59A1F2-6D70-49F8-9189-ACECFB721298}" dt="2026-08-19T13:27:33.064" v="461" actId="14100"/>
          <ac:spMkLst>
            <pc:docMk/>
            <pc:sldMk cId="944995327" sldId="2147483640"/>
            <ac:spMk id="95" creationId="{88ED7F71-58C0-0FD3-3C78-6507F434DA7F}"/>
          </ac:spMkLst>
        </pc:spChg>
        <pc:spChg chg="add mod">
          <ac:chgData name="KONDHALKAR, RAHUL" userId="abd60e2f-6f69-4b10-9153-eb83f92a138a" providerId="ADAL" clId="{5E59A1F2-6D70-49F8-9189-ACECFB721298}" dt="2026-08-19T13:31:47.413" v="503" actId="1076"/>
          <ac:spMkLst>
            <pc:docMk/>
            <pc:sldMk cId="944995327" sldId="2147483640"/>
            <ac:spMk id="97" creationId="{38C4ABC3-0B94-D468-2A27-8D8A96BFE7BD}"/>
          </ac:spMkLst>
        </pc:spChg>
        <pc:spChg chg="add del">
          <ac:chgData name="KONDHALKAR, RAHUL" userId="abd60e2f-6f69-4b10-9153-eb83f92a138a" providerId="ADAL" clId="{5E59A1F2-6D70-49F8-9189-ACECFB721298}" dt="2026-08-19T13:28:47.712" v="472" actId="22"/>
          <ac:spMkLst>
            <pc:docMk/>
            <pc:sldMk cId="944995327" sldId="2147483640"/>
            <ac:spMk id="99" creationId="{60D20120-C024-284C-0F6C-BB7662B1D967}"/>
          </ac:spMkLst>
        </pc:spChg>
        <pc:spChg chg="add mod">
          <ac:chgData name="KONDHALKAR, RAHUL" userId="abd60e2f-6f69-4b10-9153-eb83f92a138a" providerId="ADAL" clId="{5E59A1F2-6D70-49F8-9189-ACECFB721298}" dt="2026-08-19T13:28:56.301" v="477" actId="20577"/>
          <ac:spMkLst>
            <pc:docMk/>
            <pc:sldMk cId="944995327" sldId="2147483640"/>
            <ac:spMk id="101" creationId="{4B94F05B-5CB7-C38A-56D5-395BB211E961}"/>
          </ac:spMkLst>
        </pc:spChg>
        <pc:spChg chg="add mod">
          <ac:chgData name="KONDHALKAR, RAHUL" userId="abd60e2f-6f69-4b10-9153-eb83f92a138a" providerId="ADAL" clId="{5E59A1F2-6D70-49F8-9189-ACECFB721298}" dt="2026-08-19T13:29:16.422" v="487" actId="20577"/>
          <ac:spMkLst>
            <pc:docMk/>
            <pc:sldMk cId="944995327" sldId="2147483640"/>
            <ac:spMk id="103" creationId="{53DAB0A1-C6FC-0C27-0859-0C506B8FCD83}"/>
          </ac:spMkLst>
        </pc:spChg>
        <pc:spChg chg="add mod">
          <ac:chgData name="KONDHALKAR, RAHUL" userId="abd60e2f-6f69-4b10-9153-eb83f92a138a" providerId="ADAL" clId="{5E59A1F2-6D70-49F8-9189-ACECFB721298}" dt="2026-08-19T13:29:32.510" v="495" actId="20577"/>
          <ac:spMkLst>
            <pc:docMk/>
            <pc:sldMk cId="944995327" sldId="2147483640"/>
            <ac:spMk id="105" creationId="{2A1940F4-6A3E-EB8E-6B99-D80F2E55D542}"/>
          </ac:spMkLst>
        </pc:spChg>
        <pc:spChg chg="add mod">
          <ac:chgData name="KONDHALKAR, RAHUL" userId="abd60e2f-6f69-4b10-9153-eb83f92a138a" providerId="ADAL" clId="{5E59A1F2-6D70-49F8-9189-ACECFB721298}" dt="2026-08-19T13:32:08.960" v="510" actId="1076"/>
          <ac:spMkLst>
            <pc:docMk/>
            <pc:sldMk cId="944995327" sldId="2147483640"/>
            <ac:spMk id="107" creationId="{BCAFB028-E2F0-8C75-59D8-175A26298DEB}"/>
          </ac:spMkLst>
        </pc:spChg>
        <pc:grpChg chg="mod">
          <ac:chgData name="KONDHALKAR, RAHUL" userId="abd60e2f-6f69-4b10-9153-eb83f92a138a" providerId="ADAL" clId="{5E59A1F2-6D70-49F8-9189-ACECFB721298}" dt="2026-08-19T13:02:53.823" v="377"/>
          <ac:grpSpMkLst>
            <pc:docMk/>
            <pc:sldMk cId="944995327" sldId="2147483640"/>
            <ac:grpSpMk id="67" creationId="{6669DE8C-5C21-A7BE-B664-C8FB4AA545FB}"/>
          </ac:grpSpMkLst>
        </pc:grpChg>
        <pc:picChg chg="del">
          <ac:chgData name="KONDHALKAR, RAHUL" userId="abd60e2f-6f69-4b10-9153-eb83f92a138a" providerId="ADAL" clId="{5E59A1F2-6D70-49F8-9189-ACECFB721298}" dt="2026-08-19T11:58:43.063" v="184" actId="478"/>
          <ac:picMkLst>
            <pc:docMk/>
            <pc:sldMk cId="944995327" sldId="2147483640"/>
            <ac:picMk id="18" creationId="{A02A2C36-0DBF-372A-82B1-6DC0E1A8D411}"/>
          </ac:picMkLst>
        </pc:picChg>
        <pc:picChg chg="del">
          <ac:chgData name="KONDHALKAR, RAHUL" userId="abd60e2f-6f69-4b10-9153-eb83f92a138a" providerId="ADAL" clId="{5E59A1F2-6D70-49F8-9189-ACECFB721298}" dt="2026-08-19T11:58:40.745" v="183" actId="478"/>
          <ac:picMkLst>
            <pc:docMk/>
            <pc:sldMk cId="944995327" sldId="2147483640"/>
            <ac:picMk id="20" creationId="{C37D5243-7290-C9E5-1BA9-AC3CF90D2575}"/>
          </ac:picMkLst>
        </pc:picChg>
        <pc:picChg chg="del">
          <ac:chgData name="KONDHALKAR, RAHUL" userId="abd60e2f-6f69-4b10-9153-eb83f92a138a" providerId="ADAL" clId="{5E59A1F2-6D70-49F8-9189-ACECFB721298}" dt="2026-08-19T11:58:40.745" v="183" actId="478"/>
          <ac:picMkLst>
            <pc:docMk/>
            <pc:sldMk cId="944995327" sldId="2147483640"/>
            <ac:picMk id="36" creationId="{00474766-630E-D0F2-3E0C-CABB8B99DEEA}"/>
          </ac:picMkLst>
        </pc:picChg>
        <pc:picChg chg="add mod">
          <ac:chgData name="KONDHALKAR, RAHUL" userId="abd60e2f-6f69-4b10-9153-eb83f92a138a" providerId="ADAL" clId="{5E59A1F2-6D70-49F8-9189-ACECFB721298}" dt="2026-08-19T12:54:55.667" v="292" actId="14100"/>
          <ac:picMkLst>
            <pc:docMk/>
            <pc:sldMk cId="944995327" sldId="2147483640"/>
            <ac:picMk id="51" creationId="{3D95BFF9-AD09-EEB3-1827-7EE517D43EE2}"/>
          </ac:picMkLst>
        </pc:picChg>
        <pc:picChg chg="add del mod">
          <ac:chgData name="KONDHALKAR, RAHUL" userId="abd60e2f-6f69-4b10-9153-eb83f92a138a" providerId="ADAL" clId="{5E59A1F2-6D70-49F8-9189-ACECFB721298}" dt="2026-08-19T12:55:59.671" v="300" actId="478"/>
          <ac:picMkLst>
            <pc:docMk/>
            <pc:sldMk cId="944995327" sldId="2147483640"/>
            <ac:picMk id="53" creationId="{4D58EA78-FD9B-C42D-A55B-30A294CE495B}"/>
          </ac:picMkLst>
        </pc:picChg>
        <pc:picChg chg="add del mod">
          <ac:chgData name="KONDHALKAR, RAHUL" userId="abd60e2f-6f69-4b10-9153-eb83f92a138a" providerId="ADAL" clId="{5E59A1F2-6D70-49F8-9189-ACECFB721298}" dt="2026-08-19T12:59:40.747" v="351" actId="478"/>
          <ac:picMkLst>
            <pc:docMk/>
            <pc:sldMk cId="944995327" sldId="2147483640"/>
            <ac:picMk id="61" creationId="{1460A4CE-C2B2-5324-D415-EA3CF285FB26}"/>
          </ac:picMkLst>
        </pc:picChg>
        <pc:inkChg chg="add del mod">
          <ac:chgData name="KONDHALKAR, RAHUL" userId="abd60e2f-6f69-4b10-9153-eb83f92a138a" providerId="ADAL" clId="{5E59A1F2-6D70-49F8-9189-ACECFB721298}" dt="2026-08-19T13:02:54.531" v="378" actId="9405"/>
          <ac:inkMkLst>
            <pc:docMk/>
            <pc:sldMk cId="944995327" sldId="2147483640"/>
            <ac:inkMk id="65" creationId="{4DCBCADC-EC91-5EFC-46E0-EAE3531FA1A3}"/>
          </ac:inkMkLst>
        </pc:inkChg>
        <pc:inkChg chg="add del mod">
          <ac:chgData name="KONDHALKAR, RAHUL" userId="abd60e2f-6f69-4b10-9153-eb83f92a138a" providerId="ADAL" clId="{5E59A1F2-6D70-49F8-9189-ACECFB721298}" dt="2026-08-19T13:02:53.823" v="377"/>
          <ac:inkMkLst>
            <pc:docMk/>
            <pc:sldMk cId="944995327" sldId="2147483640"/>
            <ac:inkMk id="66" creationId="{2B1E31B9-A361-3160-87A8-146207002B62}"/>
          </ac:inkMkLst>
        </pc:inkChg>
        <pc:cxnChg chg="add del mod">
          <ac:chgData name="KONDHALKAR, RAHUL" userId="abd60e2f-6f69-4b10-9153-eb83f92a138a" providerId="ADAL" clId="{5E59A1F2-6D70-49F8-9189-ACECFB721298}" dt="2026-08-19T13:25:35.614" v="429" actId="478"/>
          <ac:cxnSpMkLst>
            <pc:docMk/>
            <pc:sldMk cId="944995327" sldId="2147483640"/>
            <ac:cxnSpMk id="55" creationId="{44127AA1-AFEA-A2A8-04C4-3B3E55C7D243}"/>
          </ac:cxnSpMkLst>
        </pc:cxnChg>
        <pc:cxnChg chg="add del mod">
          <ac:chgData name="KONDHALKAR, RAHUL" userId="abd60e2f-6f69-4b10-9153-eb83f92a138a" providerId="ADAL" clId="{5E59A1F2-6D70-49F8-9189-ACECFB721298}" dt="2026-08-19T12:58:46.544" v="330" actId="478"/>
          <ac:cxnSpMkLst>
            <pc:docMk/>
            <pc:sldMk cId="944995327" sldId="2147483640"/>
            <ac:cxnSpMk id="57" creationId="{7FD5E7EF-3ADE-7F37-ADD3-E490BB48B04D}"/>
          </ac:cxnSpMkLst>
        </pc:cxnChg>
        <pc:cxnChg chg="add del mod">
          <ac:chgData name="KONDHALKAR, RAHUL" userId="abd60e2f-6f69-4b10-9153-eb83f92a138a" providerId="ADAL" clId="{5E59A1F2-6D70-49F8-9189-ACECFB721298}" dt="2026-08-19T13:25:22.861" v="425" actId="478"/>
          <ac:cxnSpMkLst>
            <pc:docMk/>
            <pc:sldMk cId="944995327" sldId="2147483640"/>
            <ac:cxnSpMk id="63" creationId="{C486BAED-FBD4-04FD-FB45-68894AEE7ACB}"/>
          </ac:cxnSpMkLst>
        </pc:cxnChg>
        <pc:cxnChg chg="add del mod">
          <ac:chgData name="KONDHALKAR, RAHUL" userId="abd60e2f-6f69-4b10-9153-eb83f92a138a" providerId="ADAL" clId="{5E59A1F2-6D70-49F8-9189-ACECFB721298}" dt="2026-08-19T13:22:41.791" v="400" actId="478"/>
          <ac:cxnSpMkLst>
            <pc:docMk/>
            <pc:sldMk cId="944995327" sldId="2147483640"/>
            <ac:cxnSpMk id="69" creationId="{3FAA75F2-B1A9-BDAD-AF7A-E54FD23C21F8}"/>
          </ac:cxnSpMkLst>
        </pc:cxnChg>
        <pc:cxnChg chg="add del mod">
          <ac:chgData name="KONDHALKAR, RAHUL" userId="abd60e2f-6f69-4b10-9153-eb83f92a138a" providerId="ADAL" clId="{5E59A1F2-6D70-49F8-9189-ACECFB721298}" dt="2026-08-19T13:25:21.629" v="424" actId="478"/>
          <ac:cxnSpMkLst>
            <pc:docMk/>
            <pc:sldMk cId="944995327" sldId="2147483640"/>
            <ac:cxnSpMk id="70" creationId="{E93545FB-799F-F40B-6760-89A4BF45259B}"/>
          </ac:cxnSpMkLst>
        </pc:cxnChg>
        <pc:cxnChg chg="add del mod">
          <ac:chgData name="KONDHALKAR, RAHUL" userId="abd60e2f-6f69-4b10-9153-eb83f92a138a" providerId="ADAL" clId="{5E59A1F2-6D70-49F8-9189-ACECFB721298}" dt="2026-08-19T13:25:37.388" v="430" actId="478"/>
          <ac:cxnSpMkLst>
            <pc:docMk/>
            <pc:sldMk cId="944995327" sldId="2147483640"/>
            <ac:cxnSpMk id="73" creationId="{1A09A1DA-C344-F606-69BA-5983B5200794}"/>
          </ac:cxnSpMkLst>
        </pc:cxnChg>
        <pc:cxnChg chg="add del mod">
          <ac:chgData name="KONDHALKAR, RAHUL" userId="abd60e2f-6f69-4b10-9153-eb83f92a138a" providerId="ADAL" clId="{5E59A1F2-6D70-49F8-9189-ACECFB721298}" dt="2026-08-19T13:22:34.457" v="397" actId="478"/>
          <ac:cxnSpMkLst>
            <pc:docMk/>
            <pc:sldMk cId="944995327" sldId="2147483640"/>
            <ac:cxnSpMk id="74" creationId="{9F3900EC-A1CD-3FA8-08D1-3136E43980CB}"/>
          </ac:cxnSpMkLst>
        </pc:cxnChg>
        <pc:cxnChg chg="add del mod">
          <ac:chgData name="KONDHALKAR, RAHUL" userId="abd60e2f-6f69-4b10-9153-eb83f92a138a" providerId="ADAL" clId="{5E59A1F2-6D70-49F8-9189-ACECFB721298}" dt="2026-08-19T13:26:28.682" v="442" actId="478"/>
          <ac:cxnSpMkLst>
            <pc:docMk/>
            <pc:sldMk cId="944995327" sldId="2147483640"/>
            <ac:cxnSpMk id="77" creationId="{D1639251-CDA8-0A76-CAAF-8310D8F51C93}"/>
          </ac:cxnSpMkLst>
        </pc:cxnChg>
        <pc:cxnChg chg="add del mod">
          <ac:chgData name="KONDHALKAR, RAHUL" userId="abd60e2f-6f69-4b10-9153-eb83f92a138a" providerId="ADAL" clId="{5E59A1F2-6D70-49F8-9189-ACECFB721298}" dt="2026-08-19T13:23:41.490" v="412" actId="478"/>
          <ac:cxnSpMkLst>
            <pc:docMk/>
            <pc:sldMk cId="944995327" sldId="2147483640"/>
            <ac:cxnSpMk id="79" creationId="{26E84CDA-B111-2673-FE46-61162E028B0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3383BD2-D112-1640-AE2A-0839B050E4E3}" type="doc">
      <dgm:prSet loTypeId="urn:microsoft.com/office/officeart/2005/8/layout/cycle1" loCatId="" qsTypeId="urn:microsoft.com/office/officeart/2005/8/quickstyle/simple1" qsCatId="simple" csTypeId="urn:microsoft.com/office/officeart/2005/8/colors/accent1_2" csCatId="accent1" phldr="1"/>
      <dgm:spPr/>
      <dgm:t>
        <a:bodyPr/>
        <a:lstStyle/>
        <a:p>
          <a:endParaRPr lang="en-GB"/>
        </a:p>
      </dgm:t>
    </dgm:pt>
    <dgm:pt modelId="{82EB6857-8720-1248-B163-468F31FE97C0}">
      <dgm:prSet phldrT="[Text]"/>
      <dgm:spPr/>
      <dgm:t>
        <a:bodyPr/>
        <a:lstStyle/>
        <a:p>
          <a:r>
            <a:rPr lang="en-GB">
              <a:solidFill>
                <a:schemeClr val="bg1"/>
              </a:solidFill>
            </a:rPr>
            <a:t>Business problem</a:t>
          </a:r>
        </a:p>
      </dgm:t>
    </dgm:pt>
    <dgm:pt modelId="{653A18C7-F553-0047-B537-8F572CA8AFF9}" type="parTrans" cxnId="{DF38F8F8-CE82-E64D-AF8C-6B32D86FEE65}">
      <dgm:prSet/>
      <dgm:spPr/>
      <dgm:t>
        <a:bodyPr/>
        <a:lstStyle/>
        <a:p>
          <a:endParaRPr lang="en-GB">
            <a:solidFill>
              <a:schemeClr val="bg1"/>
            </a:solidFill>
          </a:endParaRPr>
        </a:p>
      </dgm:t>
    </dgm:pt>
    <dgm:pt modelId="{0FEB7AB0-433C-A541-BCDF-AABF2454F448}" type="sibTrans" cxnId="{DF38F8F8-CE82-E64D-AF8C-6B32D86FEE65}">
      <dgm:prSet/>
      <dgm:spPr>
        <a:solidFill>
          <a:srgbClr val="2563EB"/>
        </a:solidFill>
        <a:ln>
          <a:noFill/>
        </a:ln>
      </dgm:spPr>
      <dgm:t>
        <a:bodyPr/>
        <a:lstStyle/>
        <a:p>
          <a:endParaRPr lang="en-GB">
            <a:solidFill>
              <a:schemeClr val="bg1"/>
            </a:solidFill>
          </a:endParaRPr>
        </a:p>
      </dgm:t>
    </dgm:pt>
    <dgm:pt modelId="{942F1A6F-D989-2347-9047-8D5A81B559DF}">
      <dgm:prSet phldrT="[Text]"/>
      <dgm:spPr/>
      <dgm:t>
        <a:bodyPr/>
        <a:lstStyle/>
        <a:p>
          <a:r>
            <a:rPr lang="en-GB">
              <a:solidFill>
                <a:schemeClr val="bg1"/>
              </a:solidFill>
            </a:rPr>
            <a:t>Analyst</a:t>
          </a:r>
        </a:p>
      </dgm:t>
    </dgm:pt>
    <dgm:pt modelId="{478C4B38-8054-8741-9385-93A638105DBF}" type="parTrans" cxnId="{5467D4FE-93FD-8B43-8499-1387949257B9}">
      <dgm:prSet/>
      <dgm:spPr/>
      <dgm:t>
        <a:bodyPr/>
        <a:lstStyle/>
        <a:p>
          <a:endParaRPr lang="en-GB">
            <a:solidFill>
              <a:schemeClr val="bg1"/>
            </a:solidFill>
          </a:endParaRPr>
        </a:p>
      </dgm:t>
    </dgm:pt>
    <dgm:pt modelId="{E08AC7B1-2E01-3947-98AA-04AD5FA65C42}" type="sibTrans" cxnId="{5467D4FE-93FD-8B43-8499-1387949257B9}">
      <dgm:prSet/>
      <dgm:spPr>
        <a:solidFill>
          <a:srgbClr val="2563EB"/>
        </a:solidFill>
        <a:ln>
          <a:noFill/>
        </a:ln>
      </dgm:spPr>
      <dgm:t>
        <a:bodyPr/>
        <a:lstStyle/>
        <a:p>
          <a:endParaRPr lang="en-GB">
            <a:solidFill>
              <a:schemeClr val="bg1"/>
            </a:solidFill>
          </a:endParaRPr>
        </a:p>
      </dgm:t>
    </dgm:pt>
    <dgm:pt modelId="{F0A09615-AE6E-3047-9AAC-3B13E1CC2129}">
      <dgm:prSet phldrT="[Text]"/>
      <dgm:spPr/>
      <dgm:t>
        <a:bodyPr/>
        <a:lstStyle/>
        <a:p>
          <a:r>
            <a:rPr lang="en-GB">
              <a:solidFill>
                <a:schemeClr val="bg1"/>
              </a:solidFill>
            </a:rPr>
            <a:t>Answer</a:t>
          </a:r>
        </a:p>
      </dgm:t>
    </dgm:pt>
    <dgm:pt modelId="{F94515A0-19C2-F541-AD97-D39BA55F63CC}" type="parTrans" cxnId="{1B656375-D5DB-9649-8278-CA39A53048EF}">
      <dgm:prSet/>
      <dgm:spPr/>
      <dgm:t>
        <a:bodyPr/>
        <a:lstStyle/>
        <a:p>
          <a:endParaRPr lang="en-GB">
            <a:solidFill>
              <a:schemeClr val="bg1"/>
            </a:solidFill>
          </a:endParaRPr>
        </a:p>
      </dgm:t>
    </dgm:pt>
    <dgm:pt modelId="{705A1671-3AE2-E547-BE29-3DFA824A9A6B}" type="sibTrans" cxnId="{1B656375-D5DB-9649-8278-CA39A53048EF}">
      <dgm:prSet/>
      <dgm:spPr>
        <a:solidFill>
          <a:srgbClr val="2563EB"/>
        </a:solidFill>
        <a:ln>
          <a:noFill/>
        </a:ln>
      </dgm:spPr>
      <dgm:t>
        <a:bodyPr/>
        <a:lstStyle/>
        <a:p>
          <a:endParaRPr lang="en-GB">
            <a:solidFill>
              <a:schemeClr val="bg1"/>
            </a:solidFill>
          </a:endParaRPr>
        </a:p>
      </dgm:t>
    </dgm:pt>
    <dgm:pt modelId="{E9F88D12-19C2-2848-B034-3249CE837787}">
      <dgm:prSet phldrT="[Text]"/>
      <dgm:spPr/>
      <dgm:t>
        <a:bodyPr/>
        <a:lstStyle/>
        <a:p>
          <a:r>
            <a:rPr lang="en-GB">
              <a:solidFill>
                <a:schemeClr val="bg1"/>
              </a:solidFill>
            </a:rPr>
            <a:t>SQL</a:t>
          </a:r>
        </a:p>
      </dgm:t>
    </dgm:pt>
    <dgm:pt modelId="{4CBE3FFB-49C6-D346-ABC6-6DA3D2A321A2}" type="parTrans" cxnId="{71452D6D-D119-D146-A83A-D2ADA838F81E}">
      <dgm:prSet/>
      <dgm:spPr/>
      <dgm:t>
        <a:bodyPr/>
        <a:lstStyle/>
        <a:p>
          <a:endParaRPr lang="en-GB">
            <a:solidFill>
              <a:schemeClr val="bg1"/>
            </a:solidFill>
          </a:endParaRPr>
        </a:p>
      </dgm:t>
    </dgm:pt>
    <dgm:pt modelId="{C2EE4C5C-6223-0848-8966-DA96976E4A33}" type="sibTrans" cxnId="{71452D6D-D119-D146-A83A-D2ADA838F81E}">
      <dgm:prSet/>
      <dgm:spPr>
        <a:solidFill>
          <a:srgbClr val="2563EB"/>
        </a:solidFill>
        <a:ln>
          <a:noFill/>
        </a:ln>
      </dgm:spPr>
      <dgm:t>
        <a:bodyPr/>
        <a:lstStyle/>
        <a:p>
          <a:endParaRPr lang="en-GB">
            <a:solidFill>
              <a:schemeClr val="bg1"/>
            </a:solidFill>
          </a:endParaRPr>
        </a:p>
      </dgm:t>
    </dgm:pt>
    <dgm:pt modelId="{780FA2E7-4109-FE48-9B0B-465EFF8412F5}">
      <dgm:prSet phldrT="[Text]"/>
      <dgm:spPr/>
      <dgm:t>
        <a:bodyPr/>
        <a:lstStyle/>
        <a:p>
          <a:r>
            <a:rPr lang="en-GB">
              <a:solidFill>
                <a:schemeClr val="bg1"/>
              </a:solidFill>
            </a:rPr>
            <a:t>Dashboard</a:t>
          </a:r>
        </a:p>
      </dgm:t>
    </dgm:pt>
    <dgm:pt modelId="{FB15C806-72C7-5245-BDCC-4783731620DC}" type="parTrans" cxnId="{466A9115-B422-8842-9178-1B7A2BCA8574}">
      <dgm:prSet/>
      <dgm:spPr/>
      <dgm:t>
        <a:bodyPr/>
        <a:lstStyle/>
        <a:p>
          <a:endParaRPr lang="en-GB">
            <a:solidFill>
              <a:schemeClr val="bg1"/>
            </a:solidFill>
          </a:endParaRPr>
        </a:p>
      </dgm:t>
    </dgm:pt>
    <dgm:pt modelId="{A27FA365-5CC8-D245-A6D3-86597A749D27}" type="sibTrans" cxnId="{466A9115-B422-8842-9178-1B7A2BCA8574}">
      <dgm:prSet/>
      <dgm:spPr>
        <a:solidFill>
          <a:srgbClr val="2563EB"/>
        </a:solidFill>
        <a:ln>
          <a:noFill/>
        </a:ln>
      </dgm:spPr>
      <dgm:t>
        <a:bodyPr/>
        <a:lstStyle/>
        <a:p>
          <a:endParaRPr lang="en-GB">
            <a:solidFill>
              <a:schemeClr val="bg1"/>
            </a:solidFill>
          </a:endParaRPr>
        </a:p>
      </dgm:t>
    </dgm:pt>
    <dgm:pt modelId="{4E398063-5809-3043-A5FC-B50BC97D44DB}" type="pres">
      <dgm:prSet presAssocID="{93383BD2-D112-1640-AE2A-0839B050E4E3}" presName="cycle" presStyleCnt="0">
        <dgm:presLayoutVars>
          <dgm:dir/>
          <dgm:resizeHandles val="exact"/>
        </dgm:presLayoutVars>
      </dgm:prSet>
      <dgm:spPr/>
    </dgm:pt>
    <dgm:pt modelId="{860B07B1-B326-4945-8F83-313A93E7DEB7}" type="pres">
      <dgm:prSet presAssocID="{82EB6857-8720-1248-B163-468F31FE97C0}" presName="dummy" presStyleCnt="0"/>
      <dgm:spPr/>
    </dgm:pt>
    <dgm:pt modelId="{C0809E10-7B7B-E04D-BBC0-116A8CAF3ADC}" type="pres">
      <dgm:prSet presAssocID="{82EB6857-8720-1248-B163-468F31FE97C0}" presName="node" presStyleLbl="revTx" presStyleIdx="0" presStyleCnt="5">
        <dgm:presLayoutVars>
          <dgm:bulletEnabled val="1"/>
        </dgm:presLayoutVars>
      </dgm:prSet>
      <dgm:spPr/>
    </dgm:pt>
    <dgm:pt modelId="{4D7564DD-AD9E-AD40-9327-A6C557C27485}" type="pres">
      <dgm:prSet presAssocID="{0FEB7AB0-433C-A541-BCDF-AABF2454F448}" presName="sibTrans" presStyleLbl="node1" presStyleIdx="0" presStyleCnt="5"/>
      <dgm:spPr/>
    </dgm:pt>
    <dgm:pt modelId="{2711D52C-D74C-B54A-AF48-7697A383B908}" type="pres">
      <dgm:prSet presAssocID="{942F1A6F-D989-2347-9047-8D5A81B559DF}" presName="dummy" presStyleCnt="0"/>
      <dgm:spPr/>
    </dgm:pt>
    <dgm:pt modelId="{2271B553-C3BF-FC4F-A916-75DDFB317F22}" type="pres">
      <dgm:prSet presAssocID="{942F1A6F-D989-2347-9047-8D5A81B559DF}" presName="node" presStyleLbl="revTx" presStyleIdx="1" presStyleCnt="5">
        <dgm:presLayoutVars>
          <dgm:bulletEnabled val="1"/>
        </dgm:presLayoutVars>
      </dgm:prSet>
      <dgm:spPr/>
    </dgm:pt>
    <dgm:pt modelId="{7DEF63AD-D40C-7245-9D2B-4A393A8872AE}" type="pres">
      <dgm:prSet presAssocID="{E08AC7B1-2E01-3947-98AA-04AD5FA65C42}" presName="sibTrans" presStyleLbl="node1" presStyleIdx="1" presStyleCnt="5"/>
      <dgm:spPr/>
    </dgm:pt>
    <dgm:pt modelId="{21CF5550-EB8F-D647-8FF2-882F5EAF2A6D}" type="pres">
      <dgm:prSet presAssocID="{E9F88D12-19C2-2848-B034-3249CE837787}" presName="dummy" presStyleCnt="0"/>
      <dgm:spPr/>
    </dgm:pt>
    <dgm:pt modelId="{44EEA07A-07CA-464A-AF4C-CBFEBF1BCEE6}" type="pres">
      <dgm:prSet presAssocID="{E9F88D12-19C2-2848-B034-3249CE837787}" presName="node" presStyleLbl="revTx" presStyleIdx="2" presStyleCnt="5">
        <dgm:presLayoutVars>
          <dgm:bulletEnabled val="1"/>
        </dgm:presLayoutVars>
      </dgm:prSet>
      <dgm:spPr/>
    </dgm:pt>
    <dgm:pt modelId="{AAEF2567-7C8D-B54F-9EDF-757AB97E37AC}" type="pres">
      <dgm:prSet presAssocID="{C2EE4C5C-6223-0848-8966-DA96976E4A33}" presName="sibTrans" presStyleLbl="node1" presStyleIdx="2" presStyleCnt="5"/>
      <dgm:spPr/>
    </dgm:pt>
    <dgm:pt modelId="{4D033467-B93C-FE44-9B22-AC50F6EF9A75}" type="pres">
      <dgm:prSet presAssocID="{780FA2E7-4109-FE48-9B0B-465EFF8412F5}" presName="dummy" presStyleCnt="0"/>
      <dgm:spPr/>
    </dgm:pt>
    <dgm:pt modelId="{1ECA4425-4020-A14F-B39D-1D2592D1EDCC}" type="pres">
      <dgm:prSet presAssocID="{780FA2E7-4109-FE48-9B0B-465EFF8412F5}" presName="node" presStyleLbl="revTx" presStyleIdx="3" presStyleCnt="5">
        <dgm:presLayoutVars>
          <dgm:bulletEnabled val="1"/>
        </dgm:presLayoutVars>
      </dgm:prSet>
      <dgm:spPr/>
    </dgm:pt>
    <dgm:pt modelId="{51CB0916-8B0A-7B48-8FAF-9F722375F2C0}" type="pres">
      <dgm:prSet presAssocID="{A27FA365-5CC8-D245-A6D3-86597A749D27}" presName="sibTrans" presStyleLbl="node1" presStyleIdx="3" presStyleCnt="5"/>
      <dgm:spPr/>
    </dgm:pt>
    <dgm:pt modelId="{ED7FABD7-824B-4642-BF8B-9150A5B77919}" type="pres">
      <dgm:prSet presAssocID="{F0A09615-AE6E-3047-9AAC-3B13E1CC2129}" presName="dummy" presStyleCnt="0"/>
      <dgm:spPr/>
    </dgm:pt>
    <dgm:pt modelId="{DCB34B93-2A76-6D47-8835-9703808E092B}" type="pres">
      <dgm:prSet presAssocID="{F0A09615-AE6E-3047-9AAC-3B13E1CC2129}" presName="node" presStyleLbl="revTx" presStyleIdx="4" presStyleCnt="5">
        <dgm:presLayoutVars>
          <dgm:bulletEnabled val="1"/>
        </dgm:presLayoutVars>
      </dgm:prSet>
      <dgm:spPr/>
    </dgm:pt>
    <dgm:pt modelId="{3EB9B4A0-7ECE-7047-85F1-FA973621C39D}" type="pres">
      <dgm:prSet presAssocID="{705A1671-3AE2-E547-BE29-3DFA824A9A6B}" presName="sibTrans" presStyleLbl="node1" presStyleIdx="4" presStyleCnt="5"/>
      <dgm:spPr/>
    </dgm:pt>
  </dgm:ptLst>
  <dgm:cxnLst>
    <dgm:cxn modelId="{C9F6D108-586D-4F4A-84EF-D7C64F900BFA}" type="presOf" srcId="{82EB6857-8720-1248-B163-468F31FE97C0}" destId="{C0809E10-7B7B-E04D-BBC0-116A8CAF3ADC}" srcOrd="0" destOrd="0" presId="urn:microsoft.com/office/officeart/2005/8/layout/cycle1"/>
    <dgm:cxn modelId="{466A9115-B422-8842-9178-1B7A2BCA8574}" srcId="{93383BD2-D112-1640-AE2A-0839B050E4E3}" destId="{780FA2E7-4109-FE48-9B0B-465EFF8412F5}" srcOrd="3" destOrd="0" parTransId="{FB15C806-72C7-5245-BDCC-4783731620DC}" sibTransId="{A27FA365-5CC8-D245-A6D3-86597A749D27}"/>
    <dgm:cxn modelId="{DC5CBF20-A984-5547-99D5-448DCF1CCB08}" type="presOf" srcId="{942F1A6F-D989-2347-9047-8D5A81B559DF}" destId="{2271B553-C3BF-FC4F-A916-75DDFB317F22}" srcOrd="0" destOrd="0" presId="urn:microsoft.com/office/officeart/2005/8/layout/cycle1"/>
    <dgm:cxn modelId="{71452D6D-D119-D146-A83A-D2ADA838F81E}" srcId="{93383BD2-D112-1640-AE2A-0839B050E4E3}" destId="{E9F88D12-19C2-2848-B034-3249CE837787}" srcOrd="2" destOrd="0" parTransId="{4CBE3FFB-49C6-D346-ABC6-6DA3D2A321A2}" sibTransId="{C2EE4C5C-6223-0848-8966-DA96976E4A33}"/>
    <dgm:cxn modelId="{1B656375-D5DB-9649-8278-CA39A53048EF}" srcId="{93383BD2-D112-1640-AE2A-0839B050E4E3}" destId="{F0A09615-AE6E-3047-9AAC-3B13E1CC2129}" srcOrd="4" destOrd="0" parTransId="{F94515A0-19C2-F541-AD97-D39BA55F63CC}" sibTransId="{705A1671-3AE2-E547-BE29-3DFA824A9A6B}"/>
    <dgm:cxn modelId="{6747B576-E923-D746-AC18-A325D7FA687D}" type="presOf" srcId="{A27FA365-5CC8-D245-A6D3-86597A749D27}" destId="{51CB0916-8B0A-7B48-8FAF-9F722375F2C0}" srcOrd="0" destOrd="0" presId="urn:microsoft.com/office/officeart/2005/8/layout/cycle1"/>
    <dgm:cxn modelId="{7E219579-E039-E64F-93AC-F6E7C6F0AB27}" type="presOf" srcId="{705A1671-3AE2-E547-BE29-3DFA824A9A6B}" destId="{3EB9B4A0-7ECE-7047-85F1-FA973621C39D}" srcOrd="0" destOrd="0" presId="urn:microsoft.com/office/officeart/2005/8/layout/cycle1"/>
    <dgm:cxn modelId="{C1B22D81-7F53-E746-9D58-F630CF5687E6}" type="presOf" srcId="{C2EE4C5C-6223-0848-8966-DA96976E4A33}" destId="{AAEF2567-7C8D-B54F-9EDF-757AB97E37AC}" srcOrd="0" destOrd="0" presId="urn:microsoft.com/office/officeart/2005/8/layout/cycle1"/>
    <dgm:cxn modelId="{96B46A8F-4F26-0643-92A7-757113F57791}" type="presOf" srcId="{E9F88D12-19C2-2848-B034-3249CE837787}" destId="{44EEA07A-07CA-464A-AF4C-CBFEBF1BCEE6}" srcOrd="0" destOrd="0" presId="urn:microsoft.com/office/officeart/2005/8/layout/cycle1"/>
    <dgm:cxn modelId="{8214BFA9-CAEB-0844-A85C-C147F313196E}" type="presOf" srcId="{93383BD2-D112-1640-AE2A-0839B050E4E3}" destId="{4E398063-5809-3043-A5FC-B50BC97D44DB}" srcOrd="0" destOrd="0" presId="urn:microsoft.com/office/officeart/2005/8/layout/cycle1"/>
    <dgm:cxn modelId="{E86841AE-8CE1-DB40-817B-B5FD157EF328}" type="presOf" srcId="{0FEB7AB0-433C-A541-BCDF-AABF2454F448}" destId="{4D7564DD-AD9E-AD40-9327-A6C557C27485}" srcOrd="0" destOrd="0" presId="urn:microsoft.com/office/officeart/2005/8/layout/cycle1"/>
    <dgm:cxn modelId="{ABAB32DA-CF6E-C748-9D54-4E5C8D698718}" type="presOf" srcId="{F0A09615-AE6E-3047-9AAC-3B13E1CC2129}" destId="{DCB34B93-2A76-6D47-8835-9703808E092B}" srcOrd="0" destOrd="0" presId="urn:microsoft.com/office/officeart/2005/8/layout/cycle1"/>
    <dgm:cxn modelId="{80588DDC-5377-3145-A925-9E07D765E3DA}" type="presOf" srcId="{780FA2E7-4109-FE48-9B0B-465EFF8412F5}" destId="{1ECA4425-4020-A14F-B39D-1D2592D1EDCC}" srcOrd="0" destOrd="0" presId="urn:microsoft.com/office/officeart/2005/8/layout/cycle1"/>
    <dgm:cxn modelId="{74EEFCDF-E5D1-FC4C-BA06-30806C752545}" type="presOf" srcId="{E08AC7B1-2E01-3947-98AA-04AD5FA65C42}" destId="{7DEF63AD-D40C-7245-9D2B-4A393A8872AE}" srcOrd="0" destOrd="0" presId="urn:microsoft.com/office/officeart/2005/8/layout/cycle1"/>
    <dgm:cxn modelId="{DF38F8F8-CE82-E64D-AF8C-6B32D86FEE65}" srcId="{93383BD2-D112-1640-AE2A-0839B050E4E3}" destId="{82EB6857-8720-1248-B163-468F31FE97C0}" srcOrd="0" destOrd="0" parTransId="{653A18C7-F553-0047-B537-8F572CA8AFF9}" sibTransId="{0FEB7AB0-433C-A541-BCDF-AABF2454F448}"/>
    <dgm:cxn modelId="{5467D4FE-93FD-8B43-8499-1387949257B9}" srcId="{93383BD2-D112-1640-AE2A-0839B050E4E3}" destId="{942F1A6F-D989-2347-9047-8D5A81B559DF}" srcOrd="1" destOrd="0" parTransId="{478C4B38-8054-8741-9385-93A638105DBF}" sibTransId="{E08AC7B1-2E01-3947-98AA-04AD5FA65C42}"/>
    <dgm:cxn modelId="{5A9B3B64-31F6-0645-AF32-638B3B826B96}" type="presParOf" srcId="{4E398063-5809-3043-A5FC-B50BC97D44DB}" destId="{860B07B1-B326-4945-8F83-313A93E7DEB7}" srcOrd="0" destOrd="0" presId="urn:microsoft.com/office/officeart/2005/8/layout/cycle1"/>
    <dgm:cxn modelId="{CBA8EAA9-CE6D-864E-990B-3CD89171FDC0}" type="presParOf" srcId="{4E398063-5809-3043-A5FC-B50BC97D44DB}" destId="{C0809E10-7B7B-E04D-BBC0-116A8CAF3ADC}" srcOrd="1" destOrd="0" presId="urn:microsoft.com/office/officeart/2005/8/layout/cycle1"/>
    <dgm:cxn modelId="{E3573E98-470C-1F40-B6B3-D1F97D9D81F9}" type="presParOf" srcId="{4E398063-5809-3043-A5FC-B50BC97D44DB}" destId="{4D7564DD-AD9E-AD40-9327-A6C557C27485}" srcOrd="2" destOrd="0" presId="urn:microsoft.com/office/officeart/2005/8/layout/cycle1"/>
    <dgm:cxn modelId="{EE0100E2-92F5-AD4C-97F1-B6ED916A699C}" type="presParOf" srcId="{4E398063-5809-3043-A5FC-B50BC97D44DB}" destId="{2711D52C-D74C-B54A-AF48-7697A383B908}" srcOrd="3" destOrd="0" presId="urn:microsoft.com/office/officeart/2005/8/layout/cycle1"/>
    <dgm:cxn modelId="{B860B918-898B-FB48-A043-BA189B7359CC}" type="presParOf" srcId="{4E398063-5809-3043-A5FC-B50BC97D44DB}" destId="{2271B553-C3BF-FC4F-A916-75DDFB317F22}" srcOrd="4" destOrd="0" presId="urn:microsoft.com/office/officeart/2005/8/layout/cycle1"/>
    <dgm:cxn modelId="{ACA59D9D-43F6-6846-A30D-0F1CC298E19A}" type="presParOf" srcId="{4E398063-5809-3043-A5FC-B50BC97D44DB}" destId="{7DEF63AD-D40C-7245-9D2B-4A393A8872AE}" srcOrd="5" destOrd="0" presId="urn:microsoft.com/office/officeart/2005/8/layout/cycle1"/>
    <dgm:cxn modelId="{BEB1F058-8339-0A48-99CC-699B1C92FF61}" type="presParOf" srcId="{4E398063-5809-3043-A5FC-B50BC97D44DB}" destId="{21CF5550-EB8F-D647-8FF2-882F5EAF2A6D}" srcOrd="6" destOrd="0" presId="urn:microsoft.com/office/officeart/2005/8/layout/cycle1"/>
    <dgm:cxn modelId="{130F6245-F6E9-E845-81F9-6F04B00F700F}" type="presParOf" srcId="{4E398063-5809-3043-A5FC-B50BC97D44DB}" destId="{44EEA07A-07CA-464A-AF4C-CBFEBF1BCEE6}" srcOrd="7" destOrd="0" presId="urn:microsoft.com/office/officeart/2005/8/layout/cycle1"/>
    <dgm:cxn modelId="{57FEF901-42BD-914F-8EAA-8645AE19920B}" type="presParOf" srcId="{4E398063-5809-3043-A5FC-B50BC97D44DB}" destId="{AAEF2567-7C8D-B54F-9EDF-757AB97E37AC}" srcOrd="8" destOrd="0" presId="urn:microsoft.com/office/officeart/2005/8/layout/cycle1"/>
    <dgm:cxn modelId="{65096229-594D-EB47-8272-E917446F60BE}" type="presParOf" srcId="{4E398063-5809-3043-A5FC-B50BC97D44DB}" destId="{4D033467-B93C-FE44-9B22-AC50F6EF9A75}" srcOrd="9" destOrd="0" presId="urn:microsoft.com/office/officeart/2005/8/layout/cycle1"/>
    <dgm:cxn modelId="{8EDB53AD-68E0-A849-B05E-C0C3CB6F2DBB}" type="presParOf" srcId="{4E398063-5809-3043-A5FC-B50BC97D44DB}" destId="{1ECA4425-4020-A14F-B39D-1D2592D1EDCC}" srcOrd="10" destOrd="0" presId="urn:microsoft.com/office/officeart/2005/8/layout/cycle1"/>
    <dgm:cxn modelId="{001DE7CF-B5B7-8144-8D73-03C1B16410C9}" type="presParOf" srcId="{4E398063-5809-3043-A5FC-B50BC97D44DB}" destId="{51CB0916-8B0A-7B48-8FAF-9F722375F2C0}" srcOrd="11" destOrd="0" presId="urn:microsoft.com/office/officeart/2005/8/layout/cycle1"/>
    <dgm:cxn modelId="{6F27D88C-3499-E54A-B77C-7593BC390934}" type="presParOf" srcId="{4E398063-5809-3043-A5FC-B50BC97D44DB}" destId="{ED7FABD7-824B-4642-BF8B-9150A5B77919}" srcOrd="12" destOrd="0" presId="urn:microsoft.com/office/officeart/2005/8/layout/cycle1"/>
    <dgm:cxn modelId="{03F397A7-20BE-A84A-B880-50EF6A7A8EE4}" type="presParOf" srcId="{4E398063-5809-3043-A5FC-B50BC97D44DB}" destId="{DCB34B93-2A76-6D47-8835-9703808E092B}" srcOrd="13" destOrd="0" presId="urn:microsoft.com/office/officeart/2005/8/layout/cycle1"/>
    <dgm:cxn modelId="{4E21C494-5250-F740-8807-5AFEAEA4FE15}" type="presParOf" srcId="{4E398063-5809-3043-A5FC-B50BC97D44DB}" destId="{3EB9B4A0-7ECE-7047-85F1-FA973621C39D}" srcOrd="14"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0809E10-7B7B-E04D-BBC0-116A8CAF3ADC}">
      <dsp:nvSpPr>
        <dsp:cNvPr id="0" name=""/>
        <dsp:cNvSpPr/>
      </dsp:nvSpPr>
      <dsp:spPr>
        <a:xfrm>
          <a:off x="2774110" y="32748"/>
          <a:ext cx="1083217" cy="10832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GB" sz="1600" kern="1200">
              <a:solidFill>
                <a:schemeClr val="bg1"/>
              </a:solidFill>
            </a:rPr>
            <a:t>Business problem</a:t>
          </a:r>
        </a:p>
      </dsp:txBody>
      <dsp:txXfrm>
        <a:off x="2774110" y="32748"/>
        <a:ext cx="1083217" cy="1083217"/>
      </dsp:txXfrm>
    </dsp:sp>
    <dsp:sp modelId="{4D7564DD-AD9E-AD40-9327-A6C557C27485}">
      <dsp:nvSpPr>
        <dsp:cNvPr id="0" name=""/>
        <dsp:cNvSpPr/>
      </dsp:nvSpPr>
      <dsp:spPr>
        <a:xfrm>
          <a:off x="226416" y="1461"/>
          <a:ext cx="4060758" cy="4060758"/>
        </a:xfrm>
        <a:prstGeom prst="circularArrow">
          <a:avLst>
            <a:gd name="adj1" fmla="val 5202"/>
            <a:gd name="adj2" fmla="val 336024"/>
            <a:gd name="adj3" fmla="val 21292792"/>
            <a:gd name="adj4" fmla="val 19766633"/>
            <a:gd name="adj5" fmla="val 6069"/>
          </a:avLst>
        </a:prstGeom>
        <a:solidFill>
          <a:srgbClr val="2563EB"/>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271B553-C3BF-FC4F-A916-75DDFB317F22}">
      <dsp:nvSpPr>
        <dsp:cNvPr id="0" name=""/>
        <dsp:cNvSpPr/>
      </dsp:nvSpPr>
      <dsp:spPr>
        <a:xfrm>
          <a:off x="3428561" y="2046941"/>
          <a:ext cx="1083217" cy="10832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GB" sz="1600" kern="1200">
              <a:solidFill>
                <a:schemeClr val="bg1"/>
              </a:solidFill>
            </a:rPr>
            <a:t>Analyst</a:t>
          </a:r>
        </a:p>
      </dsp:txBody>
      <dsp:txXfrm>
        <a:off x="3428561" y="2046941"/>
        <a:ext cx="1083217" cy="1083217"/>
      </dsp:txXfrm>
    </dsp:sp>
    <dsp:sp modelId="{7DEF63AD-D40C-7245-9D2B-4A393A8872AE}">
      <dsp:nvSpPr>
        <dsp:cNvPr id="0" name=""/>
        <dsp:cNvSpPr/>
      </dsp:nvSpPr>
      <dsp:spPr>
        <a:xfrm>
          <a:off x="226416" y="1461"/>
          <a:ext cx="4060758" cy="4060758"/>
        </a:xfrm>
        <a:prstGeom prst="circularArrow">
          <a:avLst>
            <a:gd name="adj1" fmla="val 5202"/>
            <a:gd name="adj2" fmla="val 336024"/>
            <a:gd name="adj3" fmla="val 4014231"/>
            <a:gd name="adj4" fmla="val 2253861"/>
            <a:gd name="adj5" fmla="val 6069"/>
          </a:avLst>
        </a:prstGeom>
        <a:solidFill>
          <a:srgbClr val="2563EB"/>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4EEA07A-07CA-464A-AF4C-CBFEBF1BCEE6}">
      <dsp:nvSpPr>
        <dsp:cNvPr id="0" name=""/>
        <dsp:cNvSpPr/>
      </dsp:nvSpPr>
      <dsp:spPr>
        <a:xfrm>
          <a:off x="1715186" y="3291781"/>
          <a:ext cx="1083217" cy="10832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GB" sz="1600" kern="1200">
              <a:solidFill>
                <a:schemeClr val="bg1"/>
              </a:solidFill>
            </a:rPr>
            <a:t>SQL</a:t>
          </a:r>
        </a:p>
      </dsp:txBody>
      <dsp:txXfrm>
        <a:off x="1715186" y="3291781"/>
        <a:ext cx="1083217" cy="1083217"/>
      </dsp:txXfrm>
    </dsp:sp>
    <dsp:sp modelId="{AAEF2567-7C8D-B54F-9EDF-757AB97E37AC}">
      <dsp:nvSpPr>
        <dsp:cNvPr id="0" name=""/>
        <dsp:cNvSpPr/>
      </dsp:nvSpPr>
      <dsp:spPr>
        <a:xfrm>
          <a:off x="226416" y="1461"/>
          <a:ext cx="4060758" cy="4060758"/>
        </a:xfrm>
        <a:prstGeom prst="circularArrow">
          <a:avLst>
            <a:gd name="adj1" fmla="val 5202"/>
            <a:gd name="adj2" fmla="val 336024"/>
            <a:gd name="adj3" fmla="val 8210115"/>
            <a:gd name="adj4" fmla="val 6449745"/>
            <a:gd name="adj5" fmla="val 6069"/>
          </a:avLst>
        </a:prstGeom>
        <a:solidFill>
          <a:srgbClr val="2563EB"/>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ECA4425-4020-A14F-B39D-1D2592D1EDCC}">
      <dsp:nvSpPr>
        <dsp:cNvPr id="0" name=""/>
        <dsp:cNvSpPr/>
      </dsp:nvSpPr>
      <dsp:spPr>
        <a:xfrm>
          <a:off x="1811" y="2046941"/>
          <a:ext cx="1083217" cy="10832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GB" sz="1600" kern="1200">
              <a:solidFill>
                <a:schemeClr val="bg1"/>
              </a:solidFill>
            </a:rPr>
            <a:t>Dashboard</a:t>
          </a:r>
        </a:p>
      </dsp:txBody>
      <dsp:txXfrm>
        <a:off x="1811" y="2046941"/>
        <a:ext cx="1083217" cy="1083217"/>
      </dsp:txXfrm>
    </dsp:sp>
    <dsp:sp modelId="{51CB0916-8B0A-7B48-8FAF-9F722375F2C0}">
      <dsp:nvSpPr>
        <dsp:cNvPr id="0" name=""/>
        <dsp:cNvSpPr/>
      </dsp:nvSpPr>
      <dsp:spPr>
        <a:xfrm>
          <a:off x="226416" y="1461"/>
          <a:ext cx="4060758" cy="4060758"/>
        </a:xfrm>
        <a:prstGeom prst="circularArrow">
          <a:avLst>
            <a:gd name="adj1" fmla="val 5202"/>
            <a:gd name="adj2" fmla="val 336024"/>
            <a:gd name="adj3" fmla="val 12297343"/>
            <a:gd name="adj4" fmla="val 10771185"/>
            <a:gd name="adj5" fmla="val 6069"/>
          </a:avLst>
        </a:prstGeom>
        <a:solidFill>
          <a:srgbClr val="2563EB"/>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B34B93-2A76-6D47-8835-9703808E092B}">
      <dsp:nvSpPr>
        <dsp:cNvPr id="0" name=""/>
        <dsp:cNvSpPr/>
      </dsp:nvSpPr>
      <dsp:spPr>
        <a:xfrm>
          <a:off x="656262" y="32748"/>
          <a:ext cx="1083217" cy="10832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GB" sz="1600" kern="1200">
              <a:solidFill>
                <a:schemeClr val="bg1"/>
              </a:solidFill>
            </a:rPr>
            <a:t>Answer</a:t>
          </a:r>
        </a:p>
      </dsp:txBody>
      <dsp:txXfrm>
        <a:off x="656262" y="32748"/>
        <a:ext cx="1083217" cy="1083217"/>
      </dsp:txXfrm>
    </dsp:sp>
    <dsp:sp modelId="{3EB9B4A0-7ECE-7047-85F1-FA973621C39D}">
      <dsp:nvSpPr>
        <dsp:cNvPr id="0" name=""/>
        <dsp:cNvSpPr/>
      </dsp:nvSpPr>
      <dsp:spPr>
        <a:xfrm>
          <a:off x="226416" y="1461"/>
          <a:ext cx="4060758" cy="4060758"/>
        </a:xfrm>
        <a:prstGeom prst="circularArrow">
          <a:avLst>
            <a:gd name="adj1" fmla="val 5202"/>
            <a:gd name="adj2" fmla="val 336024"/>
            <a:gd name="adj3" fmla="val 16865222"/>
            <a:gd name="adj4" fmla="val 15198755"/>
            <a:gd name="adj5" fmla="val 6069"/>
          </a:avLst>
        </a:prstGeom>
        <a:solidFill>
          <a:srgbClr val="2563EB"/>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E93F5-A776-4BB2-A1FB-6520E23B8F59}" type="datetimeFigureOut">
              <a:rPr lang="en-IN" smtClean="0"/>
              <a:t>18-08-2026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3C7BB5-8788-4ACE-B00D-6FAAF9F83B37}" type="slidenum">
              <a:rPr lang="en-IN" smtClean="0"/>
              <a:t>‹#›</a:t>
            </a:fld>
            <a:endParaRPr lang="en-IN"/>
          </a:p>
        </p:txBody>
      </p:sp>
    </p:spTree>
    <p:extLst>
      <p:ext uri="{BB962C8B-B14F-4D97-AF65-F5344CB8AC3E}">
        <p14:creationId xmlns:p14="http://schemas.microsoft.com/office/powerpoint/2010/main" val="1254802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E3C7BB5-8788-4ACE-B00D-6FAAF9F83B37}" type="slidenum">
              <a:rPr lang="en-IN" smtClean="0"/>
              <a:t>2</a:t>
            </a:fld>
            <a:endParaRPr lang="en-IN"/>
          </a:p>
        </p:txBody>
      </p:sp>
    </p:spTree>
    <p:extLst>
      <p:ext uri="{BB962C8B-B14F-4D97-AF65-F5344CB8AC3E}">
        <p14:creationId xmlns:p14="http://schemas.microsoft.com/office/powerpoint/2010/main" val="2446794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E3C7BB5-8788-4ACE-B00D-6FAAF9F83B37}" type="slidenum">
              <a:rPr lang="en-IN" smtClean="0"/>
              <a:t>15</a:t>
            </a:fld>
            <a:endParaRPr lang="en-IN"/>
          </a:p>
        </p:txBody>
      </p:sp>
    </p:spTree>
    <p:extLst>
      <p:ext uri="{BB962C8B-B14F-4D97-AF65-F5344CB8AC3E}">
        <p14:creationId xmlns:p14="http://schemas.microsoft.com/office/powerpoint/2010/main" val="26675374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13" Type="http://schemas.openxmlformats.org/officeDocument/2006/relationships/image" Target="../media/image7.png"/><Relationship Id="rId3" Type="http://schemas.openxmlformats.org/officeDocument/2006/relationships/tags" Target="../tags/tag3.xml"/><Relationship Id="rId7" Type="http://schemas.openxmlformats.org/officeDocument/2006/relationships/image" Target="../media/image4.png"/><Relationship Id="rId12" Type="http://schemas.openxmlformats.org/officeDocument/2006/relationships/hyperlink" Target="http://www.linkedin.com/company/capgemini" TargetMode="Externa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hyperlink" Target="https://www.glassdoor.com/Overview/Working-at-Capgemini-EI_IE3803.11,20.htm" TargetMode="External"/><Relationship Id="rId11" Type="http://schemas.openxmlformats.org/officeDocument/2006/relationships/image" Target="../media/image6.png"/><Relationship Id="rId5" Type="http://schemas.openxmlformats.org/officeDocument/2006/relationships/slideMaster" Target="../slideMasters/slideMaster1.xml"/><Relationship Id="rId15" Type="http://schemas.openxmlformats.org/officeDocument/2006/relationships/image" Target="../media/image8.png"/><Relationship Id="rId10" Type="http://schemas.openxmlformats.org/officeDocument/2006/relationships/hyperlink" Target="http://www.facebook.com/capgemini" TargetMode="External"/><Relationship Id="rId4" Type="http://schemas.openxmlformats.org/officeDocument/2006/relationships/tags" Target="../tags/tag4.xml"/><Relationship Id="rId9" Type="http://schemas.openxmlformats.org/officeDocument/2006/relationships/image" Target="../media/image5.png"/><Relationship Id="rId14" Type="http://schemas.openxmlformats.org/officeDocument/2006/relationships/hyperlink" Target="https://www.instagram.com/capgemini/" TargetMode="External"/></Relationships>
</file>

<file path=ppt/slideLayouts/_rels/slideLayout56.xml.rels><?xml version="1.0" encoding="UTF-8" standalone="yes"?>
<Relationships xmlns="http://schemas.openxmlformats.org/package/2006/relationships"><Relationship Id="rId8" Type="http://schemas.openxmlformats.org/officeDocument/2006/relationships/hyperlink" Target="http://www.linkedin.com/company/capgemini" TargetMode="External"/><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hyperlink" Target="https://www.glassdoor.com/Overview/Working-at-Capgemini-EI_IE3803.11,20.htm" TargetMode="External"/><Relationship Id="rId1" Type="http://schemas.openxmlformats.org/officeDocument/2006/relationships/slideMaster" Target="../slideMasters/slideMaster1.xml"/><Relationship Id="rId6" Type="http://schemas.openxmlformats.org/officeDocument/2006/relationships/hyperlink" Target="http://www.facebook.com/capgemini" TargetMode="External"/><Relationship Id="rId11" Type="http://schemas.openxmlformats.org/officeDocument/2006/relationships/image" Target="../media/image8.png"/><Relationship Id="rId5" Type="http://schemas.openxmlformats.org/officeDocument/2006/relationships/image" Target="../media/image5.png"/><Relationship Id="rId10" Type="http://schemas.openxmlformats.org/officeDocument/2006/relationships/hyperlink" Target="https://www.instagram.com/capgemini/" TargetMode="External"/><Relationship Id="rId4" Type="http://schemas.openxmlformats.org/officeDocument/2006/relationships/hyperlink" Target="http://www.youtube.com/capgeminimedia" TargetMode="External"/><Relationship Id="rId9"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8" Type="http://schemas.openxmlformats.org/officeDocument/2006/relationships/hyperlink" Target="http://www.facebook.com/capgemini" TargetMode="External"/><Relationship Id="rId13" Type="http://schemas.microsoft.com/office/2007/relationships/hdphoto" Target="../media/hdphoto4.wdp"/><Relationship Id="rId3" Type="http://schemas.openxmlformats.org/officeDocument/2006/relationships/image" Target="../media/image9.png"/><Relationship Id="rId7" Type="http://schemas.microsoft.com/office/2007/relationships/hdphoto" Target="../media/hdphoto2.wdp"/><Relationship Id="rId12" Type="http://schemas.openxmlformats.org/officeDocument/2006/relationships/image" Target="../media/image12.png"/><Relationship Id="rId2" Type="http://schemas.openxmlformats.org/officeDocument/2006/relationships/hyperlink" Target="https://www.glassdoor.com/Overview/Working-at-Capgemini-EI_IE3803.11,20.htm" TargetMode="External"/><Relationship Id="rId16" Type="http://schemas.microsoft.com/office/2007/relationships/hdphoto" Target="../media/hdphoto5.wdp"/><Relationship Id="rId1" Type="http://schemas.openxmlformats.org/officeDocument/2006/relationships/slideMaster" Target="../slideMasters/slideMaster1.xml"/><Relationship Id="rId6" Type="http://schemas.openxmlformats.org/officeDocument/2006/relationships/image" Target="../media/image10.png"/><Relationship Id="rId11" Type="http://schemas.openxmlformats.org/officeDocument/2006/relationships/hyperlink" Target="http://www.linkedin.com/company/capgemini" TargetMode="External"/><Relationship Id="rId5" Type="http://schemas.openxmlformats.org/officeDocument/2006/relationships/hyperlink" Target="http://www.youtube.com/capgeminimedia" TargetMode="External"/><Relationship Id="rId15" Type="http://schemas.openxmlformats.org/officeDocument/2006/relationships/image" Target="../media/image13.png"/><Relationship Id="rId10" Type="http://schemas.microsoft.com/office/2007/relationships/hdphoto" Target="../media/hdphoto3.wdp"/><Relationship Id="rId4" Type="http://schemas.microsoft.com/office/2007/relationships/hdphoto" Target="../media/hdphoto1.wdp"/><Relationship Id="rId9" Type="http://schemas.openxmlformats.org/officeDocument/2006/relationships/image" Target="../media/image11.png"/><Relationship Id="rId14" Type="http://schemas.openxmlformats.org/officeDocument/2006/relationships/hyperlink" Target="https://www.instagram.com/capgemini/" TargetMode="Externa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slideMaster" Target="../slideMasters/slideMaster2.xml"/><Relationship Id="rId1" Type="http://schemas.openxmlformats.org/officeDocument/2006/relationships/tags" Target="../tags/tag5.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7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_rels/slideLayout7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8.xml"/></Relationships>
</file>

<file path=ppt/slideLayouts/_rels/slideLayout72.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9.xml"/></Relationships>
</file>

<file path=ppt/slideLayouts/_rels/slideLayout73.xml.rels><?xml version="1.0" encoding="UTF-8" standalone="yes"?>
<Relationships xmlns="http://schemas.openxmlformats.org/package/2006/relationships"><Relationship Id="rId8" Type="http://schemas.openxmlformats.org/officeDocument/2006/relationships/hyperlink" Target="https://twitter.com/CapgeminiInvent" TargetMode="External"/><Relationship Id="rId13"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0.png"/><Relationship Id="rId12" Type="http://schemas.openxmlformats.org/officeDocument/2006/relationships/hyperlink" Target="https://de-de.facebook.com/CapgeminiInventDACH/" TargetMode="External"/><Relationship Id="rId2" Type="http://schemas.openxmlformats.org/officeDocument/2006/relationships/image" Target="../media/image17.png"/><Relationship Id="rId1" Type="http://schemas.openxmlformats.org/officeDocument/2006/relationships/slideMaster" Target="../slideMasters/slideMaster2.xml"/><Relationship Id="rId6" Type="http://schemas.openxmlformats.org/officeDocument/2006/relationships/hyperlink" Target="http://www.slideshare.net/capgemini" TargetMode="External"/><Relationship Id="rId11" Type="http://schemas.openxmlformats.org/officeDocument/2006/relationships/image" Target="../media/image22.png"/><Relationship Id="rId5" Type="http://schemas.openxmlformats.org/officeDocument/2006/relationships/image" Target="../media/image19.png"/><Relationship Id="rId10" Type="http://schemas.openxmlformats.org/officeDocument/2006/relationships/hyperlink" Target="http://www.youtube.com/capgeminimedia" TargetMode="External"/><Relationship Id="rId4" Type="http://schemas.openxmlformats.org/officeDocument/2006/relationships/hyperlink" Target="http://www.linkedin.com/company/capgemini-invent" TargetMode="External"/><Relationship Id="rId9"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269F39D-C2C8-CD10-FC79-E8DF4011DD81}"/>
              </a:ext>
            </a:extLst>
          </p:cNvPr>
          <p:cNvSpPr/>
          <p:nvPr userDrawn="1"/>
        </p:nvSpPr>
        <p:spPr>
          <a:xfrm>
            <a:off x="1" y="0"/>
            <a:ext cx="8901968" cy="6858000"/>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3" name="Group 2">
            <a:extLst>
              <a:ext uri="{FF2B5EF4-FFF2-40B4-BE49-F238E27FC236}">
                <a16:creationId xmlns:a16="http://schemas.microsoft.com/office/drawing/2014/main" id="{E1F341D8-9871-3E87-0C47-63724CC68DAF}"/>
              </a:ext>
            </a:extLst>
          </p:cNvPr>
          <p:cNvGrpSpPr>
            <a:grpSpLocks noChangeAspect="1"/>
          </p:cNvGrpSpPr>
          <p:nvPr userDrawn="1"/>
        </p:nvGrpSpPr>
        <p:grpSpPr>
          <a:xfrm>
            <a:off x="9909431" y="409248"/>
            <a:ext cx="1871513" cy="420870"/>
            <a:chOff x="5094083" y="5360390"/>
            <a:chExt cx="3039349" cy="683316"/>
          </a:xfrm>
          <a:solidFill>
            <a:schemeClr val="tx2"/>
          </a:solidFill>
        </p:grpSpPr>
        <p:sp>
          <p:nvSpPr>
            <p:cNvPr id="14" name="Freeform: Shape 4">
              <a:extLst>
                <a:ext uri="{FF2B5EF4-FFF2-40B4-BE49-F238E27FC236}">
                  <a16:creationId xmlns:a16="http://schemas.microsoft.com/office/drawing/2014/main" id="{2608921F-B565-8FD4-583E-9DA9BDDB5334}"/>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799"/>
            </a:p>
          </p:txBody>
        </p:sp>
        <p:sp>
          <p:nvSpPr>
            <p:cNvPr id="15" name="Freeform: Shape 5">
              <a:extLst>
                <a:ext uri="{FF2B5EF4-FFF2-40B4-BE49-F238E27FC236}">
                  <a16:creationId xmlns:a16="http://schemas.microsoft.com/office/drawing/2014/main" id="{59393CFC-3187-9068-EACC-9DD97F450CB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799"/>
            </a:p>
          </p:txBody>
        </p:sp>
        <p:sp>
          <p:nvSpPr>
            <p:cNvPr id="20" name="Freeform: Shape 6">
              <a:extLst>
                <a:ext uri="{FF2B5EF4-FFF2-40B4-BE49-F238E27FC236}">
                  <a16:creationId xmlns:a16="http://schemas.microsoft.com/office/drawing/2014/main" id="{F2454DD1-23F6-150E-C46D-96FB7C5FC4D3}"/>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799"/>
            </a:p>
          </p:txBody>
        </p:sp>
        <p:sp>
          <p:nvSpPr>
            <p:cNvPr id="21" name="Freeform: Shape 7">
              <a:extLst>
                <a:ext uri="{FF2B5EF4-FFF2-40B4-BE49-F238E27FC236}">
                  <a16:creationId xmlns:a16="http://schemas.microsoft.com/office/drawing/2014/main" id="{34B65355-DFA8-1685-F338-14C9D76CCDEF}"/>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799"/>
            </a:p>
          </p:txBody>
        </p:sp>
        <p:sp>
          <p:nvSpPr>
            <p:cNvPr id="22" name="Freeform: Shape 8">
              <a:extLst>
                <a:ext uri="{FF2B5EF4-FFF2-40B4-BE49-F238E27FC236}">
                  <a16:creationId xmlns:a16="http://schemas.microsoft.com/office/drawing/2014/main" id="{DF15E081-4331-E828-08B5-2291332FD146}"/>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799"/>
            </a:p>
          </p:txBody>
        </p:sp>
      </p:grpSp>
      <p:sp>
        <p:nvSpPr>
          <p:cNvPr id="23" name="Rectangle 22">
            <a:extLst>
              <a:ext uri="{FF2B5EF4-FFF2-40B4-BE49-F238E27FC236}">
                <a16:creationId xmlns:a16="http://schemas.microsoft.com/office/drawing/2014/main" id="{7D66C3DE-7CB2-8D02-1EF9-E3C8E4BFAA90}"/>
              </a:ext>
            </a:extLst>
          </p:cNvPr>
          <p:cNvSpPr/>
          <p:nvPr userDrawn="1"/>
        </p:nvSpPr>
        <p:spPr>
          <a:xfrm rot="16200000">
            <a:off x="5401247" y="3339025"/>
            <a:ext cx="6857998" cy="179953"/>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2" name="Title 1">
            <a:extLst>
              <a:ext uri="{FF2B5EF4-FFF2-40B4-BE49-F238E27FC236}">
                <a16:creationId xmlns:a16="http://schemas.microsoft.com/office/drawing/2014/main" id="{FE5276F6-E981-8407-5AD7-E85838815E5A}"/>
              </a:ext>
            </a:extLst>
          </p:cNvPr>
          <p:cNvSpPr>
            <a:spLocks noGrp="1"/>
          </p:cNvSpPr>
          <p:nvPr>
            <p:ph type="title"/>
          </p:nvPr>
        </p:nvSpPr>
        <p:spPr>
          <a:xfrm>
            <a:off x="445597" y="980728"/>
            <a:ext cx="7311145" cy="4104456"/>
          </a:xfrm>
        </p:spPr>
        <p:txBody>
          <a:bodyPr vert="horz" lIns="0" tIns="0" rIns="0" bIns="126000" rtlCol="0" anchor="b" anchorCtr="0">
            <a:noAutofit/>
          </a:bodyPr>
          <a:lstStyle>
            <a:lvl1pPr>
              <a:defRPr lang="en-PL" sz="7198" dirty="0">
                <a:solidFill>
                  <a:schemeClr val="bg2"/>
                </a:solidFill>
                <a:latin typeface="Ubuntu Light" panose="020B0304030602030204" pitchFamily="34" charset="0"/>
              </a:defRPr>
            </a:lvl1pPr>
          </a:lstStyle>
          <a:p>
            <a:pPr lvl="0"/>
            <a:r>
              <a:rPr lang="en-US"/>
              <a:t>Click to edit Master title style</a:t>
            </a:r>
            <a:endParaRPr lang="en-PL"/>
          </a:p>
        </p:txBody>
      </p:sp>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445597" y="5131138"/>
            <a:ext cx="6477848" cy="215444"/>
          </a:xfrm>
          <a:prstGeom prst="rect">
            <a:avLst/>
          </a:prstGeom>
        </p:spPr>
        <p:txBody>
          <a:bodyPr/>
          <a:lstStyle>
            <a:lvl1pPr>
              <a:defRPr lang="en-GB" sz="1699" b="1"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a:t>Click to edit Master subtitle style</a:t>
            </a:r>
            <a:endParaRPr lang="en-US"/>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445597" y="5715912"/>
            <a:ext cx="6477848" cy="215444"/>
          </a:xfrm>
          <a:prstGeom prst="rect">
            <a:avLst/>
          </a:prstGeom>
        </p:spPr>
        <p:txBody>
          <a:bodyPr/>
          <a:lstStyle>
            <a:lvl1pPr>
              <a:defRPr lang="en-GB" sz="1400"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a:t>Click to edit Master subtitle style</a:t>
            </a:r>
            <a:endParaRPr lang="en-US"/>
          </a:p>
        </p:txBody>
      </p:sp>
    </p:spTree>
    <p:extLst>
      <p:ext uri="{BB962C8B-B14F-4D97-AF65-F5344CB8AC3E}">
        <p14:creationId xmlns:p14="http://schemas.microsoft.com/office/powerpoint/2010/main" val="3802075669"/>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Logo C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276F6-E981-8407-5AD7-E85838815E5A}"/>
              </a:ext>
            </a:extLst>
          </p:cNvPr>
          <p:cNvSpPr>
            <a:spLocks noGrp="1"/>
          </p:cNvSpPr>
          <p:nvPr>
            <p:ph type="title"/>
          </p:nvPr>
        </p:nvSpPr>
        <p:spPr>
          <a:xfrm>
            <a:off x="2765003" y="1489457"/>
            <a:ext cx="6478487" cy="1677988"/>
          </a:xfrm>
          <a:noFill/>
        </p:spPr>
        <p:txBody>
          <a:bodyPr anchor="b"/>
          <a:lstStyle>
            <a:lvl1pPr algn="ctr">
              <a:defRPr kumimoji="0" lang="en-PL" sz="5398" b="0" i="0" u="none" strike="noStrike" kern="1200" cap="none" spc="0" normalizeH="0" baseline="0" noProof="0" dirty="0">
                <a:ln>
                  <a:noFill/>
                </a:ln>
                <a:solidFill>
                  <a:schemeClr val="bg1"/>
                </a:solidFill>
                <a:effectLst/>
                <a:uLnTx/>
                <a:uFillTx/>
                <a:latin typeface="+mn-lt"/>
                <a:ea typeface="+mj-ea"/>
                <a:cs typeface="+mj-cs"/>
              </a:defRPr>
            </a:lvl1pPr>
          </a:lstStyle>
          <a:p>
            <a:r>
              <a:rPr lang="en-US"/>
              <a:t>Click to edit Master title style</a:t>
            </a:r>
            <a:endParaRPr lang="en-PL"/>
          </a:p>
        </p:txBody>
      </p:sp>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2763417" y="3167445"/>
            <a:ext cx="6476900" cy="348286"/>
          </a:xfrm>
          <a:prstGeom prst="rect">
            <a:avLst/>
          </a:prstGeom>
        </p:spPr>
        <p:txBody>
          <a:bodyPr/>
          <a:lstStyle>
            <a:lvl1pPr algn="ctr">
              <a:defRPr lang="en-GB" sz="1999" kern="1200" dirty="0" smtClean="0">
                <a:solidFill>
                  <a:schemeClr val="bg1"/>
                </a:solidFill>
                <a:latin typeface="Ubuntu Light" panose="020B0304030602030204" pitchFamily="34" charset="0"/>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a:t>Click to edit Master subtitle style</a:t>
            </a:r>
            <a:endParaRPr lang="en-US"/>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2763042" y="3709694"/>
            <a:ext cx="6477848" cy="253029"/>
          </a:xfrm>
          <a:prstGeom prst="rect">
            <a:avLst/>
          </a:prstGeom>
        </p:spPr>
        <p:txBody>
          <a:bodyPr/>
          <a:lstStyle>
            <a:lvl1pPr algn="ctr">
              <a:defRPr lang="en-GB" sz="1400" kern="1200" dirty="0" smtClean="0">
                <a:solidFill>
                  <a:schemeClr val="bg1"/>
                </a:solidFill>
                <a:latin typeface="Ubuntu Light" panose="020B0304030602030204" pitchFamily="34" charset="0"/>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a:t>Click to edit Master subtitle style</a:t>
            </a:r>
            <a:endParaRPr lang="en-US"/>
          </a:p>
        </p:txBody>
      </p:sp>
      <p:grpSp>
        <p:nvGrpSpPr>
          <p:cNvPr id="3" name="Group 2">
            <a:extLst>
              <a:ext uri="{FF2B5EF4-FFF2-40B4-BE49-F238E27FC236}">
                <a16:creationId xmlns:a16="http://schemas.microsoft.com/office/drawing/2014/main" id="{29019898-C562-0E25-C4F3-334360D03193}"/>
              </a:ext>
            </a:extLst>
          </p:cNvPr>
          <p:cNvGrpSpPr>
            <a:grpSpLocks noChangeAspect="1"/>
          </p:cNvGrpSpPr>
          <p:nvPr userDrawn="1"/>
        </p:nvGrpSpPr>
        <p:grpSpPr>
          <a:xfrm>
            <a:off x="-175839" y="4642089"/>
            <a:ext cx="12561257" cy="2824804"/>
            <a:chOff x="5094083" y="5360390"/>
            <a:chExt cx="3039349" cy="683316"/>
          </a:xfrm>
          <a:solidFill>
            <a:schemeClr val="tx2"/>
          </a:solidFill>
        </p:grpSpPr>
        <p:sp>
          <p:nvSpPr>
            <p:cNvPr id="7" name="Freeform: Shape 4">
              <a:extLst>
                <a:ext uri="{FF2B5EF4-FFF2-40B4-BE49-F238E27FC236}">
                  <a16:creationId xmlns:a16="http://schemas.microsoft.com/office/drawing/2014/main" id="{F8CB933C-09AA-8C71-2E78-1561B27414F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Ubuntu"/>
                <a:ea typeface="+mn-ea"/>
                <a:cs typeface="+mn-cs"/>
              </a:endParaRPr>
            </a:p>
          </p:txBody>
        </p:sp>
        <p:sp>
          <p:nvSpPr>
            <p:cNvPr id="8" name="Freeform: Shape 5">
              <a:extLst>
                <a:ext uri="{FF2B5EF4-FFF2-40B4-BE49-F238E27FC236}">
                  <a16:creationId xmlns:a16="http://schemas.microsoft.com/office/drawing/2014/main" id="{99E6D307-271F-C8DB-706F-FE50815F9A3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Ubuntu"/>
                <a:ea typeface="+mn-ea"/>
                <a:cs typeface="+mn-cs"/>
              </a:endParaRPr>
            </a:p>
          </p:txBody>
        </p:sp>
        <p:sp>
          <p:nvSpPr>
            <p:cNvPr id="9" name="Freeform: Shape 6">
              <a:extLst>
                <a:ext uri="{FF2B5EF4-FFF2-40B4-BE49-F238E27FC236}">
                  <a16:creationId xmlns:a16="http://schemas.microsoft.com/office/drawing/2014/main" id="{C39B46B1-97A6-4B30-142D-E2A1330E057D}"/>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Ubuntu"/>
                <a:ea typeface="+mn-ea"/>
                <a:cs typeface="+mn-cs"/>
              </a:endParaRPr>
            </a:p>
          </p:txBody>
        </p:sp>
        <p:sp>
          <p:nvSpPr>
            <p:cNvPr id="10" name="Freeform: Shape 7">
              <a:extLst>
                <a:ext uri="{FF2B5EF4-FFF2-40B4-BE49-F238E27FC236}">
                  <a16:creationId xmlns:a16="http://schemas.microsoft.com/office/drawing/2014/main" id="{9BFEC525-2C7E-E980-B007-932804D5D51E}"/>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Ubuntu"/>
                <a:ea typeface="+mn-ea"/>
                <a:cs typeface="+mn-cs"/>
              </a:endParaRPr>
            </a:p>
          </p:txBody>
        </p:sp>
        <p:sp>
          <p:nvSpPr>
            <p:cNvPr id="11" name="Freeform: Shape 8">
              <a:extLst>
                <a:ext uri="{FF2B5EF4-FFF2-40B4-BE49-F238E27FC236}">
                  <a16:creationId xmlns:a16="http://schemas.microsoft.com/office/drawing/2014/main" id="{4A1347D2-8F0A-9DF0-EE43-F2AA0C1B4213}"/>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Ubuntu"/>
                <a:ea typeface="+mn-ea"/>
                <a:cs typeface="+mn-cs"/>
              </a:endParaRPr>
            </a:p>
          </p:txBody>
        </p:sp>
      </p:grpSp>
      <p:sp>
        <p:nvSpPr>
          <p:cNvPr id="12" name="Rectangle 11">
            <a:extLst>
              <a:ext uri="{FF2B5EF4-FFF2-40B4-BE49-F238E27FC236}">
                <a16:creationId xmlns:a16="http://schemas.microsoft.com/office/drawing/2014/main" id="{AEB98D74-27E3-F044-4F08-EF3F7C226178}"/>
              </a:ext>
            </a:extLst>
          </p:cNvPr>
          <p:cNvSpPr/>
          <p:nvPr userDrawn="1"/>
        </p:nvSpPr>
        <p:spPr>
          <a:xfrm>
            <a:off x="-901893" y="2536529"/>
            <a:ext cx="4659276"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16" name="Rectangle 15">
            <a:extLst>
              <a:ext uri="{FF2B5EF4-FFF2-40B4-BE49-F238E27FC236}">
                <a16:creationId xmlns:a16="http://schemas.microsoft.com/office/drawing/2014/main" id="{B977B1B2-8ECC-4719-803F-E7EBCFD4BEF8}"/>
              </a:ext>
            </a:extLst>
          </p:cNvPr>
          <p:cNvSpPr/>
          <p:nvPr userDrawn="1"/>
        </p:nvSpPr>
        <p:spPr>
          <a:xfrm>
            <a:off x="7694225" y="3673621"/>
            <a:ext cx="4659276"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Tree>
    <p:extLst>
      <p:ext uri="{BB962C8B-B14F-4D97-AF65-F5344CB8AC3E}">
        <p14:creationId xmlns:p14="http://schemas.microsoft.com/office/powerpoint/2010/main" val="1118476756"/>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Message lef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7857944" y="4310970"/>
            <a:ext cx="3776014" cy="844776"/>
          </a:xfrm>
          <a:prstGeom prst="rect">
            <a:avLst/>
          </a:prstGeom>
        </p:spPr>
        <p:txBody>
          <a:bodyPr/>
          <a:lstStyle>
            <a:lvl1pPr algn="l">
              <a:defRPr lang="en-GB" sz="1999"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a:t>Click to edit Master subtitle style</a:t>
            </a:r>
            <a:endParaRPr lang="en-US"/>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7857944" y="5787865"/>
            <a:ext cx="3776014" cy="546064"/>
          </a:xfrm>
          <a:prstGeom prst="rect">
            <a:avLst/>
          </a:prstGeom>
        </p:spPr>
        <p:txBody>
          <a:bodyPr/>
          <a:lstStyle>
            <a:lvl1pPr algn="l">
              <a:defRPr lang="en-GB" sz="1400"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a:t>Click to edit Master subtitle style</a:t>
            </a:r>
            <a:endParaRPr lang="en-US"/>
          </a:p>
        </p:txBody>
      </p:sp>
      <p:grpSp>
        <p:nvGrpSpPr>
          <p:cNvPr id="5" name="Group 2">
            <a:extLst>
              <a:ext uri="{FF2B5EF4-FFF2-40B4-BE49-F238E27FC236}">
                <a16:creationId xmlns:a16="http://schemas.microsoft.com/office/drawing/2014/main" id="{97C43731-60F1-A1BC-E630-11D1BE6DDE01}"/>
              </a:ext>
            </a:extLst>
          </p:cNvPr>
          <p:cNvGrpSpPr>
            <a:grpSpLocks noChangeAspect="1"/>
          </p:cNvGrpSpPr>
          <p:nvPr userDrawn="1"/>
        </p:nvGrpSpPr>
        <p:grpSpPr>
          <a:xfrm>
            <a:off x="368706" y="6162345"/>
            <a:ext cx="1871513" cy="420870"/>
            <a:chOff x="5094083" y="5360390"/>
            <a:chExt cx="3039349" cy="683316"/>
          </a:xfrm>
          <a:solidFill>
            <a:schemeClr val="bg2"/>
          </a:solidFill>
        </p:grpSpPr>
        <p:sp>
          <p:nvSpPr>
            <p:cNvPr id="13" name="Freeform: Shape 4">
              <a:extLst>
                <a:ext uri="{FF2B5EF4-FFF2-40B4-BE49-F238E27FC236}">
                  <a16:creationId xmlns:a16="http://schemas.microsoft.com/office/drawing/2014/main" id="{E46A43A4-DCDF-7C78-DDEA-21BACBE7C71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6F6F6"/>
                </a:solidFill>
                <a:effectLst/>
                <a:uLnTx/>
                <a:uFillTx/>
                <a:latin typeface="Ubuntu"/>
                <a:ea typeface="+mn-ea"/>
                <a:cs typeface="+mn-cs"/>
              </a:endParaRPr>
            </a:p>
          </p:txBody>
        </p:sp>
        <p:sp>
          <p:nvSpPr>
            <p:cNvPr id="14" name="Freeform: Shape 5">
              <a:extLst>
                <a:ext uri="{FF2B5EF4-FFF2-40B4-BE49-F238E27FC236}">
                  <a16:creationId xmlns:a16="http://schemas.microsoft.com/office/drawing/2014/main" id="{D4834A30-F65C-87DF-9AD8-668233946F32}"/>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6F6F6"/>
                </a:solidFill>
                <a:effectLst/>
                <a:uLnTx/>
                <a:uFillTx/>
                <a:latin typeface="Ubuntu"/>
                <a:ea typeface="+mn-ea"/>
                <a:cs typeface="+mn-cs"/>
              </a:endParaRPr>
            </a:p>
          </p:txBody>
        </p:sp>
        <p:sp>
          <p:nvSpPr>
            <p:cNvPr id="15" name="Freeform: Shape 6">
              <a:extLst>
                <a:ext uri="{FF2B5EF4-FFF2-40B4-BE49-F238E27FC236}">
                  <a16:creationId xmlns:a16="http://schemas.microsoft.com/office/drawing/2014/main" id="{97CAB39C-AC38-78BE-6460-1AC31467E31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6F6F6"/>
                </a:solidFill>
                <a:effectLst/>
                <a:uLnTx/>
                <a:uFillTx/>
                <a:latin typeface="Ubuntu"/>
                <a:ea typeface="+mn-ea"/>
                <a:cs typeface="+mn-cs"/>
              </a:endParaRPr>
            </a:p>
          </p:txBody>
        </p:sp>
        <p:sp>
          <p:nvSpPr>
            <p:cNvPr id="17" name="Freeform: Shape 7">
              <a:extLst>
                <a:ext uri="{FF2B5EF4-FFF2-40B4-BE49-F238E27FC236}">
                  <a16:creationId xmlns:a16="http://schemas.microsoft.com/office/drawing/2014/main" id="{D6E94E64-5DBF-0D94-8FC8-EDC1F82C3D7C}"/>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6F6F6"/>
                </a:solidFill>
                <a:effectLst/>
                <a:uLnTx/>
                <a:uFillTx/>
                <a:latin typeface="Ubuntu"/>
                <a:ea typeface="+mn-ea"/>
                <a:cs typeface="+mn-cs"/>
              </a:endParaRPr>
            </a:p>
          </p:txBody>
        </p:sp>
        <p:sp>
          <p:nvSpPr>
            <p:cNvPr id="18" name="Freeform: Shape 8">
              <a:extLst>
                <a:ext uri="{FF2B5EF4-FFF2-40B4-BE49-F238E27FC236}">
                  <a16:creationId xmlns:a16="http://schemas.microsoft.com/office/drawing/2014/main" id="{C730C3C9-943E-DF05-5213-9E27CF02B89F}"/>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pPr marL="0" marR="0" lvl="0" indent="0" algn="l"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6F6F6"/>
                </a:solidFill>
                <a:effectLst/>
                <a:uLnTx/>
                <a:uFillTx/>
                <a:latin typeface="Ubuntu"/>
                <a:ea typeface="+mn-ea"/>
                <a:cs typeface="+mn-cs"/>
              </a:endParaRPr>
            </a:p>
          </p:txBody>
        </p:sp>
      </p:grpSp>
      <p:sp>
        <p:nvSpPr>
          <p:cNvPr id="19" name="Rectangle 18">
            <a:extLst>
              <a:ext uri="{FF2B5EF4-FFF2-40B4-BE49-F238E27FC236}">
                <a16:creationId xmlns:a16="http://schemas.microsoft.com/office/drawing/2014/main" id="{F4AB31BA-122A-A70B-066B-977B193EC8FA}"/>
              </a:ext>
            </a:extLst>
          </p:cNvPr>
          <p:cNvSpPr/>
          <p:nvPr userDrawn="1"/>
        </p:nvSpPr>
        <p:spPr>
          <a:xfrm>
            <a:off x="4123558" y="5155746"/>
            <a:ext cx="8065267"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20" name="Title 19">
            <a:extLst>
              <a:ext uri="{FF2B5EF4-FFF2-40B4-BE49-F238E27FC236}">
                <a16:creationId xmlns:a16="http://schemas.microsoft.com/office/drawing/2014/main" id="{B21B0F02-FE4C-511F-A62B-12E2BACE6D5B}"/>
              </a:ext>
            </a:extLst>
          </p:cNvPr>
          <p:cNvSpPr>
            <a:spLocks noGrp="1"/>
          </p:cNvSpPr>
          <p:nvPr>
            <p:ph type="title" hasCustomPrompt="1"/>
          </p:nvPr>
        </p:nvSpPr>
        <p:spPr>
          <a:xfrm>
            <a:off x="-176934" y="-171399"/>
            <a:ext cx="7711131" cy="6199078"/>
          </a:xfrm>
        </p:spPr>
        <p:txBody>
          <a:bodyPr/>
          <a:lstStyle>
            <a:lvl1pPr>
              <a:lnSpc>
                <a:spcPct val="75000"/>
              </a:lnSpc>
              <a:defRPr sz="17195">
                <a:solidFill>
                  <a:schemeClr val="accent1"/>
                </a:solidFill>
                <a:latin typeface="Ubuntu Light" panose="020B0304030602030204" pitchFamily="34" charset="0"/>
              </a:defRPr>
            </a:lvl1pPr>
          </a:lstStyle>
          <a:p>
            <a:r>
              <a:rPr lang="en-US"/>
              <a:t>Master title style</a:t>
            </a:r>
          </a:p>
        </p:txBody>
      </p:sp>
    </p:spTree>
    <p:extLst>
      <p:ext uri="{BB962C8B-B14F-4D97-AF65-F5344CB8AC3E}">
        <p14:creationId xmlns:p14="http://schemas.microsoft.com/office/powerpoint/2010/main" val="1316232871"/>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31" name="Picture Placeholder 10">
            <a:extLst>
              <a:ext uri="{FF2B5EF4-FFF2-40B4-BE49-F238E27FC236}">
                <a16:creationId xmlns:a16="http://schemas.microsoft.com/office/drawing/2014/main" id="{CC88A17A-2665-CB64-B35D-1CDAB893EA72}"/>
              </a:ext>
            </a:extLst>
          </p:cNvPr>
          <p:cNvSpPr>
            <a:spLocks noGrp="1"/>
          </p:cNvSpPr>
          <p:nvPr>
            <p:ph type="pic" sz="quarter" idx="13" hasCustomPrompt="1"/>
          </p:nvPr>
        </p:nvSpPr>
        <p:spPr>
          <a:xfrm>
            <a:off x="-1" y="180000"/>
            <a:ext cx="12188826" cy="667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grpSp>
        <p:nvGrpSpPr>
          <p:cNvPr id="14" name="Group 2">
            <a:extLst>
              <a:ext uri="{FF2B5EF4-FFF2-40B4-BE49-F238E27FC236}">
                <a16:creationId xmlns:a16="http://schemas.microsoft.com/office/drawing/2014/main" id="{5570D5EE-65A7-6ED8-B779-4B18D3F9B40F}"/>
              </a:ext>
            </a:extLst>
          </p:cNvPr>
          <p:cNvGrpSpPr>
            <a:grpSpLocks noChangeAspect="1"/>
          </p:cNvGrpSpPr>
          <p:nvPr userDrawn="1"/>
        </p:nvGrpSpPr>
        <p:grpSpPr>
          <a:xfrm>
            <a:off x="9909431" y="6122117"/>
            <a:ext cx="1871513" cy="420870"/>
            <a:chOff x="5094083" y="5360390"/>
            <a:chExt cx="3039349" cy="683316"/>
          </a:xfrm>
          <a:solidFill>
            <a:schemeClr val="tx2"/>
          </a:solidFill>
        </p:grpSpPr>
        <p:sp>
          <p:nvSpPr>
            <p:cNvPr id="15" name="Freeform: Shape 4">
              <a:extLst>
                <a:ext uri="{FF2B5EF4-FFF2-40B4-BE49-F238E27FC236}">
                  <a16:creationId xmlns:a16="http://schemas.microsoft.com/office/drawing/2014/main" id="{D58972C2-A9F5-BC83-6D8B-F2551227EF02}"/>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799"/>
            </a:p>
          </p:txBody>
        </p:sp>
        <p:sp>
          <p:nvSpPr>
            <p:cNvPr id="16" name="Freeform: Shape 5">
              <a:extLst>
                <a:ext uri="{FF2B5EF4-FFF2-40B4-BE49-F238E27FC236}">
                  <a16:creationId xmlns:a16="http://schemas.microsoft.com/office/drawing/2014/main" id="{F1185E33-8F53-63CA-354E-8F831E6BCFB7}"/>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799"/>
            </a:p>
          </p:txBody>
        </p:sp>
        <p:sp>
          <p:nvSpPr>
            <p:cNvPr id="18" name="Freeform: Shape 6">
              <a:extLst>
                <a:ext uri="{FF2B5EF4-FFF2-40B4-BE49-F238E27FC236}">
                  <a16:creationId xmlns:a16="http://schemas.microsoft.com/office/drawing/2014/main" id="{CDD16A12-A8F2-58EF-09CC-13E3376F38BF}"/>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799"/>
            </a:p>
          </p:txBody>
        </p:sp>
        <p:sp>
          <p:nvSpPr>
            <p:cNvPr id="20" name="Freeform: Shape 7">
              <a:extLst>
                <a:ext uri="{FF2B5EF4-FFF2-40B4-BE49-F238E27FC236}">
                  <a16:creationId xmlns:a16="http://schemas.microsoft.com/office/drawing/2014/main" id="{8F3DB536-4854-A063-FC86-800CFAAD2478}"/>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799"/>
            </a:p>
          </p:txBody>
        </p:sp>
        <p:sp>
          <p:nvSpPr>
            <p:cNvPr id="21" name="Freeform: Shape 8">
              <a:extLst>
                <a:ext uri="{FF2B5EF4-FFF2-40B4-BE49-F238E27FC236}">
                  <a16:creationId xmlns:a16="http://schemas.microsoft.com/office/drawing/2014/main" id="{BF1BB4C2-2CFF-9555-916D-B08189B1ED72}"/>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799"/>
            </a:p>
          </p:txBody>
        </p:sp>
      </p:grpSp>
      <p:sp>
        <p:nvSpPr>
          <p:cNvPr id="32" name="Title 31">
            <a:extLst>
              <a:ext uri="{FF2B5EF4-FFF2-40B4-BE49-F238E27FC236}">
                <a16:creationId xmlns:a16="http://schemas.microsoft.com/office/drawing/2014/main" id="{E3492C82-376C-10C5-B46C-67C15004D611}"/>
              </a:ext>
            </a:extLst>
          </p:cNvPr>
          <p:cNvSpPr>
            <a:spLocks noGrp="1"/>
          </p:cNvSpPr>
          <p:nvPr>
            <p:ph type="title"/>
          </p:nvPr>
        </p:nvSpPr>
        <p:spPr>
          <a:xfrm>
            <a:off x="551240" y="1628775"/>
            <a:ext cx="6576367" cy="3589714"/>
          </a:xfrm>
        </p:spPr>
        <p:txBody>
          <a:bodyPr anchor="b"/>
          <a:lstStyle>
            <a:lvl1pPr>
              <a:defRPr sz="5398">
                <a:solidFill>
                  <a:schemeClr val="bg1"/>
                </a:solidFill>
              </a:defRPr>
            </a:lvl1pPr>
          </a:lstStyle>
          <a:p>
            <a:r>
              <a:rPr lang="en-US"/>
              <a:t>Click to edit Master title style</a:t>
            </a:r>
            <a:endParaRPr lang="en-PL"/>
          </a:p>
        </p:txBody>
      </p:sp>
      <p:sp>
        <p:nvSpPr>
          <p:cNvPr id="34" name="Text Placeholder 33">
            <a:extLst>
              <a:ext uri="{FF2B5EF4-FFF2-40B4-BE49-F238E27FC236}">
                <a16:creationId xmlns:a16="http://schemas.microsoft.com/office/drawing/2014/main" id="{D09EA9EC-658D-5DAE-6157-50A4AA284434}"/>
              </a:ext>
            </a:extLst>
          </p:cNvPr>
          <p:cNvSpPr>
            <a:spLocks noGrp="1"/>
          </p:cNvSpPr>
          <p:nvPr>
            <p:ph type="body" sz="quarter" idx="14"/>
          </p:nvPr>
        </p:nvSpPr>
        <p:spPr>
          <a:xfrm>
            <a:off x="549132" y="5251824"/>
            <a:ext cx="6576367" cy="659722"/>
          </a:xfrm>
          <a:prstGeom prst="rect">
            <a:avLst/>
          </a:prstGeom>
        </p:spPr>
        <p:txBody>
          <a:bodyPr/>
          <a:lstStyle>
            <a:lvl1pPr>
              <a:defRPr>
                <a:solidFill>
                  <a:schemeClr val="bg1"/>
                </a:solidFill>
              </a:defRPr>
            </a:lvl1pPr>
          </a:lstStyle>
          <a:p>
            <a:pPr lvl="0"/>
            <a:r>
              <a:rPr lang="en-US"/>
              <a:t>Click to edit Master text styles</a:t>
            </a:r>
          </a:p>
        </p:txBody>
      </p:sp>
      <p:sp>
        <p:nvSpPr>
          <p:cNvPr id="3" name="Rectangle 2">
            <a:extLst>
              <a:ext uri="{FF2B5EF4-FFF2-40B4-BE49-F238E27FC236}">
                <a16:creationId xmlns:a16="http://schemas.microsoft.com/office/drawing/2014/main" id="{9E9DF3E1-890B-0648-08D7-23F6A17377B7}"/>
              </a:ext>
            </a:extLst>
          </p:cNvPr>
          <p:cNvSpPr/>
          <p:nvPr userDrawn="1"/>
        </p:nvSpPr>
        <p:spPr>
          <a:xfrm>
            <a:off x="-2" y="0"/>
            <a:ext cx="12188825"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4" name="Text Placeholder 33">
            <a:extLst>
              <a:ext uri="{FF2B5EF4-FFF2-40B4-BE49-F238E27FC236}">
                <a16:creationId xmlns:a16="http://schemas.microsoft.com/office/drawing/2014/main" id="{277C0A79-DE12-2C81-D632-2FB7FA13208C}"/>
              </a:ext>
            </a:extLst>
          </p:cNvPr>
          <p:cNvSpPr>
            <a:spLocks noGrp="1"/>
          </p:cNvSpPr>
          <p:nvPr>
            <p:ph type="body" sz="quarter" idx="15"/>
          </p:nvPr>
        </p:nvSpPr>
        <p:spPr>
          <a:xfrm>
            <a:off x="549132" y="5910502"/>
            <a:ext cx="6576367" cy="659722"/>
          </a:xfrm>
          <a:prstGeom prst="rect">
            <a:avLst/>
          </a:prstGeom>
        </p:spPr>
        <p:txBody>
          <a:bodyPr/>
          <a:lstStyle>
            <a:lvl1pPr>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924525788"/>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3">
    <p:spTree>
      <p:nvGrpSpPr>
        <p:cNvPr id="1" name=""/>
        <p:cNvGrpSpPr/>
        <p:nvPr/>
      </p:nvGrpSpPr>
      <p:grpSpPr>
        <a:xfrm>
          <a:off x="0" y="0"/>
          <a:ext cx="0" cy="0"/>
          <a:chOff x="0" y="0"/>
          <a:chExt cx="0" cy="0"/>
        </a:xfrm>
      </p:grpSpPr>
      <p:sp>
        <p:nvSpPr>
          <p:cNvPr id="32" name="Picture Placeholder 10">
            <a:extLst>
              <a:ext uri="{FF2B5EF4-FFF2-40B4-BE49-F238E27FC236}">
                <a16:creationId xmlns:a16="http://schemas.microsoft.com/office/drawing/2014/main" id="{3ACE82B0-62A7-4716-0770-25177C6C2523}"/>
              </a:ext>
            </a:extLst>
          </p:cNvPr>
          <p:cNvSpPr>
            <a:spLocks noGrp="1"/>
          </p:cNvSpPr>
          <p:nvPr>
            <p:ph type="pic" sz="quarter" idx="13" hasCustomPrompt="1"/>
          </p:nvPr>
        </p:nvSpPr>
        <p:spPr>
          <a:xfrm>
            <a:off x="179955" y="0"/>
            <a:ext cx="12008871"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grpSp>
        <p:nvGrpSpPr>
          <p:cNvPr id="33" name="Group 2">
            <a:extLst>
              <a:ext uri="{FF2B5EF4-FFF2-40B4-BE49-F238E27FC236}">
                <a16:creationId xmlns:a16="http://schemas.microsoft.com/office/drawing/2014/main" id="{8F46E283-C322-4D6F-0C87-E9B5787BEF80}"/>
              </a:ext>
            </a:extLst>
          </p:cNvPr>
          <p:cNvGrpSpPr>
            <a:grpSpLocks noChangeAspect="1"/>
          </p:cNvGrpSpPr>
          <p:nvPr userDrawn="1"/>
        </p:nvGrpSpPr>
        <p:grpSpPr>
          <a:xfrm>
            <a:off x="9909431" y="6122117"/>
            <a:ext cx="1871513" cy="420870"/>
            <a:chOff x="5094083" y="5360390"/>
            <a:chExt cx="3039349" cy="683316"/>
          </a:xfrm>
          <a:solidFill>
            <a:schemeClr val="tx2"/>
          </a:solidFill>
        </p:grpSpPr>
        <p:sp>
          <p:nvSpPr>
            <p:cNvPr id="34" name="Freeform: Shape 4">
              <a:extLst>
                <a:ext uri="{FF2B5EF4-FFF2-40B4-BE49-F238E27FC236}">
                  <a16:creationId xmlns:a16="http://schemas.microsoft.com/office/drawing/2014/main" id="{E7C6E56A-237E-269F-8948-94D8630922C0}"/>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799"/>
            </a:p>
          </p:txBody>
        </p:sp>
        <p:sp>
          <p:nvSpPr>
            <p:cNvPr id="35" name="Freeform: Shape 5">
              <a:extLst>
                <a:ext uri="{FF2B5EF4-FFF2-40B4-BE49-F238E27FC236}">
                  <a16:creationId xmlns:a16="http://schemas.microsoft.com/office/drawing/2014/main" id="{69EF9104-8430-F98A-7A15-FE04244E2D36}"/>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799"/>
            </a:p>
          </p:txBody>
        </p:sp>
        <p:sp>
          <p:nvSpPr>
            <p:cNvPr id="36" name="Freeform: Shape 6">
              <a:extLst>
                <a:ext uri="{FF2B5EF4-FFF2-40B4-BE49-F238E27FC236}">
                  <a16:creationId xmlns:a16="http://schemas.microsoft.com/office/drawing/2014/main" id="{0398A75A-EE7F-6840-B64B-CD550ECF76E3}"/>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799"/>
            </a:p>
          </p:txBody>
        </p:sp>
        <p:sp>
          <p:nvSpPr>
            <p:cNvPr id="37" name="Freeform: Shape 7">
              <a:extLst>
                <a:ext uri="{FF2B5EF4-FFF2-40B4-BE49-F238E27FC236}">
                  <a16:creationId xmlns:a16="http://schemas.microsoft.com/office/drawing/2014/main" id="{3586F6A8-69A4-9382-D0C9-7CA34851C34A}"/>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799"/>
            </a:p>
          </p:txBody>
        </p:sp>
        <p:sp>
          <p:nvSpPr>
            <p:cNvPr id="38" name="Freeform: Shape 8">
              <a:extLst>
                <a:ext uri="{FF2B5EF4-FFF2-40B4-BE49-F238E27FC236}">
                  <a16:creationId xmlns:a16="http://schemas.microsoft.com/office/drawing/2014/main" id="{3814A5D2-6C0A-D1F0-266D-7ECB31C3E8E6}"/>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799"/>
            </a:p>
          </p:txBody>
        </p:sp>
      </p:grpSp>
      <p:sp>
        <p:nvSpPr>
          <p:cNvPr id="39" name="Title 31">
            <a:extLst>
              <a:ext uri="{FF2B5EF4-FFF2-40B4-BE49-F238E27FC236}">
                <a16:creationId xmlns:a16="http://schemas.microsoft.com/office/drawing/2014/main" id="{F322BC76-B62D-13E1-DFD4-1C84E6221D02}"/>
              </a:ext>
            </a:extLst>
          </p:cNvPr>
          <p:cNvSpPr>
            <a:spLocks noGrp="1"/>
          </p:cNvSpPr>
          <p:nvPr>
            <p:ph type="title"/>
          </p:nvPr>
        </p:nvSpPr>
        <p:spPr>
          <a:xfrm>
            <a:off x="1214078" y="1628776"/>
            <a:ext cx="6576367" cy="3335273"/>
          </a:xfrm>
        </p:spPr>
        <p:txBody>
          <a:bodyPr anchor="b"/>
          <a:lstStyle>
            <a:lvl1pPr>
              <a:lnSpc>
                <a:spcPct val="90000"/>
              </a:lnSpc>
              <a:defRPr sz="7198">
                <a:solidFill>
                  <a:schemeClr val="bg1"/>
                </a:solidFill>
                <a:latin typeface="Ubuntu Light" panose="020B0304030602030204" pitchFamily="34" charset="0"/>
              </a:defRPr>
            </a:lvl1pPr>
          </a:lstStyle>
          <a:p>
            <a:r>
              <a:rPr lang="en-US"/>
              <a:t>Click to edit Master title style</a:t>
            </a:r>
            <a:endParaRPr lang="en-PL"/>
          </a:p>
        </p:txBody>
      </p:sp>
      <p:sp>
        <p:nvSpPr>
          <p:cNvPr id="40" name="Text Placeholder 33">
            <a:extLst>
              <a:ext uri="{FF2B5EF4-FFF2-40B4-BE49-F238E27FC236}">
                <a16:creationId xmlns:a16="http://schemas.microsoft.com/office/drawing/2014/main" id="{CA8F7439-A11A-B37F-8E7F-1541F8C360C4}"/>
              </a:ext>
            </a:extLst>
          </p:cNvPr>
          <p:cNvSpPr>
            <a:spLocks noGrp="1"/>
          </p:cNvSpPr>
          <p:nvPr>
            <p:ph type="body" sz="quarter" idx="14"/>
          </p:nvPr>
        </p:nvSpPr>
        <p:spPr>
          <a:xfrm>
            <a:off x="1211969" y="5251824"/>
            <a:ext cx="6576367" cy="659722"/>
          </a:xfrm>
          <a:prstGeom prst="rect">
            <a:avLst/>
          </a:prstGeom>
        </p:spPr>
        <p:txBody>
          <a:bodyPr/>
          <a:lstStyle>
            <a:lvl1pPr>
              <a:defRPr sz="1999" b="0">
                <a:solidFill>
                  <a:schemeClr val="bg1"/>
                </a:solidFill>
              </a:defRPr>
            </a:lvl1pPr>
          </a:lstStyle>
          <a:p>
            <a:pPr lvl="0"/>
            <a:r>
              <a:rPr lang="en-US"/>
              <a:t>Click to edit Master text styles</a:t>
            </a:r>
          </a:p>
        </p:txBody>
      </p:sp>
      <p:sp>
        <p:nvSpPr>
          <p:cNvPr id="3" name="Rectangle 2">
            <a:extLst>
              <a:ext uri="{FF2B5EF4-FFF2-40B4-BE49-F238E27FC236}">
                <a16:creationId xmlns:a16="http://schemas.microsoft.com/office/drawing/2014/main" id="{731224E1-CA4F-0875-C5F0-35D33EADD2EB}"/>
              </a:ext>
            </a:extLst>
          </p:cNvPr>
          <p:cNvSpPr/>
          <p:nvPr userDrawn="1"/>
        </p:nvSpPr>
        <p:spPr>
          <a:xfrm rot="16200000">
            <a:off x="-3339022" y="3339025"/>
            <a:ext cx="6857998" cy="179953"/>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4" name="Text Placeholder 33">
            <a:extLst>
              <a:ext uri="{FF2B5EF4-FFF2-40B4-BE49-F238E27FC236}">
                <a16:creationId xmlns:a16="http://schemas.microsoft.com/office/drawing/2014/main" id="{F38081E3-C84E-8E42-A77A-A602E5F45BEC}"/>
              </a:ext>
            </a:extLst>
          </p:cNvPr>
          <p:cNvSpPr>
            <a:spLocks noGrp="1"/>
          </p:cNvSpPr>
          <p:nvPr>
            <p:ph type="body" sz="quarter" idx="15"/>
          </p:nvPr>
        </p:nvSpPr>
        <p:spPr>
          <a:xfrm>
            <a:off x="1211969" y="5910502"/>
            <a:ext cx="6576367" cy="659722"/>
          </a:xfrm>
          <a:prstGeom prst="rect">
            <a:avLst/>
          </a:prstGeom>
        </p:spPr>
        <p:txBody>
          <a:bodyPr/>
          <a:lstStyle>
            <a:lvl1pPr>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916680438"/>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4">
    <p:spTree>
      <p:nvGrpSpPr>
        <p:cNvPr id="1" name=""/>
        <p:cNvGrpSpPr/>
        <p:nvPr/>
      </p:nvGrpSpPr>
      <p:grpSpPr>
        <a:xfrm>
          <a:off x="0" y="0"/>
          <a:ext cx="0" cy="0"/>
          <a:chOff x="0" y="0"/>
          <a:chExt cx="0" cy="0"/>
        </a:xfrm>
      </p:grpSpPr>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9457555" y="1"/>
            <a:ext cx="2731270" cy="3429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a:t>Click icon to add picture</a:t>
            </a:r>
          </a:p>
        </p:txBody>
      </p:sp>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0" y="0"/>
            <a:ext cx="9277601"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9909431" y="6122117"/>
            <a:ext cx="1871513" cy="420870"/>
            <a:chOff x="5094083" y="5360390"/>
            <a:chExt cx="3039349" cy="683316"/>
          </a:xfrm>
          <a:solidFill>
            <a:schemeClr val="tx2"/>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799"/>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799"/>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799"/>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799"/>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799"/>
            </a:p>
          </p:txBody>
        </p:sp>
      </p:grpSp>
      <p:sp>
        <p:nvSpPr>
          <p:cNvPr id="44" name="Title 31">
            <a:extLst>
              <a:ext uri="{FF2B5EF4-FFF2-40B4-BE49-F238E27FC236}">
                <a16:creationId xmlns:a16="http://schemas.microsoft.com/office/drawing/2014/main" id="{3551E8D5-6D03-58C4-2A78-E73615CBFD4C}"/>
              </a:ext>
            </a:extLst>
          </p:cNvPr>
          <p:cNvSpPr>
            <a:spLocks noGrp="1"/>
          </p:cNvSpPr>
          <p:nvPr>
            <p:ph type="title"/>
          </p:nvPr>
        </p:nvSpPr>
        <p:spPr>
          <a:xfrm>
            <a:off x="551240" y="1628775"/>
            <a:ext cx="6576367" cy="3589714"/>
          </a:xfrm>
        </p:spPr>
        <p:txBody>
          <a:bodyPr anchor="b"/>
          <a:lstStyle>
            <a:lvl1pPr>
              <a:defRPr sz="5398">
                <a:solidFill>
                  <a:schemeClr val="bg1"/>
                </a:solidFill>
              </a:defRPr>
            </a:lvl1pPr>
          </a:lstStyle>
          <a:p>
            <a:r>
              <a:rPr lang="en-US"/>
              <a:t>Click to edit Master title style</a:t>
            </a:r>
            <a:endParaRPr lang="en-PL"/>
          </a:p>
        </p:txBody>
      </p:sp>
      <p:sp>
        <p:nvSpPr>
          <p:cNvPr id="45" name="Text Placeholder 33">
            <a:extLst>
              <a:ext uri="{FF2B5EF4-FFF2-40B4-BE49-F238E27FC236}">
                <a16:creationId xmlns:a16="http://schemas.microsoft.com/office/drawing/2014/main" id="{AE8BF6B9-54E0-50CF-ED1F-1556FC6C0905}"/>
              </a:ext>
            </a:extLst>
          </p:cNvPr>
          <p:cNvSpPr>
            <a:spLocks noGrp="1"/>
          </p:cNvSpPr>
          <p:nvPr>
            <p:ph type="body" sz="quarter" idx="15"/>
          </p:nvPr>
        </p:nvSpPr>
        <p:spPr>
          <a:xfrm>
            <a:off x="9909431" y="3893183"/>
            <a:ext cx="1871513" cy="1123397"/>
          </a:xfrm>
          <a:prstGeom prst="rect">
            <a:avLst/>
          </a:prstGeom>
        </p:spPr>
        <p:txBody>
          <a:bodyPr anchor="b">
            <a:noAutofit/>
          </a:bodyPr>
          <a:lstStyle>
            <a:lvl1pPr>
              <a:defRPr sz="1999"/>
            </a:lvl1pPr>
          </a:lstStyle>
          <a:p>
            <a:pPr lvl="0"/>
            <a:r>
              <a:rPr lang="en-US"/>
              <a:t>Click to edit Master text styles</a:t>
            </a:r>
          </a:p>
        </p:txBody>
      </p:sp>
      <p:sp>
        <p:nvSpPr>
          <p:cNvPr id="4" name="Rectangle 3">
            <a:extLst>
              <a:ext uri="{FF2B5EF4-FFF2-40B4-BE49-F238E27FC236}">
                <a16:creationId xmlns:a16="http://schemas.microsoft.com/office/drawing/2014/main" id="{78D281D9-C9E0-F6DF-2438-F4992F7D29D2}"/>
              </a:ext>
            </a:extLst>
          </p:cNvPr>
          <p:cNvSpPr/>
          <p:nvPr userDrawn="1"/>
        </p:nvSpPr>
        <p:spPr>
          <a:xfrm rot="16200000">
            <a:off x="5938580" y="3339025"/>
            <a:ext cx="6857998" cy="179953"/>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3" name="Text Placeholder 33">
            <a:extLst>
              <a:ext uri="{FF2B5EF4-FFF2-40B4-BE49-F238E27FC236}">
                <a16:creationId xmlns:a16="http://schemas.microsoft.com/office/drawing/2014/main" id="{F95A3A44-A840-3420-E0A4-A35DB913338B}"/>
              </a:ext>
            </a:extLst>
          </p:cNvPr>
          <p:cNvSpPr>
            <a:spLocks noGrp="1"/>
          </p:cNvSpPr>
          <p:nvPr>
            <p:ph type="body" sz="quarter" idx="16"/>
          </p:nvPr>
        </p:nvSpPr>
        <p:spPr>
          <a:xfrm>
            <a:off x="9909431" y="5264062"/>
            <a:ext cx="1871513" cy="52298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3961757619"/>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6">
    <p:spTree>
      <p:nvGrpSpPr>
        <p:cNvPr id="1" name=""/>
        <p:cNvGrpSpPr/>
        <p:nvPr/>
      </p:nvGrpSpPr>
      <p:grpSpPr>
        <a:xfrm>
          <a:off x="0" y="0"/>
          <a:ext cx="0" cy="0"/>
          <a:chOff x="0" y="0"/>
          <a:chExt cx="0" cy="0"/>
        </a:xfrm>
      </p:grpSpPr>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0" y="0"/>
            <a:ext cx="9277601"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9457555" y="0"/>
            <a:ext cx="2731270" cy="4949047"/>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a:t>Click icon to add picture</a:t>
            </a:r>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9909431" y="6122117"/>
            <a:ext cx="1871513" cy="420870"/>
            <a:chOff x="5094083" y="5360390"/>
            <a:chExt cx="3039349" cy="683316"/>
          </a:xfrm>
          <a:solidFill>
            <a:schemeClr val="tx2"/>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799"/>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799"/>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799"/>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799"/>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799"/>
            </a:p>
          </p:txBody>
        </p:sp>
      </p:grpSp>
      <p:sp>
        <p:nvSpPr>
          <p:cNvPr id="44" name="Title 31">
            <a:extLst>
              <a:ext uri="{FF2B5EF4-FFF2-40B4-BE49-F238E27FC236}">
                <a16:creationId xmlns:a16="http://schemas.microsoft.com/office/drawing/2014/main" id="{3551E8D5-6D03-58C4-2A78-E73615CBFD4C}"/>
              </a:ext>
            </a:extLst>
          </p:cNvPr>
          <p:cNvSpPr>
            <a:spLocks noGrp="1"/>
          </p:cNvSpPr>
          <p:nvPr>
            <p:ph type="title"/>
          </p:nvPr>
        </p:nvSpPr>
        <p:spPr>
          <a:xfrm>
            <a:off x="5086562" y="549276"/>
            <a:ext cx="4035103" cy="3815829"/>
          </a:xfrm>
        </p:spPr>
        <p:txBody>
          <a:bodyPr anchor="b"/>
          <a:lstStyle>
            <a:lvl1pPr>
              <a:defRPr sz="6598">
                <a:solidFill>
                  <a:schemeClr val="bg1"/>
                </a:solidFill>
                <a:latin typeface="Ubuntu Light" panose="020B0304030602030204" pitchFamily="34" charset="0"/>
              </a:defRPr>
            </a:lvl1pPr>
          </a:lstStyle>
          <a:p>
            <a:r>
              <a:rPr lang="en-US"/>
              <a:t>Click to edit Master title style</a:t>
            </a:r>
            <a:endParaRPr lang="en-PL"/>
          </a:p>
        </p:txBody>
      </p:sp>
      <p:sp>
        <p:nvSpPr>
          <p:cNvPr id="45" name="Text Placeholder 33">
            <a:extLst>
              <a:ext uri="{FF2B5EF4-FFF2-40B4-BE49-F238E27FC236}">
                <a16:creationId xmlns:a16="http://schemas.microsoft.com/office/drawing/2014/main" id="{AE8BF6B9-54E0-50CF-ED1F-1556FC6C0905}"/>
              </a:ext>
            </a:extLst>
          </p:cNvPr>
          <p:cNvSpPr>
            <a:spLocks noGrp="1"/>
          </p:cNvSpPr>
          <p:nvPr>
            <p:ph type="body" sz="quarter" idx="15"/>
          </p:nvPr>
        </p:nvSpPr>
        <p:spPr>
          <a:xfrm>
            <a:off x="5158553" y="4725144"/>
            <a:ext cx="3963112" cy="316404"/>
          </a:xfrm>
          <a:prstGeom prst="rect">
            <a:avLst/>
          </a:prstGeom>
        </p:spPr>
        <p:txBody>
          <a:bodyPr anchor="b">
            <a:noAutofit/>
          </a:bodyPr>
          <a:lstStyle>
            <a:lvl1pPr>
              <a:defRPr sz="1999">
                <a:solidFill>
                  <a:schemeClr val="bg1"/>
                </a:solidFill>
              </a:defRPr>
            </a:lvl1pPr>
          </a:lstStyle>
          <a:p>
            <a:pPr lvl="0"/>
            <a:r>
              <a:rPr lang="en-US"/>
              <a:t>Click to edit Master text styles</a:t>
            </a:r>
          </a:p>
        </p:txBody>
      </p:sp>
      <p:sp>
        <p:nvSpPr>
          <p:cNvPr id="4" name="Rectangle 3">
            <a:extLst>
              <a:ext uri="{FF2B5EF4-FFF2-40B4-BE49-F238E27FC236}">
                <a16:creationId xmlns:a16="http://schemas.microsoft.com/office/drawing/2014/main" id="{78D281D9-C9E0-F6DF-2438-F4992F7D29D2}"/>
              </a:ext>
            </a:extLst>
          </p:cNvPr>
          <p:cNvSpPr/>
          <p:nvPr userDrawn="1"/>
        </p:nvSpPr>
        <p:spPr>
          <a:xfrm rot="16200000">
            <a:off x="5938580" y="3339025"/>
            <a:ext cx="6857998" cy="179953"/>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3" name="Text Placeholder 33">
            <a:extLst>
              <a:ext uri="{FF2B5EF4-FFF2-40B4-BE49-F238E27FC236}">
                <a16:creationId xmlns:a16="http://schemas.microsoft.com/office/drawing/2014/main" id="{F95A3A44-A840-3420-E0A4-A35DB913338B}"/>
              </a:ext>
            </a:extLst>
          </p:cNvPr>
          <p:cNvSpPr>
            <a:spLocks noGrp="1"/>
          </p:cNvSpPr>
          <p:nvPr>
            <p:ph type="body" sz="quarter" idx="16"/>
          </p:nvPr>
        </p:nvSpPr>
        <p:spPr>
          <a:xfrm>
            <a:off x="9909431" y="5264062"/>
            <a:ext cx="1871513" cy="52298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3079641553"/>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5">
    <p:spTree>
      <p:nvGrpSpPr>
        <p:cNvPr id="1" name=""/>
        <p:cNvGrpSpPr/>
        <p:nvPr/>
      </p:nvGrpSpPr>
      <p:grpSpPr>
        <a:xfrm>
          <a:off x="0" y="0"/>
          <a:ext cx="0" cy="0"/>
          <a:chOff x="0" y="0"/>
          <a:chExt cx="0" cy="0"/>
        </a:xfrm>
      </p:grpSpPr>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0" y="1"/>
            <a:ext cx="2736060" cy="3429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a:t>Click icon to add picture</a:t>
            </a:r>
          </a:p>
        </p:txBody>
      </p:sp>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2916014" y="0"/>
            <a:ext cx="9272811"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357102" y="6122117"/>
            <a:ext cx="1871513" cy="420870"/>
            <a:chOff x="5094083" y="5360390"/>
            <a:chExt cx="3039349" cy="683316"/>
          </a:xfrm>
          <a:solidFill>
            <a:schemeClr val="tx2"/>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799"/>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799"/>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799"/>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799"/>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799"/>
            </a:p>
          </p:txBody>
        </p:sp>
      </p:grpSp>
      <p:sp>
        <p:nvSpPr>
          <p:cNvPr id="3" name="Title 31">
            <a:extLst>
              <a:ext uri="{FF2B5EF4-FFF2-40B4-BE49-F238E27FC236}">
                <a16:creationId xmlns:a16="http://schemas.microsoft.com/office/drawing/2014/main" id="{D8CA367F-44BB-C4B7-EA59-F1D6214DB4D2}"/>
              </a:ext>
            </a:extLst>
          </p:cNvPr>
          <p:cNvSpPr>
            <a:spLocks noGrp="1"/>
          </p:cNvSpPr>
          <p:nvPr>
            <p:ph type="title"/>
          </p:nvPr>
        </p:nvSpPr>
        <p:spPr>
          <a:xfrm>
            <a:off x="3400117" y="1628775"/>
            <a:ext cx="6576367" cy="3589714"/>
          </a:xfrm>
        </p:spPr>
        <p:txBody>
          <a:bodyPr anchor="b"/>
          <a:lstStyle>
            <a:lvl1pPr>
              <a:defRPr sz="5398">
                <a:solidFill>
                  <a:schemeClr val="bg1"/>
                </a:solidFill>
              </a:defRPr>
            </a:lvl1pPr>
          </a:lstStyle>
          <a:p>
            <a:r>
              <a:rPr lang="en-US"/>
              <a:t>Click to edit Master title style</a:t>
            </a:r>
            <a:endParaRPr lang="en-PL"/>
          </a:p>
        </p:txBody>
      </p:sp>
      <p:sp>
        <p:nvSpPr>
          <p:cNvPr id="6" name="Rectangle 5">
            <a:extLst>
              <a:ext uri="{FF2B5EF4-FFF2-40B4-BE49-F238E27FC236}">
                <a16:creationId xmlns:a16="http://schemas.microsoft.com/office/drawing/2014/main" id="{308E3512-1EC7-FD95-4A22-F366C773E9C4}"/>
              </a:ext>
            </a:extLst>
          </p:cNvPr>
          <p:cNvSpPr/>
          <p:nvPr userDrawn="1"/>
        </p:nvSpPr>
        <p:spPr>
          <a:xfrm rot="16200000">
            <a:off x="-602962" y="3339025"/>
            <a:ext cx="6857998" cy="179953"/>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5" name="Text Placeholder 33">
            <a:extLst>
              <a:ext uri="{FF2B5EF4-FFF2-40B4-BE49-F238E27FC236}">
                <a16:creationId xmlns:a16="http://schemas.microsoft.com/office/drawing/2014/main" id="{940C889E-4F97-F9FE-39C5-DFA541A122BB}"/>
              </a:ext>
            </a:extLst>
          </p:cNvPr>
          <p:cNvSpPr>
            <a:spLocks noGrp="1"/>
          </p:cNvSpPr>
          <p:nvPr>
            <p:ph type="body" sz="quarter" idx="16"/>
          </p:nvPr>
        </p:nvSpPr>
        <p:spPr>
          <a:xfrm>
            <a:off x="357102" y="3893183"/>
            <a:ext cx="2087748" cy="1123397"/>
          </a:xfrm>
          <a:prstGeom prst="rect">
            <a:avLst/>
          </a:prstGeom>
        </p:spPr>
        <p:txBody>
          <a:bodyPr anchor="b">
            <a:noAutofit/>
          </a:bodyPr>
          <a:lstStyle>
            <a:lvl1pPr>
              <a:defRPr sz="1999"/>
            </a:lvl1pPr>
          </a:lstStyle>
          <a:p>
            <a:pPr lvl="0"/>
            <a:r>
              <a:rPr lang="en-US"/>
              <a:t>Click to edit Master text styles</a:t>
            </a:r>
          </a:p>
        </p:txBody>
      </p:sp>
      <p:sp>
        <p:nvSpPr>
          <p:cNvPr id="7" name="Text Placeholder 33">
            <a:extLst>
              <a:ext uri="{FF2B5EF4-FFF2-40B4-BE49-F238E27FC236}">
                <a16:creationId xmlns:a16="http://schemas.microsoft.com/office/drawing/2014/main" id="{9C442A3F-8F7B-AF19-BF71-5A8A0790F5CA}"/>
              </a:ext>
            </a:extLst>
          </p:cNvPr>
          <p:cNvSpPr>
            <a:spLocks noGrp="1"/>
          </p:cNvSpPr>
          <p:nvPr>
            <p:ph type="body" sz="quarter" idx="17"/>
          </p:nvPr>
        </p:nvSpPr>
        <p:spPr>
          <a:xfrm>
            <a:off x="357102" y="5264062"/>
            <a:ext cx="2087748" cy="52298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307099629"/>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6424D2EA-9AAB-3E5E-F5AA-4EFA5797243B}"/>
              </a:ext>
            </a:extLst>
          </p:cNvPr>
          <p:cNvSpPr>
            <a:spLocks noGrp="1"/>
          </p:cNvSpPr>
          <p:nvPr>
            <p:ph type="pic" sz="quarter" idx="10" hasCustomPrompt="1"/>
          </p:nvPr>
        </p:nvSpPr>
        <p:spPr>
          <a:xfrm>
            <a:off x="8876645" y="1"/>
            <a:ext cx="3312180"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8" name="Logo Placeholder 7">
            <a:extLst>
              <a:ext uri="{FF2B5EF4-FFF2-40B4-BE49-F238E27FC236}">
                <a16:creationId xmlns:a16="http://schemas.microsoft.com/office/drawing/2014/main" id="{62FD468B-B69E-D6B3-0B31-29405A8C9B22}"/>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
        <p:nvSpPr>
          <p:cNvPr id="10" name="Title Placeholder 4">
            <a:extLst>
              <a:ext uri="{FF2B5EF4-FFF2-40B4-BE49-F238E27FC236}">
                <a16:creationId xmlns:a16="http://schemas.microsoft.com/office/drawing/2014/main" id="{88071F53-FF39-EE02-C206-04BC9BC62837}"/>
              </a:ext>
            </a:extLst>
          </p:cNvPr>
          <p:cNvSpPr>
            <a:spLocks noGrp="1"/>
          </p:cNvSpPr>
          <p:nvPr>
            <p:ph type="title"/>
          </p:nvPr>
        </p:nvSpPr>
        <p:spPr>
          <a:xfrm>
            <a:off x="551241" y="549274"/>
            <a:ext cx="7918817" cy="930372"/>
          </a:xfrm>
          <a:prstGeom prst="rect">
            <a:avLst/>
          </a:prstGeom>
        </p:spPr>
        <p:txBody>
          <a:bodyPr vert="horz" lIns="0" tIns="0" rIns="0" bIns="126000" rtlCol="0" anchor="b" anchorCtr="0">
            <a:noAutofit/>
          </a:bodyPr>
          <a:lstStyle/>
          <a:p>
            <a:pPr lvl="0"/>
            <a:r>
              <a:rPr lang="en-US"/>
              <a:t>Click to edit Master title style</a:t>
            </a:r>
            <a:endParaRPr lang="de-DE"/>
          </a:p>
        </p:txBody>
      </p:sp>
      <p:sp>
        <p:nvSpPr>
          <p:cNvPr id="11" name="Text Placeholder 1">
            <a:extLst>
              <a:ext uri="{FF2B5EF4-FFF2-40B4-BE49-F238E27FC236}">
                <a16:creationId xmlns:a16="http://schemas.microsoft.com/office/drawing/2014/main" id="{D450594D-C071-DB63-60E9-737FD362024E}"/>
              </a:ext>
            </a:extLst>
          </p:cNvPr>
          <p:cNvSpPr>
            <a:spLocks noGrp="1"/>
          </p:cNvSpPr>
          <p:nvPr>
            <p:ph idx="1"/>
          </p:nvPr>
        </p:nvSpPr>
        <p:spPr>
          <a:xfrm>
            <a:off x="551241" y="1628800"/>
            <a:ext cx="7918817" cy="46686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5" name="Date Placeholder 4">
            <a:extLst>
              <a:ext uri="{FF2B5EF4-FFF2-40B4-BE49-F238E27FC236}">
                <a16:creationId xmlns:a16="http://schemas.microsoft.com/office/drawing/2014/main" id="{47A5FEF4-798F-F969-DBF6-D3593B548D69}"/>
              </a:ext>
            </a:extLst>
          </p:cNvPr>
          <p:cNvSpPr>
            <a:spLocks noGrp="1"/>
          </p:cNvSpPr>
          <p:nvPr>
            <p:ph type="dt" sz="half" idx="41"/>
          </p:nvPr>
        </p:nvSpPr>
        <p:spPr/>
        <p:txBody>
          <a:bodyPr/>
          <a:lstStyle/>
          <a:p>
            <a:pPr>
              <a:spcBef>
                <a:spcPts val="1000"/>
              </a:spcBef>
            </a:pPr>
            <a:r>
              <a:rPr lang="en-IN" kern="0">
                <a:solidFill>
                  <a:srgbClr val="FFFFFF">
                    <a:lumMod val="65000"/>
                  </a:srgbClr>
                </a:solidFill>
              </a:rPr>
              <a:t>Company Confidential © Capgemini 2026. All rights reserved.</a:t>
            </a:r>
            <a:endParaRPr lang="en-US"/>
          </a:p>
        </p:txBody>
      </p:sp>
      <p:sp>
        <p:nvSpPr>
          <p:cNvPr id="12" name="Footer Placeholder 11">
            <a:extLst>
              <a:ext uri="{FF2B5EF4-FFF2-40B4-BE49-F238E27FC236}">
                <a16:creationId xmlns:a16="http://schemas.microsoft.com/office/drawing/2014/main" id="{538AE169-6718-B692-827C-BEED2FB69936}"/>
              </a:ext>
            </a:extLst>
          </p:cNvPr>
          <p:cNvSpPr>
            <a:spLocks noGrp="1"/>
          </p:cNvSpPr>
          <p:nvPr>
            <p:ph type="ftr" sz="quarter" idx="42"/>
          </p:nvPr>
        </p:nvSpPr>
        <p:spPr/>
        <p:txBody>
          <a:bodyPr/>
          <a:lstStyle/>
          <a:p>
            <a:pPr>
              <a:spcBef>
                <a:spcPts val="1000"/>
              </a:spcBef>
            </a:pPr>
            <a:r>
              <a:rPr lang="en-US"/>
              <a:t>AI Data Copilot - AskData</a:t>
            </a:r>
          </a:p>
        </p:txBody>
      </p:sp>
      <p:sp>
        <p:nvSpPr>
          <p:cNvPr id="13" name="Slide Number Placeholder 12">
            <a:extLst>
              <a:ext uri="{FF2B5EF4-FFF2-40B4-BE49-F238E27FC236}">
                <a16:creationId xmlns:a16="http://schemas.microsoft.com/office/drawing/2014/main" id="{4D013A60-1411-1B85-1A3B-3C6B8E0F7780}"/>
              </a:ext>
            </a:extLst>
          </p:cNvPr>
          <p:cNvSpPr>
            <a:spLocks noGrp="1"/>
          </p:cNvSpPr>
          <p:nvPr>
            <p:ph type="sldNum" sz="quarter" idx="43"/>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15889346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0" name="Picture Placeholder 7">
            <a:extLst>
              <a:ext uri="{FF2B5EF4-FFF2-40B4-BE49-F238E27FC236}">
                <a16:creationId xmlns:a16="http://schemas.microsoft.com/office/drawing/2014/main" id="{7719DBC8-1C65-EC71-F260-3E45E00F725D}"/>
              </a:ext>
            </a:extLst>
          </p:cNvPr>
          <p:cNvSpPr>
            <a:spLocks noGrp="1"/>
          </p:cNvSpPr>
          <p:nvPr>
            <p:ph type="pic" sz="quarter" idx="18" hasCustomPrompt="1"/>
          </p:nvPr>
        </p:nvSpPr>
        <p:spPr>
          <a:xfrm>
            <a:off x="0" y="0"/>
            <a:ext cx="6094413" cy="6858000"/>
          </a:xfrm>
          <a:prstGeom prst="rect">
            <a:avLst/>
          </a:prstGeom>
          <a:solidFill>
            <a:schemeClr val="bg1">
              <a:lumMod val="95000"/>
            </a:schemeClr>
          </a:solidFill>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 name="Date Placeholder 1">
            <a:extLst>
              <a:ext uri="{FF2B5EF4-FFF2-40B4-BE49-F238E27FC236}">
                <a16:creationId xmlns:a16="http://schemas.microsoft.com/office/drawing/2014/main" id="{D1083178-61A2-1584-1F52-83BAE0FEDB3A}"/>
              </a:ext>
            </a:extLst>
          </p:cNvPr>
          <p:cNvSpPr>
            <a:spLocks noGrp="1"/>
          </p:cNvSpPr>
          <p:nvPr>
            <p:ph type="dt" sz="half" idx="36"/>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9DC81A84-1437-02DB-19FA-F60FE73CB356}"/>
              </a:ext>
            </a:extLst>
          </p:cNvPr>
          <p:cNvSpPr>
            <a:spLocks noGrp="1"/>
          </p:cNvSpPr>
          <p:nvPr>
            <p:ph type="ftr" sz="quarter" idx="37"/>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40363D62-2A4A-9126-8811-8637F26ADA0B}"/>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5" name="Title Placeholder 4">
            <a:extLst>
              <a:ext uri="{FF2B5EF4-FFF2-40B4-BE49-F238E27FC236}">
                <a16:creationId xmlns:a16="http://schemas.microsoft.com/office/drawing/2014/main" id="{064AC36F-9D88-0AFF-0D23-B3207730506D}"/>
              </a:ext>
            </a:extLst>
          </p:cNvPr>
          <p:cNvSpPr>
            <a:spLocks noGrp="1"/>
          </p:cNvSpPr>
          <p:nvPr>
            <p:ph type="title"/>
          </p:nvPr>
        </p:nvSpPr>
        <p:spPr>
          <a:xfrm>
            <a:off x="6598337" y="549274"/>
            <a:ext cx="5040953" cy="930372"/>
          </a:xfrm>
          <a:prstGeom prst="rect">
            <a:avLst/>
          </a:prstGeom>
        </p:spPr>
        <p:txBody>
          <a:bodyPr vert="horz" lIns="0" tIns="0" rIns="0" bIns="126000" rtlCol="0" anchor="b" anchorCtr="0">
            <a:noAutofit/>
          </a:bodyPr>
          <a:lstStyle/>
          <a:p>
            <a:pPr lvl="0"/>
            <a:r>
              <a:rPr lang="en-US"/>
              <a:t>Click to edit Master title style</a:t>
            </a:r>
            <a:endParaRPr lang="de-DE"/>
          </a:p>
        </p:txBody>
      </p:sp>
      <p:sp>
        <p:nvSpPr>
          <p:cNvPr id="7" name="Text Placeholder 11">
            <a:extLst>
              <a:ext uri="{FF2B5EF4-FFF2-40B4-BE49-F238E27FC236}">
                <a16:creationId xmlns:a16="http://schemas.microsoft.com/office/drawing/2014/main" id="{77152031-1FC0-032B-F3DB-6C7DECFE02E6}"/>
              </a:ext>
            </a:extLst>
          </p:cNvPr>
          <p:cNvSpPr>
            <a:spLocks noGrp="1"/>
          </p:cNvSpPr>
          <p:nvPr>
            <p:ph type="body" sz="quarter" idx="25" hasCustomPrompt="1"/>
          </p:nvPr>
        </p:nvSpPr>
        <p:spPr>
          <a:xfrm>
            <a:off x="6584278" y="2007152"/>
            <a:ext cx="5053307" cy="369332"/>
          </a:xfrm>
          <a:prstGeom prst="rect">
            <a:avLst/>
          </a:prstGeom>
        </p:spPr>
        <p:txBody>
          <a:bodyPr lIns="0" tIns="0" rIns="0" bIns="0" anchor="ctr">
            <a:normAutofit/>
          </a:bodyPr>
          <a:lstStyle>
            <a:lvl1pPr>
              <a:spcBef>
                <a:spcPts val="0"/>
              </a:spcBef>
              <a:defRPr sz="1999">
                <a:solidFill>
                  <a:schemeClr val="tx2"/>
                </a:solidFill>
              </a:defRPr>
            </a:lvl1pPr>
          </a:lstStyle>
          <a:p>
            <a:pPr lvl="0"/>
            <a:r>
              <a:rPr lang="en-US"/>
              <a:t>Click to add text</a:t>
            </a:r>
          </a:p>
        </p:txBody>
      </p:sp>
      <p:sp>
        <p:nvSpPr>
          <p:cNvPr id="8" name="Text Placeholder 11">
            <a:extLst>
              <a:ext uri="{FF2B5EF4-FFF2-40B4-BE49-F238E27FC236}">
                <a16:creationId xmlns:a16="http://schemas.microsoft.com/office/drawing/2014/main" id="{2397C058-DED2-A927-F1FC-4D2262C4D8CC}"/>
              </a:ext>
            </a:extLst>
          </p:cNvPr>
          <p:cNvSpPr>
            <a:spLocks noGrp="1"/>
          </p:cNvSpPr>
          <p:nvPr>
            <p:ph type="body" sz="quarter" idx="26" hasCustomPrompt="1"/>
          </p:nvPr>
        </p:nvSpPr>
        <p:spPr>
          <a:xfrm>
            <a:off x="6584278" y="2599765"/>
            <a:ext cx="5053307" cy="369332"/>
          </a:xfrm>
          <a:prstGeom prst="rect">
            <a:avLst/>
          </a:prstGeom>
        </p:spPr>
        <p:txBody>
          <a:bodyPr lIns="0" tIns="0" rIns="0" bIns="0" anchor="ctr">
            <a:normAutofit/>
          </a:bodyPr>
          <a:lstStyle>
            <a:lvl1pPr>
              <a:spcBef>
                <a:spcPts val="0"/>
              </a:spcBef>
              <a:defRPr sz="1999">
                <a:solidFill>
                  <a:schemeClr val="tx2"/>
                </a:solidFill>
              </a:defRPr>
            </a:lvl1pPr>
          </a:lstStyle>
          <a:p>
            <a:pPr lvl="0"/>
            <a:r>
              <a:rPr lang="en-US"/>
              <a:t>Click to add text</a:t>
            </a:r>
          </a:p>
        </p:txBody>
      </p:sp>
      <p:sp>
        <p:nvSpPr>
          <p:cNvPr id="9" name="Text Placeholder 11">
            <a:extLst>
              <a:ext uri="{FF2B5EF4-FFF2-40B4-BE49-F238E27FC236}">
                <a16:creationId xmlns:a16="http://schemas.microsoft.com/office/drawing/2014/main" id="{17FFBEBF-84C6-4981-C2E8-C48E0CF9A363}"/>
              </a:ext>
            </a:extLst>
          </p:cNvPr>
          <p:cNvSpPr>
            <a:spLocks noGrp="1"/>
          </p:cNvSpPr>
          <p:nvPr>
            <p:ph type="body" sz="quarter" idx="30" hasCustomPrompt="1"/>
          </p:nvPr>
        </p:nvSpPr>
        <p:spPr>
          <a:xfrm>
            <a:off x="6584278" y="3192378"/>
            <a:ext cx="5053307" cy="369332"/>
          </a:xfrm>
          <a:prstGeom prst="rect">
            <a:avLst/>
          </a:prstGeom>
        </p:spPr>
        <p:txBody>
          <a:bodyPr lIns="0" tIns="0" rIns="0" bIns="0" anchor="ctr">
            <a:normAutofit/>
          </a:bodyPr>
          <a:lstStyle>
            <a:lvl1pPr>
              <a:spcBef>
                <a:spcPts val="0"/>
              </a:spcBef>
              <a:defRPr sz="1999">
                <a:solidFill>
                  <a:schemeClr val="tx2"/>
                </a:solidFill>
              </a:defRPr>
            </a:lvl1pPr>
          </a:lstStyle>
          <a:p>
            <a:pPr lvl="0"/>
            <a:r>
              <a:rPr lang="en-US"/>
              <a:t>Click to add text</a:t>
            </a:r>
          </a:p>
        </p:txBody>
      </p:sp>
      <p:sp>
        <p:nvSpPr>
          <p:cNvPr id="10" name="Text Placeholder 11">
            <a:extLst>
              <a:ext uri="{FF2B5EF4-FFF2-40B4-BE49-F238E27FC236}">
                <a16:creationId xmlns:a16="http://schemas.microsoft.com/office/drawing/2014/main" id="{B50E875C-17E2-59C2-ADA9-61BD0E75B160}"/>
              </a:ext>
            </a:extLst>
          </p:cNvPr>
          <p:cNvSpPr>
            <a:spLocks noGrp="1"/>
          </p:cNvSpPr>
          <p:nvPr>
            <p:ph type="body" sz="quarter" idx="31" hasCustomPrompt="1"/>
          </p:nvPr>
        </p:nvSpPr>
        <p:spPr>
          <a:xfrm>
            <a:off x="6584278" y="3784991"/>
            <a:ext cx="5053307" cy="369332"/>
          </a:xfrm>
          <a:prstGeom prst="rect">
            <a:avLst/>
          </a:prstGeom>
        </p:spPr>
        <p:txBody>
          <a:bodyPr lIns="0" tIns="0" rIns="0" bIns="0" anchor="ctr">
            <a:normAutofit/>
          </a:bodyPr>
          <a:lstStyle>
            <a:lvl1pPr>
              <a:spcBef>
                <a:spcPts val="0"/>
              </a:spcBef>
              <a:defRPr sz="1999">
                <a:solidFill>
                  <a:schemeClr val="tx2"/>
                </a:solidFill>
              </a:defRPr>
            </a:lvl1pPr>
          </a:lstStyle>
          <a:p>
            <a:pPr lvl="0"/>
            <a:r>
              <a:rPr lang="en-US"/>
              <a:t>Click to add text</a:t>
            </a:r>
          </a:p>
        </p:txBody>
      </p:sp>
      <p:sp>
        <p:nvSpPr>
          <p:cNvPr id="11" name="Text Placeholder 11">
            <a:extLst>
              <a:ext uri="{FF2B5EF4-FFF2-40B4-BE49-F238E27FC236}">
                <a16:creationId xmlns:a16="http://schemas.microsoft.com/office/drawing/2014/main" id="{A9420F04-AF69-214B-65E6-46E3677153F0}"/>
              </a:ext>
            </a:extLst>
          </p:cNvPr>
          <p:cNvSpPr>
            <a:spLocks noGrp="1"/>
          </p:cNvSpPr>
          <p:nvPr>
            <p:ph type="body" sz="quarter" idx="32" hasCustomPrompt="1"/>
          </p:nvPr>
        </p:nvSpPr>
        <p:spPr>
          <a:xfrm>
            <a:off x="6584278" y="4377605"/>
            <a:ext cx="5053307" cy="369332"/>
          </a:xfrm>
          <a:prstGeom prst="rect">
            <a:avLst/>
          </a:prstGeom>
        </p:spPr>
        <p:txBody>
          <a:bodyPr lIns="0" tIns="0" rIns="0" bIns="0" anchor="ctr">
            <a:normAutofit/>
          </a:bodyPr>
          <a:lstStyle>
            <a:lvl1pPr>
              <a:spcBef>
                <a:spcPts val="0"/>
              </a:spcBef>
              <a:defRPr sz="1999">
                <a:solidFill>
                  <a:schemeClr val="tx2"/>
                </a:solidFill>
              </a:defRPr>
            </a:lvl1pPr>
          </a:lstStyle>
          <a:p>
            <a:pPr lvl="0"/>
            <a:r>
              <a:rPr lang="en-US"/>
              <a:t>Click to add text</a:t>
            </a:r>
          </a:p>
        </p:txBody>
      </p:sp>
      <p:sp>
        <p:nvSpPr>
          <p:cNvPr id="12" name="Text Placeholder 11">
            <a:extLst>
              <a:ext uri="{FF2B5EF4-FFF2-40B4-BE49-F238E27FC236}">
                <a16:creationId xmlns:a16="http://schemas.microsoft.com/office/drawing/2014/main" id="{A789EDD1-6A88-C664-0739-2CFCD04A787A}"/>
              </a:ext>
            </a:extLst>
          </p:cNvPr>
          <p:cNvSpPr>
            <a:spLocks noGrp="1"/>
          </p:cNvSpPr>
          <p:nvPr>
            <p:ph type="body" sz="quarter" idx="34" hasCustomPrompt="1"/>
          </p:nvPr>
        </p:nvSpPr>
        <p:spPr>
          <a:xfrm>
            <a:off x="6584278" y="4970219"/>
            <a:ext cx="5053307" cy="369332"/>
          </a:xfrm>
          <a:prstGeom prst="rect">
            <a:avLst/>
          </a:prstGeom>
        </p:spPr>
        <p:txBody>
          <a:bodyPr lIns="0" tIns="0" rIns="0" bIns="0" anchor="ctr">
            <a:normAutofit/>
          </a:bodyPr>
          <a:lstStyle>
            <a:lvl1pPr>
              <a:spcBef>
                <a:spcPts val="0"/>
              </a:spcBef>
              <a:defRPr sz="1999">
                <a:solidFill>
                  <a:schemeClr val="tx2"/>
                </a:solidFill>
              </a:defRPr>
            </a:lvl1pPr>
          </a:lstStyle>
          <a:p>
            <a:pPr lvl="0"/>
            <a:r>
              <a:rPr lang="en-US"/>
              <a:t>Click to add text</a:t>
            </a:r>
          </a:p>
        </p:txBody>
      </p:sp>
      <p:sp>
        <p:nvSpPr>
          <p:cNvPr id="13" name="Text Placeholder 11">
            <a:extLst>
              <a:ext uri="{FF2B5EF4-FFF2-40B4-BE49-F238E27FC236}">
                <a16:creationId xmlns:a16="http://schemas.microsoft.com/office/drawing/2014/main" id="{892337BD-72AF-D589-5EEB-9C85E19A6825}"/>
              </a:ext>
            </a:extLst>
          </p:cNvPr>
          <p:cNvSpPr>
            <a:spLocks noGrp="1"/>
          </p:cNvSpPr>
          <p:nvPr>
            <p:ph type="body" sz="quarter" idx="35" hasCustomPrompt="1"/>
          </p:nvPr>
        </p:nvSpPr>
        <p:spPr>
          <a:xfrm>
            <a:off x="6584278" y="5562833"/>
            <a:ext cx="5053307" cy="369332"/>
          </a:xfrm>
          <a:prstGeom prst="rect">
            <a:avLst/>
          </a:prstGeom>
        </p:spPr>
        <p:txBody>
          <a:bodyPr lIns="0" tIns="0" rIns="0" bIns="0" anchor="ctr">
            <a:normAutofit/>
          </a:bodyPr>
          <a:lstStyle>
            <a:lvl1pPr>
              <a:spcBef>
                <a:spcPts val="0"/>
              </a:spcBef>
              <a:defRPr sz="1999">
                <a:solidFill>
                  <a:schemeClr val="tx2"/>
                </a:solidFill>
              </a:defRPr>
            </a:lvl1pPr>
          </a:lstStyle>
          <a:p>
            <a:pPr lvl="0"/>
            <a:r>
              <a:rPr lang="en-US"/>
              <a:t>Click to add text</a:t>
            </a:r>
          </a:p>
        </p:txBody>
      </p:sp>
    </p:spTree>
    <p:extLst>
      <p:ext uri="{BB962C8B-B14F-4D97-AF65-F5344CB8AC3E}">
        <p14:creationId xmlns:p14="http://schemas.microsoft.com/office/powerpoint/2010/main" val="3703111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A65D5B6-99D5-A656-18EB-125B9A4CC27A}"/>
              </a:ext>
            </a:extLst>
          </p:cNvPr>
          <p:cNvSpPr/>
          <p:nvPr userDrawn="1"/>
        </p:nvSpPr>
        <p:spPr>
          <a:xfrm>
            <a:off x="5158031" y="4257063"/>
            <a:ext cx="7030794" cy="180000"/>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126"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FFFFFF"/>
              </a:solidFill>
              <a:effectLst/>
              <a:uLnTx/>
              <a:uFillTx/>
              <a:latin typeface="Ubuntu"/>
              <a:ea typeface="+mn-ea"/>
              <a:cs typeface="+mn-cs"/>
            </a:endParaRPr>
          </a:p>
        </p:txBody>
      </p:sp>
      <p:sp>
        <p:nvSpPr>
          <p:cNvPr id="8" name="Text Placeholder 8">
            <a:extLst>
              <a:ext uri="{FF2B5EF4-FFF2-40B4-BE49-F238E27FC236}">
                <a16:creationId xmlns:a16="http://schemas.microsoft.com/office/drawing/2014/main" id="{E2576D65-BA9A-4C38-D195-558BDD9AFD0E}"/>
              </a:ext>
            </a:extLst>
          </p:cNvPr>
          <p:cNvSpPr>
            <a:spLocks noGrp="1"/>
          </p:cNvSpPr>
          <p:nvPr>
            <p:ph type="body" sz="quarter" idx="19" hasCustomPrompt="1"/>
          </p:nvPr>
        </p:nvSpPr>
        <p:spPr>
          <a:xfrm>
            <a:off x="1" y="0"/>
            <a:ext cx="4656512" cy="6858000"/>
          </a:xfrm>
          <a:prstGeom prst="rect">
            <a:avLst/>
          </a:prstGeom>
        </p:spPr>
        <p:txBody>
          <a:bodyPr wrap="none" lIns="0" tIns="972000" rIns="0" bIns="0" anchor="t" anchorCtr="0">
            <a:noAutofit/>
          </a:bodyPr>
          <a:lstStyle>
            <a:lvl1pPr algn="r">
              <a:defRPr sz="39988" spc="-300">
                <a:solidFill>
                  <a:schemeClr val="accent2"/>
                </a:solidFill>
              </a:defRPr>
            </a:lvl1pPr>
          </a:lstStyle>
          <a:p>
            <a:pPr lvl="0"/>
            <a:r>
              <a:rPr lang="en-GB"/>
              <a:t>01</a:t>
            </a:r>
            <a:endParaRPr lang="en-PL"/>
          </a:p>
        </p:txBody>
      </p:sp>
      <p:sp>
        <p:nvSpPr>
          <p:cNvPr id="2" name="Date Placeholder 1">
            <a:extLst>
              <a:ext uri="{FF2B5EF4-FFF2-40B4-BE49-F238E27FC236}">
                <a16:creationId xmlns:a16="http://schemas.microsoft.com/office/drawing/2014/main" id="{D888E175-7057-3F5C-3D05-E1A6DF23539C}"/>
              </a:ext>
            </a:extLst>
          </p:cNvPr>
          <p:cNvSpPr>
            <a:spLocks noGrp="1"/>
          </p:cNvSpPr>
          <p:nvPr>
            <p:ph type="dt" sz="half" idx="20"/>
          </p:nvPr>
        </p:nvSpPr>
        <p:spPr/>
        <p:txBody>
          <a:bodyPr/>
          <a:lstStyle/>
          <a:p>
            <a:pPr>
              <a:spcBef>
                <a:spcPts val="1000"/>
              </a:spcBef>
            </a:pPr>
            <a:r>
              <a:rPr lang="en-IN"/>
              <a:t>Company Confidential © Capgemini 2026. All rights reserved.</a:t>
            </a:r>
            <a:endParaRPr lang="en-US"/>
          </a:p>
        </p:txBody>
      </p:sp>
      <p:sp>
        <p:nvSpPr>
          <p:cNvPr id="5" name="Footer Placeholder 4">
            <a:extLst>
              <a:ext uri="{FF2B5EF4-FFF2-40B4-BE49-F238E27FC236}">
                <a16:creationId xmlns:a16="http://schemas.microsoft.com/office/drawing/2014/main" id="{87B29DCD-1860-BCB3-12D3-011B4B8885BF}"/>
              </a:ext>
            </a:extLst>
          </p:cNvPr>
          <p:cNvSpPr>
            <a:spLocks noGrp="1"/>
          </p:cNvSpPr>
          <p:nvPr>
            <p:ph type="ftr" sz="quarter" idx="21"/>
          </p:nvPr>
        </p:nvSpPr>
        <p:spPr/>
        <p:txBody>
          <a:bodyPr/>
          <a:lstStyle/>
          <a:p>
            <a:pPr>
              <a:spcBef>
                <a:spcPts val="1000"/>
              </a:spcBef>
            </a:pPr>
            <a:r>
              <a:rPr lang="en-US"/>
              <a:t>AI Data Copilot - AskData</a:t>
            </a:r>
          </a:p>
        </p:txBody>
      </p:sp>
      <p:sp>
        <p:nvSpPr>
          <p:cNvPr id="7" name="Slide Number Placeholder 6">
            <a:extLst>
              <a:ext uri="{FF2B5EF4-FFF2-40B4-BE49-F238E27FC236}">
                <a16:creationId xmlns:a16="http://schemas.microsoft.com/office/drawing/2014/main" id="{5673F8B8-3459-331B-8856-F82064558CD0}"/>
              </a:ext>
            </a:extLst>
          </p:cNvPr>
          <p:cNvSpPr>
            <a:spLocks noGrp="1"/>
          </p:cNvSpPr>
          <p:nvPr>
            <p:ph type="sldNum" sz="quarter" idx="22"/>
          </p:nvPr>
        </p:nvSpPr>
        <p:spPr/>
        <p:txBody>
          <a:bodyPr/>
          <a:lstStyle/>
          <a:p>
            <a:pPr algn="r"/>
            <a:fld id="{5D9A5160-6218-4E5A-B9E6-B93E3DAE377C}" type="slidenum">
              <a:rPr lang="en-US" smtClean="0"/>
              <a:pPr algn="r"/>
              <a:t>‹#›</a:t>
            </a:fld>
            <a:endParaRPr lang="en-US"/>
          </a:p>
        </p:txBody>
      </p:sp>
      <p:sp>
        <p:nvSpPr>
          <p:cNvPr id="3" name="Title 5">
            <a:extLst>
              <a:ext uri="{FF2B5EF4-FFF2-40B4-BE49-F238E27FC236}">
                <a16:creationId xmlns:a16="http://schemas.microsoft.com/office/drawing/2014/main" id="{885E1F23-EFE4-7E35-0F49-E02F15D0B1FD}"/>
              </a:ext>
            </a:extLst>
          </p:cNvPr>
          <p:cNvSpPr>
            <a:spLocks noGrp="1"/>
          </p:cNvSpPr>
          <p:nvPr>
            <p:ph type="title" hasCustomPrompt="1"/>
          </p:nvPr>
        </p:nvSpPr>
        <p:spPr>
          <a:xfrm>
            <a:off x="5158031" y="4658810"/>
            <a:ext cx="6485976" cy="1672542"/>
          </a:xfrm>
        </p:spPr>
        <p:txBody>
          <a:bodyPr vert="horz" lIns="0" tIns="0" rIns="0" bIns="0" rtlCol="0" anchor="t">
            <a:noAutofit/>
          </a:bodyPr>
          <a:lstStyle>
            <a:lvl1pPr>
              <a:spcBef>
                <a:spcPts val="0"/>
              </a:spcBef>
              <a:defRPr lang="en-US" sz="4799">
                <a:solidFill>
                  <a:schemeClr val="tx1"/>
                </a:solidFill>
                <a:latin typeface="+mn-lt"/>
                <a:ea typeface="+mn-ea"/>
                <a:cs typeface="+mn-cs"/>
              </a:defRPr>
            </a:lvl1pPr>
          </a:lstStyle>
          <a:p>
            <a:pPr lvl="0">
              <a:lnSpc>
                <a:spcPct val="100000"/>
              </a:lnSpc>
              <a:spcBef>
                <a:spcPts val="1799"/>
              </a:spcBef>
              <a:buFont typeface="Arial" panose="020B0604020202020204" pitchFamily="34" charset="0"/>
            </a:pPr>
            <a:r>
              <a:rPr lang="en-US"/>
              <a:t>Click to add title</a:t>
            </a:r>
          </a:p>
        </p:txBody>
      </p:sp>
    </p:spTree>
    <p:extLst>
      <p:ext uri="{BB962C8B-B14F-4D97-AF65-F5344CB8AC3E}">
        <p14:creationId xmlns:p14="http://schemas.microsoft.com/office/powerpoint/2010/main" val="41042840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Photo 1">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8AD156C1-F91F-57E6-BFA6-A0059404D219}"/>
              </a:ext>
            </a:extLst>
          </p:cNvPr>
          <p:cNvSpPr>
            <a:spLocks noGrp="1"/>
          </p:cNvSpPr>
          <p:nvPr>
            <p:ph type="pic" sz="quarter" idx="13" hasCustomPrompt="1"/>
          </p:nvPr>
        </p:nvSpPr>
        <p:spPr>
          <a:xfrm>
            <a:off x="-1" y="0"/>
            <a:ext cx="12188826"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sp>
        <p:nvSpPr>
          <p:cNvPr id="7" name="Text Placeholder 8">
            <a:extLst>
              <a:ext uri="{FF2B5EF4-FFF2-40B4-BE49-F238E27FC236}">
                <a16:creationId xmlns:a16="http://schemas.microsoft.com/office/drawing/2014/main" id="{516D0E3A-0719-64AB-54D1-64F80BE164A7}"/>
              </a:ext>
            </a:extLst>
          </p:cNvPr>
          <p:cNvSpPr>
            <a:spLocks noGrp="1"/>
          </p:cNvSpPr>
          <p:nvPr>
            <p:ph type="body" sz="quarter" idx="19" hasCustomPrompt="1"/>
          </p:nvPr>
        </p:nvSpPr>
        <p:spPr>
          <a:xfrm>
            <a:off x="1" y="0"/>
            <a:ext cx="4656512" cy="6858000"/>
          </a:xfrm>
          <a:prstGeom prst="rect">
            <a:avLst/>
          </a:prstGeom>
        </p:spPr>
        <p:txBody>
          <a:bodyPr wrap="none" lIns="0" tIns="972000" rIns="0" bIns="0" anchor="t" anchorCtr="0">
            <a:noAutofit/>
          </a:bodyPr>
          <a:lstStyle>
            <a:lvl1pPr algn="r">
              <a:defRPr sz="39988" spc="-300">
                <a:solidFill>
                  <a:schemeClr val="tx1"/>
                </a:solidFill>
              </a:defRPr>
            </a:lvl1pPr>
          </a:lstStyle>
          <a:p>
            <a:pPr lvl="0"/>
            <a:r>
              <a:rPr lang="en-GB"/>
              <a:t>01</a:t>
            </a:r>
            <a:endParaRPr lang="en-PL"/>
          </a:p>
        </p:txBody>
      </p:sp>
      <p:sp>
        <p:nvSpPr>
          <p:cNvPr id="16" name="Date Placeholder 15">
            <a:extLst>
              <a:ext uri="{FF2B5EF4-FFF2-40B4-BE49-F238E27FC236}">
                <a16:creationId xmlns:a16="http://schemas.microsoft.com/office/drawing/2014/main" id="{49CD99F0-AA6A-8A74-80DA-FCF12D30E56D}"/>
              </a:ext>
            </a:extLst>
          </p:cNvPr>
          <p:cNvSpPr>
            <a:spLocks noGrp="1"/>
          </p:cNvSpPr>
          <p:nvPr>
            <p:ph type="dt" sz="half" idx="20"/>
          </p:nvPr>
        </p:nvSpPr>
        <p:spPr/>
        <p:txBody>
          <a:bodyPr/>
          <a:lstStyle/>
          <a:p>
            <a:pPr>
              <a:spcBef>
                <a:spcPts val="1000"/>
              </a:spcBef>
            </a:pPr>
            <a:r>
              <a:rPr lang="en-IN"/>
              <a:t>Company Confidential © Capgemini 2026. All rights reserved.</a:t>
            </a:r>
            <a:endParaRPr lang="en-US"/>
          </a:p>
        </p:txBody>
      </p:sp>
      <p:sp>
        <p:nvSpPr>
          <p:cNvPr id="17" name="Footer Placeholder 16">
            <a:extLst>
              <a:ext uri="{FF2B5EF4-FFF2-40B4-BE49-F238E27FC236}">
                <a16:creationId xmlns:a16="http://schemas.microsoft.com/office/drawing/2014/main" id="{F17F6240-FF3A-51A1-CB87-F17DD5B550AC}"/>
              </a:ext>
            </a:extLst>
          </p:cNvPr>
          <p:cNvSpPr>
            <a:spLocks noGrp="1"/>
          </p:cNvSpPr>
          <p:nvPr>
            <p:ph type="ftr" sz="quarter" idx="21"/>
          </p:nvPr>
        </p:nvSpPr>
        <p:spPr/>
        <p:txBody>
          <a:bodyPr/>
          <a:lstStyle/>
          <a:p>
            <a:pPr>
              <a:spcBef>
                <a:spcPts val="1000"/>
              </a:spcBef>
            </a:pPr>
            <a:r>
              <a:rPr lang="en-US"/>
              <a:t>AI Data Copilot - AskData</a:t>
            </a:r>
          </a:p>
        </p:txBody>
      </p:sp>
      <p:sp>
        <p:nvSpPr>
          <p:cNvPr id="18" name="Slide Number Placeholder 17">
            <a:extLst>
              <a:ext uri="{FF2B5EF4-FFF2-40B4-BE49-F238E27FC236}">
                <a16:creationId xmlns:a16="http://schemas.microsoft.com/office/drawing/2014/main" id="{325C9A5C-680C-6EA0-3B81-433A858DD497}"/>
              </a:ext>
            </a:extLst>
          </p:cNvPr>
          <p:cNvSpPr>
            <a:spLocks noGrp="1"/>
          </p:cNvSpPr>
          <p:nvPr>
            <p:ph type="sldNum" sz="quarter" idx="22"/>
          </p:nvPr>
        </p:nvSpPr>
        <p:spPr/>
        <p:txBody>
          <a:bodyPr/>
          <a:lstStyle/>
          <a:p>
            <a:pPr algn="r"/>
            <a:fld id="{5D9A5160-6218-4E5A-B9E6-B93E3DAE377C}" type="slidenum">
              <a:rPr lang="en-US" smtClean="0"/>
              <a:pPr algn="r"/>
              <a:t>‹#›</a:t>
            </a:fld>
            <a:endParaRPr lang="en-US"/>
          </a:p>
        </p:txBody>
      </p:sp>
      <p:sp>
        <p:nvSpPr>
          <p:cNvPr id="4" name="Title 5">
            <a:extLst>
              <a:ext uri="{FF2B5EF4-FFF2-40B4-BE49-F238E27FC236}">
                <a16:creationId xmlns:a16="http://schemas.microsoft.com/office/drawing/2014/main" id="{E5F80359-918C-7AFB-2EA7-23FDF6AB202A}"/>
              </a:ext>
            </a:extLst>
          </p:cNvPr>
          <p:cNvSpPr>
            <a:spLocks noGrp="1"/>
          </p:cNvSpPr>
          <p:nvPr>
            <p:ph type="title" hasCustomPrompt="1"/>
          </p:nvPr>
        </p:nvSpPr>
        <p:spPr>
          <a:xfrm>
            <a:off x="5158031" y="4658810"/>
            <a:ext cx="6485976" cy="1672542"/>
          </a:xfrm>
        </p:spPr>
        <p:txBody>
          <a:bodyPr vert="horz" lIns="0" tIns="0" rIns="0" bIns="0" rtlCol="0" anchor="t">
            <a:noAutofit/>
          </a:bodyPr>
          <a:lstStyle>
            <a:lvl1pPr>
              <a:spcBef>
                <a:spcPts val="0"/>
              </a:spcBef>
              <a:defRPr lang="en-US" sz="4799">
                <a:solidFill>
                  <a:schemeClr val="tx1"/>
                </a:solidFill>
                <a:latin typeface="+mn-lt"/>
                <a:ea typeface="+mn-ea"/>
                <a:cs typeface="+mn-cs"/>
              </a:defRPr>
            </a:lvl1pPr>
          </a:lstStyle>
          <a:p>
            <a:pPr lvl="0">
              <a:lnSpc>
                <a:spcPct val="100000"/>
              </a:lnSpc>
              <a:spcBef>
                <a:spcPts val="1799"/>
              </a:spcBef>
              <a:buFont typeface="Arial" panose="020B0604020202020204" pitchFamily="34" charset="0"/>
            </a:pPr>
            <a:r>
              <a:rPr lang="en-US"/>
              <a:t>Click to add title</a:t>
            </a:r>
          </a:p>
        </p:txBody>
      </p:sp>
      <p:sp>
        <p:nvSpPr>
          <p:cNvPr id="6" name="Gradient Placeholder 5">
            <a:extLst>
              <a:ext uri="{FF2B5EF4-FFF2-40B4-BE49-F238E27FC236}">
                <a16:creationId xmlns:a16="http://schemas.microsoft.com/office/drawing/2014/main" id="{A495C13D-43B0-F211-D4C3-5938F144C6C6}"/>
              </a:ext>
            </a:extLst>
          </p:cNvPr>
          <p:cNvSpPr>
            <a:spLocks noGrp="1"/>
          </p:cNvSpPr>
          <p:nvPr>
            <p:ph type="body" sz="quarter" idx="28" hasCustomPrompt="1"/>
          </p:nvPr>
        </p:nvSpPr>
        <p:spPr>
          <a:xfrm>
            <a:off x="5158031" y="4257063"/>
            <a:ext cx="7030794" cy="180000"/>
          </a:xfr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a:defRPr kumimoji="0" lang="en-US" sz="700" b="0" i="0" u="none" strike="noStrike" kern="0" cap="none" spc="0" normalizeH="0" baseline="0" dirty="0" smtClean="0">
                <a:ln>
                  <a:noFill/>
                </a:ln>
                <a:solidFill>
                  <a:schemeClr val="tx2"/>
                </a:solidFill>
                <a:effectLst/>
                <a:uLnTx/>
                <a:uFillTx/>
                <a:latin typeface="Ubuntu"/>
              </a:defRPr>
            </a:lvl1pPr>
          </a:lstStyle>
          <a:p>
            <a:pPr lvl="0" algn="ctr">
              <a:spcBef>
                <a:spcPts val="0"/>
              </a:spcBef>
              <a:buFontTx/>
            </a:pPr>
            <a:r>
              <a:rPr lang="en-US"/>
              <a:t>Gradient in placeholder</a:t>
            </a:r>
          </a:p>
        </p:txBody>
      </p:sp>
      <p:sp>
        <p:nvSpPr>
          <p:cNvPr id="5" name="Logo Placeholder 7">
            <a:extLst>
              <a:ext uri="{FF2B5EF4-FFF2-40B4-BE49-F238E27FC236}">
                <a16:creationId xmlns:a16="http://schemas.microsoft.com/office/drawing/2014/main" id="{0B3C3CBD-E738-C78E-0E05-CABF012E6391}"/>
              </a:ext>
            </a:extLst>
          </p:cNvPr>
          <p:cNvSpPr>
            <a:spLocks noGrp="1"/>
          </p:cNvSpPr>
          <p:nvPr>
            <p:ph type="body" sz="quarter" idx="40" hasCustomPrompt="1"/>
          </p:nvPr>
        </p:nvSpPr>
        <p:spPr>
          <a:xfrm>
            <a:off x="11762562" y="128961"/>
            <a:ext cx="268976" cy="335806"/>
          </a:xfrm>
          <a:blipFill>
            <a:blip>
              <a:extLst>
                <a:ext uri="{96DAC541-7B7A-43D3-8B79-37D633B846F1}">
                  <asvg:svgBlip xmlns:asvg="http://schemas.microsoft.com/office/drawing/2016/SVG/main" r:embed="rId2"/>
                </a:ext>
              </a:extLst>
            </a:blip>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Tree>
    <p:extLst>
      <p:ext uri="{BB962C8B-B14F-4D97-AF65-F5344CB8AC3E}">
        <p14:creationId xmlns:p14="http://schemas.microsoft.com/office/powerpoint/2010/main" val="23315254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9BB1339-F341-E41B-4A76-E0462FDC1FEA}"/>
              </a:ext>
            </a:extLst>
          </p:cNvPr>
          <p:cNvSpPr/>
          <p:nvPr userDrawn="1"/>
        </p:nvSpPr>
        <p:spPr>
          <a:xfrm rot="16200000">
            <a:off x="-51730" y="3339025"/>
            <a:ext cx="6857998" cy="179953"/>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126"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3" name="Date Placeholder 2">
            <a:extLst>
              <a:ext uri="{FF2B5EF4-FFF2-40B4-BE49-F238E27FC236}">
                <a16:creationId xmlns:a16="http://schemas.microsoft.com/office/drawing/2014/main" id="{8811E274-2B57-BD57-2F68-DBB426EFCE65}"/>
              </a:ext>
            </a:extLst>
          </p:cNvPr>
          <p:cNvSpPr>
            <a:spLocks noGrp="1"/>
          </p:cNvSpPr>
          <p:nvPr>
            <p:ph type="dt" sz="half" idx="19"/>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09CE6D32-8A75-0D6E-E71F-DAACF84605EC}"/>
              </a:ext>
            </a:extLst>
          </p:cNvPr>
          <p:cNvSpPr>
            <a:spLocks noGrp="1"/>
          </p:cNvSpPr>
          <p:nvPr>
            <p:ph type="ftr" sz="quarter" idx="20"/>
          </p:nvPr>
        </p:nvSpPr>
        <p:spPr/>
        <p:txBody>
          <a:bodyPr/>
          <a:lstStyle/>
          <a:p>
            <a:pPr>
              <a:spcBef>
                <a:spcPts val="1000"/>
              </a:spcBef>
            </a:pPr>
            <a:r>
              <a:rPr lang="en-US"/>
              <a:t>AI Data Copilot - AskData</a:t>
            </a:r>
          </a:p>
        </p:txBody>
      </p:sp>
      <p:sp>
        <p:nvSpPr>
          <p:cNvPr id="6" name="Slide Number Placeholder 5">
            <a:extLst>
              <a:ext uri="{FF2B5EF4-FFF2-40B4-BE49-F238E27FC236}">
                <a16:creationId xmlns:a16="http://schemas.microsoft.com/office/drawing/2014/main" id="{0977DCB7-EB08-EC5A-73FF-FB5F850C5C25}"/>
              </a:ext>
            </a:extLst>
          </p:cNvPr>
          <p:cNvSpPr>
            <a:spLocks noGrp="1"/>
          </p:cNvSpPr>
          <p:nvPr>
            <p:ph type="sldNum" sz="quarter" idx="21"/>
          </p:nvPr>
        </p:nvSpPr>
        <p:spPr/>
        <p:txBody>
          <a:bodyPr/>
          <a:lstStyle/>
          <a:p>
            <a:pPr algn="r"/>
            <a:fld id="{5D9A5160-6218-4E5A-B9E6-B93E3DAE377C}" type="slidenum">
              <a:rPr lang="en-US" smtClean="0"/>
              <a:pPr algn="r"/>
              <a:t>‹#›</a:t>
            </a:fld>
            <a:endParaRPr lang="en-US"/>
          </a:p>
        </p:txBody>
      </p:sp>
      <p:sp>
        <p:nvSpPr>
          <p:cNvPr id="9" name="Text Placeholder 4">
            <a:extLst>
              <a:ext uri="{FF2B5EF4-FFF2-40B4-BE49-F238E27FC236}">
                <a16:creationId xmlns:a16="http://schemas.microsoft.com/office/drawing/2014/main" id="{B4666C08-BC72-FDBE-1461-F2EECABF4D42}"/>
              </a:ext>
            </a:extLst>
          </p:cNvPr>
          <p:cNvSpPr>
            <a:spLocks noGrp="1"/>
          </p:cNvSpPr>
          <p:nvPr>
            <p:ph type="body" sz="quarter" idx="23" hasCustomPrompt="1"/>
          </p:nvPr>
        </p:nvSpPr>
        <p:spPr>
          <a:xfrm>
            <a:off x="-433" y="0"/>
            <a:ext cx="2735591" cy="2924175"/>
          </a:xfrm>
        </p:spPr>
        <p:txBody>
          <a:bodyPr vert="vert270" wrap="none" lIns="0" tIns="0" rIns="0" bIns="0" rtlCol="0" anchor="t" anchorCtr="0">
            <a:noAutofit/>
          </a:bodyPr>
          <a:lstStyle>
            <a:lvl1pPr>
              <a:defRPr lang="en-US" sz="16595" b="0" cap="none" spc="0" baseline="0" dirty="0" smtClean="0"/>
            </a:lvl1pPr>
          </a:lstStyle>
          <a:p>
            <a:pPr lvl="0">
              <a:spcBef>
                <a:spcPts val="0"/>
              </a:spcBef>
            </a:pPr>
            <a:r>
              <a:rPr lang="en-US"/>
              <a:t>01</a:t>
            </a:r>
          </a:p>
        </p:txBody>
      </p:sp>
      <p:sp>
        <p:nvSpPr>
          <p:cNvPr id="11" name="Title 5">
            <a:extLst>
              <a:ext uri="{FF2B5EF4-FFF2-40B4-BE49-F238E27FC236}">
                <a16:creationId xmlns:a16="http://schemas.microsoft.com/office/drawing/2014/main" id="{0B6F8127-33BC-B324-58CF-854CD4CB9479}"/>
              </a:ext>
            </a:extLst>
          </p:cNvPr>
          <p:cNvSpPr>
            <a:spLocks noGrp="1"/>
          </p:cNvSpPr>
          <p:nvPr>
            <p:ph type="title" hasCustomPrompt="1"/>
          </p:nvPr>
        </p:nvSpPr>
        <p:spPr>
          <a:xfrm>
            <a:off x="4252589" y="1510497"/>
            <a:ext cx="7391418" cy="2887883"/>
          </a:xfrm>
        </p:spPr>
        <p:txBody>
          <a:bodyPr vert="horz" lIns="0" tIns="0" rIns="0" bIns="0" rtlCol="0" anchor="t">
            <a:noAutofit/>
          </a:bodyPr>
          <a:lstStyle>
            <a:lvl1pPr>
              <a:spcBef>
                <a:spcPts val="0"/>
              </a:spcBef>
              <a:defRPr lang="en-US" sz="5398">
                <a:latin typeface="+mn-lt"/>
                <a:ea typeface="+mn-ea"/>
                <a:cs typeface="+mn-cs"/>
              </a:defRPr>
            </a:lvl1pPr>
          </a:lstStyle>
          <a:p>
            <a:pPr lvl="0">
              <a:lnSpc>
                <a:spcPct val="100000"/>
              </a:lnSpc>
              <a:spcBef>
                <a:spcPts val="1799"/>
              </a:spcBef>
              <a:buFont typeface="Arial" panose="020B0604020202020204" pitchFamily="34" charset="0"/>
            </a:pPr>
            <a:r>
              <a:rPr lang="en-US"/>
              <a:t>Click to add title</a:t>
            </a:r>
          </a:p>
        </p:txBody>
      </p:sp>
    </p:spTree>
    <p:extLst>
      <p:ext uri="{BB962C8B-B14F-4D97-AF65-F5344CB8AC3E}">
        <p14:creationId xmlns:p14="http://schemas.microsoft.com/office/powerpoint/2010/main" val="20475571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Photo 2">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8AD156C1-F91F-57E6-BFA6-A0059404D219}"/>
              </a:ext>
            </a:extLst>
          </p:cNvPr>
          <p:cNvSpPr>
            <a:spLocks noGrp="1"/>
          </p:cNvSpPr>
          <p:nvPr>
            <p:ph type="pic" sz="quarter" idx="13" hasCustomPrompt="1"/>
          </p:nvPr>
        </p:nvSpPr>
        <p:spPr>
          <a:xfrm>
            <a:off x="-1" y="0"/>
            <a:ext cx="12188826"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sp>
        <p:nvSpPr>
          <p:cNvPr id="4" name="Date Placeholder 3">
            <a:extLst>
              <a:ext uri="{FF2B5EF4-FFF2-40B4-BE49-F238E27FC236}">
                <a16:creationId xmlns:a16="http://schemas.microsoft.com/office/drawing/2014/main" id="{56929497-8122-9A44-6DDD-AD4C0F8B2084}"/>
              </a:ext>
            </a:extLst>
          </p:cNvPr>
          <p:cNvSpPr>
            <a:spLocks noGrp="1"/>
          </p:cNvSpPr>
          <p:nvPr>
            <p:ph type="dt" sz="half" idx="19"/>
          </p:nvPr>
        </p:nvSpPr>
        <p:spPr/>
        <p:txBody>
          <a:bodyPr/>
          <a:lstStyle/>
          <a:p>
            <a:pPr>
              <a:spcBef>
                <a:spcPts val="1000"/>
              </a:spcBef>
            </a:pPr>
            <a:r>
              <a:rPr lang="en-IN"/>
              <a:t>Company Confidential © Capgemini 2026. All rights reserved.</a:t>
            </a:r>
            <a:endParaRPr lang="en-US"/>
          </a:p>
        </p:txBody>
      </p:sp>
      <p:sp>
        <p:nvSpPr>
          <p:cNvPr id="14" name="Slide Number Placeholder 13">
            <a:extLst>
              <a:ext uri="{FF2B5EF4-FFF2-40B4-BE49-F238E27FC236}">
                <a16:creationId xmlns:a16="http://schemas.microsoft.com/office/drawing/2014/main" id="{715D5173-A014-ABE6-88BB-A9337A5DDDB5}"/>
              </a:ext>
            </a:extLst>
          </p:cNvPr>
          <p:cNvSpPr>
            <a:spLocks noGrp="1"/>
          </p:cNvSpPr>
          <p:nvPr>
            <p:ph type="sldNum" sz="quarter" idx="21"/>
          </p:nvPr>
        </p:nvSpPr>
        <p:spPr/>
        <p:txBody>
          <a:bodyPr/>
          <a:lstStyle/>
          <a:p>
            <a:pPr algn="r"/>
            <a:fld id="{5D9A5160-6218-4E5A-B9E6-B93E3DAE377C}" type="slidenum">
              <a:rPr lang="en-US" smtClean="0"/>
              <a:pPr algn="r"/>
              <a:t>‹#›</a:t>
            </a:fld>
            <a:endParaRPr lang="en-US"/>
          </a:p>
        </p:txBody>
      </p:sp>
      <p:sp>
        <p:nvSpPr>
          <p:cNvPr id="5" name="Text Placeholder 4">
            <a:extLst>
              <a:ext uri="{FF2B5EF4-FFF2-40B4-BE49-F238E27FC236}">
                <a16:creationId xmlns:a16="http://schemas.microsoft.com/office/drawing/2014/main" id="{13682657-FA28-8301-9AF3-F2AE614DCDE3}"/>
              </a:ext>
            </a:extLst>
          </p:cNvPr>
          <p:cNvSpPr>
            <a:spLocks noGrp="1"/>
          </p:cNvSpPr>
          <p:nvPr>
            <p:ph type="body" sz="quarter" idx="22" hasCustomPrompt="1"/>
          </p:nvPr>
        </p:nvSpPr>
        <p:spPr>
          <a:xfrm>
            <a:off x="-433" y="0"/>
            <a:ext cx="2735591" cy="2924175"/>
          </a:xfrm>
        </p:spPr>
        <p:txBody>
          <a:bodyPr vert="vert270" wrap="none" lIns="0" tIns="0" rIns="0" bIns="0" rtlCol="0" anchor="t" anchorCtr="0">
            <a:noAutofit/>
          </a:bodyPr>
          <a:lstStyle>
            <a:lvl1pPr>
              <a:defRPr lang="en-US" sz="16595" b="0" cap="none" spc="0" baseline="0" dirty="0" smtClean="0">
                <a:solidFill>
                  <a:schemeClr val="tx1"/>
                </a:solidFill>
              </a:defRPr>
            </a:lvl1pPr>
          </a:lstStyle>
          <a:p>
            <a:pPr lvl="0">
              <a:spcBef>
                <a:spcPts val="0"/>
              </a:spcBef>
            </a:pPr>
            <a:r>
              <a:rPr lang="en-US"/>
              <a:t>01</a:t>
            </a:r>
          </a:p>
        </p:txBody>
      </p:sp>
      <p:sp>
        <p:nvSpPr>
          <p:cNvPr id="9" name="Title 5">
            <a:extLst>
              <a:ext uri="{FF2B5EF4-FFF2-40B4-BE49-F238E27FC236}">
                <a16:creationId xmlns:a16="http://schemas.microsoft.com/office/drawing/2014/main" id="{1861857D-180D-4FE5-399B-DE08A8B1548C}"/>
              </a:ext>
            </a:extLst>
          </p:cNvPr>
          <p:cNvSpPr>
            <a:spLocks noGrp="1"/>
          </p:cNvSpPr>
          <p:nvPr>
            <p:ph type="title" hasCustomPrompt="1"/>
          </p:nvPr>
        </p:nvSpPr>
        <p:spPr>
          <a:xfrm>
            <a:off x="4252589" y="1510497"/>
            <a:ext cx="7391418" cy="2887883"/>
          </a:xfrm>
        </p:spPr>
        <p:txBody>
          <a:bodyPr vert="horz" lIns="0" tIns="0" rIns="0" bIns="0" rtlCol="0" anchor="t">
            <a:noAutofit/>
          </a:bodyPr>
          <a:lstStyle>
            <a:lvl1pPr>
              <a:spcBef>
                <a:spcPts val="0"/>
              </a:spcBef>
              <a:defRPr lang="en-US" sz="5398">
                <a:solidFill>
                  <a:schemeClr val="tx1"/>
                </a:solidFill>
                <a:latin typeface="+mn-lt"/>
                <a:ea typeface="+mn-ea"/>
                <a:cs typeface="+mn-cs"/>
              </a:defRPr>
            </a:lvl1pPr>
          </a:lstStyle>
          <a:p>
            <a:pPr lvl="0">
              <a:lnSpc>
                <a:spcPct val="100000"/>
              </a:lnSpc>
              <a:spcBef>
                <a:spcPts val="1799"/>
              </a:spcBef>
              <a:buFont typeface="Arial" panose="020B0604020202020204" pitchFamily="34" charset="0"/>
            </a:pPr>
            <a:r>
              <a:rPr lang="en-US"/>
              <a:t>Click to add title</a:t>
            </a:r>
          </a:p>
        </p:txBody>
      </p:sp>
      <p:sp>
        <p:nvSpPr>
          <p:cNvPr id="7" name="Gradient Placeholder 5">
            <a:extLst>
              <a:ext uri="{FF2B5EF4-FFF2-40B4-BE49-F238E27FC236}">
                <a16:creationId xmlns:a16="http://schemas.microsoft.com/office/drawing/2014/main" id="{0571978A-A079-2CFE-0A83-D7D525496E16}"/>
              </a:ext>
            </a:extLst>
          </p:cNvPr>
          <p:cNvSpPr>
            <a:spLocks noGrp="1"/>
          </p:cNvSpPr>
          <p:nvPr>
            <p:ph type="body" sz="quarter" idx="28" hasCustomPrompt="1"/>
          </p:nvPr>
        </p:nvSpPr>
        <p:spPr>
          <a:xfrm rot="16200000">
            <a:off x="-51730" y="3339025"/>
            <a:ext cx="6857998" cy="179953"/>
          </a:xfr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a:defRPr kumimoji="0" lang="en-US" sz="700" b="0" i="0" u="none" strike="noStrike" kern="0" cap="none" spc="0" normalizeH="0" baseline="0" dirty="0" smtClean="0">
                <a:ln>
                  <a:noFill/>
                </a:ln>
                <a:solidFill>
                  <a:schemeClr val="accent2"/>
                </a:solidFill>
                <a:effectLst/>
                <a:uLnTx/>
                <a:uFillTx/>
                <a:latin typeface="Ubuntu"/>
              </a:defRPr>
            </a:lvl1pPr>
          </a:lstStyle>
          <a:p>
            <a:pPr lvl="0" algn="ctr">
              <a:spcBef>
                <a:spcPts val="0"/>
              </a:spcBef>
              <a:buFontTx/>
            </a:pPr>
            <a:r>
              <a:rPr lang="en-US"/>
              <a:t>Gradient in placeholder</a:t>
            </a:r>
          </a:p>
        </p:txBody>
      </p:sp>
      <p:sp>
        <p:nvSpPr>
          <p:cNvPr id="6" name="Footer Placeholder 5">
            <a:extLst>
              <a:ext uri="{FF2B5EF4-FFF2-40B4-BE49-F238E27FC236}">
                <a16:creationId xmlns:a16="http://schemas.microsoft.com/office/drawing/2014/main" id="{F00853BC-BEFF-4053-AD58-C0C6CB7301CA}"/>
              </a:ext>
            </a:extLst>
          </p:cNvPr>
          <p:cNvSpPr>
            <a:spLocks noGrp="1"/>
          </p:cNvSpPr>
          <p:nvPr>
            <p:ph type="ftr" sz="quarter" idx="20"/>
          </p:nvPr>
        </p:nvSpPr>
        <p:spPr/>
        <p:txBody>
          <a:bodyPr/>
          <a:lstStyle/>
          <a:p>
            <a:pPr>
              <a:spcBef>
                <a:spcPts val="1000"/>
              </a:spcBef>
            </a:pPr>
            <a:r>
              <a:rPr lang="en-US"/>
              <a:t>AI Data Copilot - AskData</a:t>
            </a:r>
          </a:p>
        </p:txBody>
      </p:sp>
      <p:sp>
        <p:nvSpPr>
          <p:cNvPr id="3" name="Logo Placeholder 7">
            <a:extLst>
              <a:ext uri="{FF2B5EF4-FFF2-40B4-BE49-F238E27FC236}">
                <a16:creationId xmlns:a16="http://schemas.microsoft.com/office/drawing/2014/main" id="{DCFC13AE-0F74-A4CB-F711-D9650A2D5CC3}"/>
              </a:ext>
            </a:extLst>
          </p:cNvPr>
          <p:cNvSpPr>
            <a:spLocks noGrp="1"/>
          </p:cNvSpPr>
          <p:nvPr>
            <p:ph type="body" sz="quarter" idx="40" hasCustomPrompt="1"/>
          </p:nvPr>
        </p:nvSpPr>
        <p:spPr>
          <a:xfrm>
            <a:off x="11762562" y="128961"/>
            <a:ext cx="268976" cy="335806"/>
          </a:xfrm>
          <a:blipFill>
            <a:blip>
              <a:extLst>
                <a:ext uri="{96DAC541-7B7A-43D3-8B79-37D633B846F1}">
                  <asvg:svgBlip xmlns:asvg="http://schemas.microsoft.com/office/drawing/2016/SVG/main" r:embed="rId2"/>
                </a:ext>
              </a:extLst>
            </a:blip>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Tree>
    <p:extLst>
      <p:ext uri="{BB962C8B-B14F-4D97-AF65-F5344CB8AC3E}">
        <p14:creationId xmlns:p14="http://schemas.microsoft.com/office/powerpoint/2010/main" val="1538368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D05BE089-2489-3604-1BFA-99F26E2657A3}"/>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27DD8718-6D0F-15C6-4CBD-55C472C3C492}"/>
              </a:ext>
            </a:extLst>
          </p:cNvPr>
          <p:cNvSpPr>
            <a:spLocks noGrp="1"/>
          </p:cNvSpPr>
          <p:nvPr>
            <p:ph type="ftr" sz="quarter" idx="11"/>
          </p:nvPr>
        </p:nvSpPr>
        <p:spPr/>
        <p:txBody>
          <a:bodyPr/>
          <a:lstStyle/>
          <a:p>
            <a:pPr>
              <a:spcBef>
                <a:spcPts val="1000"/>
              </a:spcBef>
            </a:pPr>
            <a:r>
              <a:rPr lang="en-US"/>
              <a:t>AI Data Copilot - AskData</a:t>
            </a:r>
          </a:p>
        </p:txBody>
      </p:sp>
      <p:sp>
        <p:nvSpPr>
          <p:cNvPr id="6" name="Slide Number Placeholder 5">
            <a:extLst>
              <a:ext uri="{FF2B5EF4-FFF2-40B4-BE49-F238E27FC236}">
                <a16:creationId xmlns:a16="http://schemas.microsoft.com/office/drawing/2014/main" id="{A98A8975-BB8E-4570-BA8F-A91834025269}"/>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25221090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350D4F91-45C7-417B-8E2B-E8F582B53B82}"/>
              </a:ext>
            </a:extLst>
          </p:cNvPr>
          <p:cNvSpPr>
            <a:spLocks noGrp="1"/>
          </p:cNvSpPr>
          <p:nvPr>
            <p:ph type="title"/>
          </p:nvPr>
        </p:nvSpPr>
        <p:spPr/>
        <p:txBody>
          <a:bodyPr/>
          <a:lstStyle/>
          <a:p>
            <a:r>
              <a:rPr lang="en-US"/>
              <a:t>Click to edit Master title style</a:t>
            </a:r>
          </a:p>
        </p:txBody>
      </p:sp>
      <p:sp>
        <p:nvSpPr>
          <p:cNvPr id="2" name="Date Placeholder 2">
            <a:extLst>
              <a:ext uri="{FF2B5EF4-FFF2-40B4-BE49-F238E27FC236}">
                <a16:creationId xmlns:a16="http://schemas.microsoft.com/office/drawing/2014/main" id="{99306ACD-4B29-8E5F-CEAE-0A4130A2B129}"/>
              </a:ext>
            </a:extLst>
          </p:cNvPr>
          <p:cNvSpPr>
            <a:spLocks noGrp="1"/>
          </p:cNvSpPr>
          <p:nvPr>
            <p:ph type="dt" sz="half" idx="10"/>
          </p:nvPr>
        </p:nvSpPr>
        <p:spPr>
          <a:xfrm>
            <a:off x="9807372" y="6650662"/>
            <a:ext cx="1830733" cy="123111"/>
          </a:xfrm>
        </p:spPr>
        <p:txBody>
          <a:bodyPr/>
          <a:lstStyle/>
          <a:p>
            <a:pPr>
              <a:spcBef>
                <a:spcPts val="1000"/>
              </a:spcBef>
            </a:pPr>
            <a:r>
              <a:rPr lang="en-IN"/>
              <a:t>Company Confidential © Capgemini 2026. All rights reserved.</a:t>
            </a:r>
            <a:endParaRPr lang="en-US"/>
          </a:p>
        </p:txBody>
      </p:sp>
      <p:sp>
        <p:nvSpPr>
          <p:cNvPr id="3" name="Footer Placeholder 3">
            <a:extLst>
              <a:ext uri="{FF2B5EF4-FFF2-40B4-BE49-F238E27FC236}">
                <a16:creationId xmlns:a16="http://schemas.microsoft.com/office/drawing/2014/main" id="{FECBB16A-805B-3B5D-1E79-F0C42EA5A57B}"/>
              </a:ext>
            </a:extLst>
          </p:cNvPr>
          <p:cNvSpPr>
            <a:spLocks noGrp="1"/>
          </p:cNvSpPr>
          <p:nvPr>
            <p:ph type="ftr" sz="quarter" idx="11"/>
          </p:nvPr>
        </p:nvSpPr>
        <p:spPr>
          <a:xfrm>
            <a:off x="550719" y="6650662"/>
            <a:ext cx="4715296" cy="123111"/>
          </a:xfrm>
        </p:spPr>
        <p:txBody>
          <a:bodyPr/>
          <a:lstStyle/>
          <a:p>
            <a:pPr>
              <a:spcBef>
                <a:spcPts val="1000"/>
              </a:spcBef>
            </a:pPr>
            <a:r>
              <a:rPr lang="en-US"/>
              <a:t>AI Data Copilot - AskData</a:t>
            </a:r>
          </a:p>
        </p:txBody>
      </p:sp>
      <p:sp>
        <p:nvSpPr>
          <p:cNvPr id="4" name="Slide Number Placeholder 5">
            <a:extLst>
              <a:ext uri="{FF2B5EF4-FFF2-40B4-BE49-F238E27FC236}">
                <a16:creationId xmlns:a16="http://schemas.microsoft.com/office/drawing/2014/main" id="{1E37C438-6ED9-31E9-4818-BEB94770E1F0}"/>
              </a:ext>
            </a:extLst>
          </p:cNvPr>
          <p:cNvSpPr>
            <a:spLocks noGrp="1"/>
          </p:cNvSpPr>
          <p:nvPr>
            <p:ph type="sldNum" sz="quarter" idx="12"/>
          </p:nvPr>
        </p:nvSpPr>
        <p:spPr>
          <a:xfrm>
            <a:off x="11775274" y="6650662"/>
            <a:ext cx="232604" cy="123111"/>
          </a:xfrm>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14857831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Only Chapterbox">
    <p:spTree>
      <p:nvGrpSpPr>
        <p:cNvPr id="1" name=""/>
        <p:cNvGrpSpPr/>
        <p:nvPr/>
      </p:nvGrpSpPr>
      <p:grpSpPr>
        <a:xfrm>
          <a:off x="0" y="0"/>
          <a:ext cx="0" cy="0"/>
          <a:chOff x="0" y="0"/>
          <a:chExt cx="0" cy="0"/>
        </a:xfrm>
      </p:grpSpPr>
      <p:sp>
        <p:nvSpPr>
          <p:cNvPr id="10" name="Date Placeholder 9">
            <a:extLst>
              <a:ext uri="{FF2B5EF4-FFF2-40B4-BE49-F238E27FC236}">
                <a16:creationId xmlns:a16="http://schemas.microsoft.com/office/drawing/2014/main" id="{E6C6CF10-71F7-EE78-C2BD-6C8E84F961BE}"/>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089A870A-6E3E-31EB-C34E-7847CE40D3BF}"/>
              </a:ext>
            </a:extLst>
          </p:cNvPr>
          <p:cNvSpPr>
            <a:spLocks noGrp="1"/>
          </p:cNvSpPr>
          <p:nvPr>
            <p:ph type="ftr" sz="quarter" idx="11"/>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69B47629-0F7D-C086-6180-6C8A8A265B4A}"/>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
        <p:nvSpPr>
          <p:cNvPr id="3" name="Chapter Placeholder 2">
            <a:extLst>
              <a:ext uri="{FF2B5EF4-FFF2-40B4-BE49-F238E27FC236}">
                <a16:creationId xmlns:a16="http://schemas.microsoft.com/office/drawing/2014/main" id="{23CF6BB0-AE4E-8C5D-62B2-A2216E42A57E}"/>
              </a:ext>
            </a:extLst>
          </p:cNvPr>
          <p:cNvSpPr>
            <a:spLocks noGrp="1"/>
          </p:cNvSpPr>
          <p:nvPr>
            <p:ph type="body" sz="quarter" idx="13" hasCustomPrompt="1"/>
          </p:nvPr>
        </p:nvSpPr>
        <p:spPr>
          <a:xfrm>
            <a:off x="550720" y="266219"/>
            <a:ext cx="11086865" cy="161001"/>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
        <p:nvSpPr>
          <p:cNvPr id="2" name="Title Placeholder 4">
            <a:extLst>
              <a:ext uri="{FF2B5EF4-FFF2-40B4-BE49-F238E27FC236}">
                <a16:creationId xmlns:a16="http://schemas.microsoft.com/office/drawing/2014/main" id="{8616DD99-E5DF-50D2-33AF-495DCBE920C3}"/>
              </a:ext>
            </a:extLst>
          </p:cNvPr>
          <p:cNvSpPr>
            <a:spLocks noGrp="1"/>
          </p:cNvSpPr>
          <p:nvPr>
            <p:ph type="title"/>
          </p:nvPr>
        </p:nvSpPr>
        <p:spPr>
          <a:xfrm>
            <a:off x="551240" y="549274"/>
            <a:ext cx="11088050" cy="930372"/>
          </a:xfrm>
          <a:prstGeom prst="rect">
            <a:avLst/>
          </a:prstGeom>
        </p:spPr>
        <p:txBody>
          <a:bodyPr vert="horz" lIns="0" tIns="0" rIns="0" bIns="126000" rtlCol="0" anchor="b" anchorCtr="0">
            <a:noAutofit/>
          </a:bodyPr>
          <a:lstStyle/>
          <a:p>
            <a:pPr lvl="0"/>
            <a:r>
              <a:rPr lang="en-US"/>
              <a:t>Click to edit Master title style</a:t>
            </a:r>
            <a:endParaRPr lang="de-DE"/>
          </a:p>
        </p:txBody>
      </p:sp>
    </p:spTree>
    <p:extLst>
      <p:ext uri="{BB962C8B-B14F-4D97-AF65-F5344CB8AC3E}">
        <p14:creationId xmlns:p14="http://schemas.microsoft.com/office/powerpoint/2010/main" val="412347656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11" name="Text Placeholder 9">
            <a:extLst>
              <a:ext uri="{FF2B5EF4-FFF2-40B4-BE49-F238E27FC236}">
                <a16:creationId xmlns:a16="http://schemas.microsoft.com/office/drawing/2014/main" id="{0D6E650F-BA4C-6AA4-9148-F570EFB99F38}"/>
              </a:ext>
            </a:extLst>
          </p:cNvPr>
          <p:cNvSpPr>
            <a:spLocks noGrp="1"/>
          </p:cNvSpPr>
          <p:nvPr>
            <p:ph type="body" sz="quarter" idx="22"/>
          </p:nvPr>
        </p:nvSpPr>
        <p:spPr>
          <a:xfrm>
            <a:off x="550057" y="1634286"/>
            <a:ext cx="11088050" cy="307777"/>
          </a:xfrm>
          <a:prstGeom prst="rect">
            <a:avLst/>
          </a:prstGeom>
        </p:spPr>
        <p:txBody>
          <a:bodyPr vert="horz" lIns="0" tIns="0" rIns="0" bIns="0" rtlCol="0">
            <a:spAutoFit/>
          </a:bodyPr>
          <a:lstStyle>
            <a:lvl1pPr>
              <a:defRPr lang="en-US" sz="1999" b="1" smtClean="0">
                <a:solidFill>
                  <a:schemeClr val="tx2"/>
                </a:solidFill>
              </a:defRPr>
            </a:lvl1pPr>
          </a:lstStyle>
          <a:p>
            <a:pPr lvl="0"/>
            <a:r>
              <a:rPr lang="en-US"/>
              <a:t>Click to edit Master text styles</a:t>
            </a:r>
          </a:p>
        </p:txBody>
      </p:sp>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5" name="Title 4">
            <a:extLst>
              <a:ext uri="{FF2B5EF4-FFF2-40B4-BE49-F238E27FC236}">
                <a16:creationId xmlns:a16="http://schemas.microsoft.com/office/drawing/2014/main" id="{F51FE388-96EB-60B4-BDE5-75205588111D}"/>
              </a:ext>
            </a:extLst>
          </p:cNvPr>
          <p:cNvSpPr>
            <a:spLocks noGrp="1"/>
          </p:cNvSpPr>
          <p:nvPr>
            <p:ph type="title"/>
          </p:nvPr>
        </p:nvSpPr>
        <p:spPr/>
        <p:txBody>
          <a:bodyPr/>
          <a:lstStyle/>
          <a:p>
            <a:r>
              <a:rPr lang="en-US"/>
              <a:t>Click to edit Master title style</a:t>
            </a:r>
          </a:p>
        </p:txBody>
      </p:sp>
      <p:sp>
        <p:nvSpPr>
          <p:cNvPr id="6" name="Content Placeholder 5">
            <a:extLst>
              <a:ext uri="{FF2B5EF4-FFF2-40B4-BE49-F238E27FC236}">
                <a16:creationId xmlns:a16="http://schemas.microsoft.com/office/drawing/2014/main" id="{B1642B4B-22B4-952E-DD1B-30B2523729DC}"/>
              </a:ext>
            </a:extLst>
          </p:cNvPr>
          <p:cNvSpPr>
            <a:spLocks noGrp="1"/>
          </p:cNvSpPr>
          <p:nvPr>
            <p:ph sz="quarter" idx="31"/>
          </p:nvPr>
        </p:nvSpPr>
        <p:spPr>
          <a:xfrm>
            <a:off x="551240" y="2132856"/>
            <a:ext cx="11088050"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299400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1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7" name="Text Placeholder 9">
            <a:extLst>
              <a:ext uri="{FF2B5EF4-FFF2-40B4-BE49-F238E27FC236}">
                <a16:creationId xmlns:a16="http://schemas.microsoft.com/office/drawing/2014/main" id="{54880E18-9261-E63B-CB03-844BADE7AE64}"/>
              </a:ext>
            </a:extLst>
          </p:cNvPr>
          <p:cNvSpPr>
            <a:spLocks noGrp="1"/>
          </p:cNvSpPr>
          <p:nvPr>
            <p:ph type="body" sz="quarter" idx="22"/>
          </p:nvPr>
        </p:nvSpPr>
        <p:spPr>
          <a:xfrm>
            <a:off x="550057" y="1634286"/>
            <a:ext cx="11088050" cy="307777"/>
          </a:xfrm>
          <a:prstGeom prst="rect">
            <a:avLst/>
          </a:prstGeom>
        </p:spPr>
        <p:txBody>
          <a:bodyPr vert="horz" lIns="0" tIns="0" rIns="0" bIns="0" rtlCol="0">
            <a:spAutoFit/>
          </a:bodyPr>
          <a:lstStyle>
            <a:lvl1pPr>
              <a:defRPr lang="en-US" sz="1999" b="1" smtClean="0">
                <a:solidFill>
                  <a:schemeClr val="tx2"/>
                </a:solidFill>
              </a:defRPr>
            </a:lvl1pPr>
          </a:lstStyle>
          <a:p>
            <a:pPr lvl="0"/>
            <a:r>
              <a:rPr lang="en-US"/>
              <a:t>Click to edit Master text styles</a:t>
            </a:r>
          </a:p>
        </p:txBody>
      </p:sp>
      <p:sp>
        <p:nvSpPr>
          <p:cNvPr id="8" name="Title 4">
            <a:extLst>
              <a:ext uri="{FF2B5EF4-FFF2-40B4-BE49-F238E27FC236}">
                <a16:creationId xmlns:a16="http://schemas.microsoft.com/office/drawing/2014/main" id="{019E92FE-5A18-711B-5160-9AA65A58DEE3}"/>
              </a:ext>
            </a:extLst>
          </p:cNvPr>
          <p:cNvSpPr>
            <a:spLocks noGrp="1"/>
          </p:cNvSpPr>
          <p:nvPr>
            <p:ph type="title"/>
          </p:nvPr>
        </p:nvSpPr>
        <p:spPr>
          <a:xfrm>
            <a:off x="551240" y="549274"/>
            <a:ext cx="11088050" cy="930372"/>
          </a:xfrm>
        </p:spPr>
        <p:txBody>
          <a:bodyPr/>
          <a:lstStyle/>
          <a:p>
            <a:r>
              <a:rPr lang="en-US"/>
              <a:t>Click to edit Master title style</a:t>
            </a:r>
          </a:p>
        </p:txBody>
      </p:sp>
      <p:sp>
        <p:nvSpPr>
          <p:cNvPr id="10" name="Content Placeholder 5">
            <a:extLst>
              <a:ext uri="{FF2B5EF4-FFF2-40B4-BE49-F238E27FC236}">
                <a16:creationId xmlns:a16="http://schemas.microsoft.com/office/drawing/2014/main" id="{29DC02C4-69E4-1466-4B58-A9AE3DE4EE00}"/>
              </a:ext>
            </a:extLst>
          </p:cNvPr>
          <p:cNvSpPr>
            <a:spLocks noGrp="1"/>
          </p:cNvSpPr>
          <p:nvPr>
            <p:ph sz="quarter" idx="31"/>
          </p:nvPr>
        </p:nvSpPr>
        <p:spPr>
          <a:xfrm>
            <a:off x="551240" y="2132856"/>
            <a:ext cx="11088050"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hapter Placeholder 2">
            <a:extLst>
              <a:ext uri="{FF2B5EF4-FFF2-40B4-BE49-F238E27FC236}">
                <a16:creationId xmlns:a16="http://schemas.microsoft.com/office/drawing/2014/main" id="{87F47C03-95E0-E83E-1625-0EE59F600C92}"/>
              </a:ext>
            </a:extLst>
          </p:cNvPr>
          <p:cNvSpPr>
            <a:spLocks noGrp="1"/>
          </p:cNvSpPr>
          <p:nvPr>
            <p:ph type="body" sz="quarter" idx="13" hasCustomPrompt="1"/>
          </p:nvPr>
        </p:nvSpPr>
        <p:spPr>
          <a:xfrm>
            <a:off x="550720" y="266219"/>
            <a:ext cx="11086865" cy="161001"/>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341841925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5" name="Title 4">
            <a:extLst>
              <a:ext uri="{FF2B5EF4-FFF2-40B4-BE49-F238E27FC236}">
                <a16:creationId xmlns:a16="http://schemas.microsoft.com/office/drawing/2014/main" id="{F51FE388-96EB-60B4-BDE5-75205588111D}"/>
              </a:ext>
            </a:extLst>
          </p:cNvPr>
          <p:cNvSpPr>
            <a:spLocks noGrp="1"/>
          </p:cNvSpPr>
          <p:nvPr>
            <p:ph type="title"/>
          </p:nvPr>
        </p:nvSpPr>
        <p:spPr/>
        <p:txBody>
          <a:bodyPr/>
          <a:lstStyle/>
          <a:p>
            <a:r>
              <a:rPr lang="en-US"/>
              <a:t>Click to edit Master title style</a:t>
            </a:r>
          </a:p>
        </p:txBody>
      </p:sp>
      <p:sp>
        <p:nvSpPr>
          <p:cNvPr id="6" name="Text Placeholder 9">
            <a:extLst>
              <a:ext uri="{FF2B5EF4-FFF2-40B4-BE49-F238E27FC236}">
                <a16:creationId xmlns:a16="http://schemas.microsoft.com/office/drawing/2014/main" id="{D5413FD6-CC71-0BBC-BD58-8FB1021590FA}"/>
              </a:ext>
            </a:extLst>
          </p:cNvPr>
          <p:cNvSpPr>
            <a:spLocks noGrp="1"/>
          </p:cNvSpPr>
          <p:nvPr>
            <p:ph type="body" sz="quarter" idx="22"/>
          </p:nvPr>
        </p:nvSpPr>
        <p:spPr>
          <a:xfrm>
            <a:off x="550057" y="1634286"/>
            <a:ext cx="11088050" cy="307777"/>
          </a:xfrm>
          <a:prstGeom prst="rect">
            <a:avLst/>
          </a:prstGeom>
        </p:spPr>
        <p:txBody>
          <a:bodyPr vert="horz" lIns="0" tIns="0" rIns="0" bIns="0" rtlCol="0">
            <a:spAutoFit/>
          </a:bodyPr>
          <a:lstStyle>
            <a:lvl1pPr>
              <a:defRPr lang="en-US" sz="1999" b="1" smtClean="0">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38609843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ubtitle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6" name="Text Placeholder 9">
            <a:extLst>
              <a:ext uri="{FF2B5EF4-FFF2-40B4-BE49-F238E27FC236}">
                <a16:creationId xmlns:a16="http://schemas.microsoft.com/office/drawing/2014/main" id="{25A263D2-B0DE-B389-B995-EAF85F8F772A}"/>
              </a:ext>
            </a:extLst>
          </p:cNvPr>
          <p:cNvSpPr>
            <a:spLocks noGrp="1"/>
          </p:cNvSpPr>
          <p:nvPr>
            <p:ph type="body" sz="quarter" idx="22"/>
          </p:nvPr>
        </p:nvSpPr>
        <p:spPr>
          <a:xfrm>
            <a:off x="550057" y="1634286"/>
            <a:ext cx="11088050" cy="307777"/>
          </a:xfrm>
          <a:prstGeom prst="rect">
            <a:avLst/>
          </a:prstGeom>
        </p:spPr>
        <p:txBody>
          <a:bodyPr vert="horz" lIns="0" tIns="0" rIns="0" bIns="0" rtlCol="0">
            <a:spAutoFit/>
          </a:bodyPr>
          <a:lstStyle>
            <a:lvl1pPr>
              <a:defRPr lang="en-US" sz="1999" b="1" smtClean="0">
                <a:solidFill>
                  <a:schemeClr val="tx2"/>
                </a:solidFill>
              </a:defRPr>
            </a:lvl1pPr>
          </a:lstStyle>
          <a:p>
            <a:pPr lvl="0"/>
            <a:r>
              <a:rPr lang="en-US"/>
              <a:t>Click to edit Master text styles</a:t>
            </a:r>
          </a:p>
        </p:txBody>
      </p:sp>
      <p:sp>
        <p:nvSpPr>
          <p:cNvPr id="8" name="Title 4">
            <a:extLst>
              <a:ext uri="{FF2B5EF4-FFF2-40B4-BE49-F238E27FC236}">
                <a16:creationId xmlns:a16="http://schemas.microsoft.com/office/drawing/2014/main" id="{E424A66F-C6AA-DB93-F283-9B8E0095FE3A}"/>
              </a:ext>
            </a:extLst>
          </p:cNvPr>
          <p:cNvSpPr>
            <a:spLocks noGrp="1"/>
          </p:cNvSpPr>
          <p:nvPr>
            <p:ph type="title"/>
          </p:nvPr>
        </p:nvSpPr>
        <p:spPr>
          <a:xfrm>
            <a:off x="551240" y="549274"/>
            <a:ext cx="11088050" cy="930372"/>
          </a:xfrm>
        </p:spPr>
        <p:txBody>
          <a:bodyPr/>
          <a:lstStyle/>
          <a:p>
            <a:r>
              <a:rPr lang="en-US"/>
              <a:t>Click to edit Master title style</a:t>
            </a:r>
          </a:p>
        </p:txBody>
      </p:sp>
      <p:sp>
        <p:nvSpPr>
          <p:cNvPr id="9" name="Chapter Placeholder 2">
            <a:extLst>
              <a:ext uri="{FF2B5EF4-FFF2-40B4-BE49-F238E27FC236}">
                <a16:creationId xmlns:a16="http://schemas.microsoft.com/office/drawing/2014/main" id="{4B67ACC0-0B24-726E-19DC-02446FF83EB2}"/>
              </a:ext>
            </a:extLst>
          </p:cNvPr>
          <p:cNvSpPr>
            <a:spLocks noGrp="1"/>
          </p:cNvSpPr>
          <p:nvPr>
            <p:ph type="body" sz="quarter" idx="13" hasCustomPrompt="1"/>
          </p:nvPr>
        </p:nvSpPr>
        <p:spPr>
          <a:xfrm>
            <a:off x="550720" y="266219"/>
            <a:ext cx="11086865" cy="161001"/>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67867866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77C5B2B-C975-C7B1-B844-1E018309B61A}"/>
              </a:ext>
            </a:extLst>
          </p:cNvPr>
          <p:cNvSpPr/>
          <p:nvPr userDrawn="1"/>
        </p:nvSpPr>
        <p:spPr>
          <a:xfrm rot="16200000" flipV="1">
            <a:off x="4791710" y="-539120"/>
            <a:ext cx="6857998" cy="7936240"/>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bg1"/>
              </a:solidFill>
            </a:endParaRPr>
          </a:p>
        </p:txBody>
      </p:sp>
      <p:grpSp>
        <p:nvGrpSpPr>
          <p:cNvPr id="14" name="Group 37">
            <a:extLst>
              <a:ext uri="{FF2B5EF4-FFF2-40B4-BE49-F238E27FC236}">
                <a16:creationId xmlns:a16="http://schemas.microsoft.com/office/drawing/2014/main" id="{C2BCEB8F-2E64-576C-BD81-D1EA1D1C485E}"/>
              </a:ext>
            </a:extLst>
          </p:cNvPr>
          <p:cNvGrpSpPr/>
          <p:nvPr userDrawn="1"/>
        </p:nvGrpSpPr>
        <p:grpSpPr>
          <a:xfrm>
            <a:off x="11767257" y="176700"/>
            <a:ext cx="260162" cy="240782"/>
            <a:chOff x="5481638" y="2859088"/>
            <a:chExt cx="1231900" cy="1139825"/>
          </a:xfrm>
          <a:solidFill>
            <a:schemeClr val="bg2"/>
          </a:solidFill>
        </p:grpSpPr>
        <p:sp>
          <p:nvSpPr>
            <p:cNvPr id="15" name="Freeform 320">
              <a:extLst>
                <a:ext uri="{FF2B5EF4-FFF2-40B4-BE49-F238E27FC236}">
                  <a16:creationId xmlns:a16="http://schemas.microsoft.com/office/drawing/2014/main" id="{D5CA2252-9D37-30A4-0693-791158A53452}"/>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16" name="Freeform 321">
              <a:extLst>
                <a:ext uri="{FF2B5EF4-FFF2-40B4-BE49-F238E27FC236}">
                  <a16:creationId xmlns:a16="http://schemas.microsoft.com/office/drawing/2014/main" id="{41A547D1-47C8-9981-46A6-D3C7D68EDC1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3" name="Date Placeholder 2">
            <a:extLst>
              <a:ext uri="{FF2B5EF4-FFF2-40B4-BE49-F238E27FC236}">
                <a16:creationId xmlns:a16="http://schemas.microsoft.com/office/drawing/2014/main" id="{766145ED-D9CE-08CB-28E4-8A4A79A6FB2B}"/>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2D2C1A62-1994-E6C5-D27B-038BDFD0C15D}"/>
              </a:ext>
            </a:extLst>
          </p:cNvPr>
          <p:cNvSpPr>
            <a:spLocks noGrp="1"/>
          </p:cNvSpPr>
          <p:nvPr>
            <p:ph type="ftr" sz="quarter" idx="25"/>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FE33FDCA-05A6-1B47-853B-F56E9D56B728}"/>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17" name="Text Placeholder 10">
            <a:extLst>
              <a:ext uri="{FF2B5EF4-FFF2-40B4-BE49-F238E27FC236}">
                <a16:creationId xmlns:a16="http://schemas.microsoft.com/office/drawing/2014/main" id="{90464251-F267-6F64-58DE-3A8369AE008F}"/>
              </a:ext>
            </a:extLst>
          </p:cNvPr>
          <p:cNvSpPr>
            <a:spLocks noGrp="1"/>
          </p:cNvSpPr>
          <p:nvPr>
            <p:ph type="body" sz="quarter" idx="27"/>
          </p:nvPr>
        </p:nvSpPr>
        <p:spPr>
          <a:xfrm>
            <a:off x="4654628" y="1634286"/>
            <a:ext cx="6983479" cy="307777"/>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US"/>
              <a:t>Click to edit Master text styles</a:t>
            </a:r>
          </a:p>
        </p:txBody>
      </p:sp>
      <p:sp>
        <p:nvSpPr>
          <p:cNvPr id="21" name="Content Placeholder 20">
            <a:extLst>
              <a:ext uri="{FF2B5EF4-FFF2-40B4-BE49-F238E27FC236}">
                <a16:creationId xmlns:a16="http://schemas.microsoft.com/office/drawing/2014/main" id="{E70BDE52-9B00-C2A8-F626-B256D02BD0F0}"/>
              </a:ext>
            </a:extLst>
          </p:cNvPr>
          <p:cNvSpPr>
            <a:spLocks noGrp="1"/>
          </p:cNvSpPr>
          <p:nvPr>
            <p:ph sz="quarter" idx="28"/>
          </p:nvPr>
        </p:nvSpPr>
        <p:spPr>
          <a:xfrm>
            <a:off x="4654628" y="2132856"/>
            <a:ext cx="6983479"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9">
            <a:extLst>
              <a:ext uri="{FF2B5EF4-FFF2-40B4-BE49-F238E27FC236}">
                <a16:creationId xmlns:a16="http://schemas.microsoft.com/office/drawing/2014/main" id="{11D06750-D717-3C72-A9E7-30B20496520E}"/>
              </a:ext>
            </a:extLst>
          </p:cNvPr>
          <p:cNvSpPr>
            <a:spLocks noGrp="1"/>
          </p:cNvSpPr>
          <p:nvPr>
            <p:ph type="body" sz="quarter" idx="22" hasCustomPrompt="1"/>
          </p:nvPr>
        </p:nvSpPr>
        <p:spPr>
          <a:xfrm>
            <a:off x="550057" y="1634286"/>
            <a:ext cx="3311505"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9" name="Title 4">
            <a:extLst>
              <a:ext uri="{FF2B5EF4-FFF2-40B4-BE49-F238E27FC236}">
                <a16:creationId xmlns:a16="http://schemas.microsoft.com/office/drawing/2014/main" id="{621CAE5D-3E25-1FC1-0588-6D3144862513}"/>
              </a:ext>
            </a:extLst>
          </p:cNvPr>
          <p:cNvSpPr>
            <a:spLocks noGrp="1"/>
          </p:cNvSpPr>
          <p:nvPr>
            <p:ph type="title"/>
          </p:nvPr>
        </p:nvSpPr>
        <p:spPr>
          <a:xfrm>
            <a:off x="551241" y="549274"/>
            <a:ext cx="3311505" cy="930372"/>
          </a:xfrm>
        </p:spPr>
        <p:txBody>
          <a:bodyPr/>
          <a:lstStyle/>
          <a:p>
            <a:r>
              <a:rPr lang="en-US"/>
              <a:t>Click to edit Master title style</a:t>
            </a:r>
          </a:p>
        </p:txBody>
      </p:sp>
      <p:sp>
        <p:nvSpPr>
          <p:cNvPr id="11" name="Content Placeholder 5">
            <a:extLst>
              <a:ext uri="{FF2B5EF4-FFF2-40B4-BE49-F238E27FC236}">
                <a16:creationId xmlns:a16="http://schemas.microsoft.com/office/drawing/2014/main" id="{929189C8-410E-9C4A-019C-9B1A47D8D2ED}"/>
              </a:ext>
            </a:extLst>
          </p:cNvPr>
          <p:cNvSpPr>
            <a:spLocks noGrp="1"/>
          </p:cNvSpPr>
          <p:nvPr>
            <p:ph sz="quarter" idx="31"/>
          </p:nvPr>
        </p:nvSpPr>
        <p:spPr>
          <a:xfrm>
            <a:off x="551241" y="2132856"/>
            <a:ext cx="3311505"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833505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2 Chapterbox">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77C5B2B-C975-C7B1-B844-1E018309B61A}"/>
              </a:ext>
            </a:extLst>
          </p:cNvPr>
          <p:cNvSpPr/>
          <p:nvPr userDrawn="1"/>
        </p:nvSpPr>
        <p:spPr>
          <a:xfrm rot="16200000" flipV="1">
            <a:off x="4791710" y="-539120"/>
            <a:ext cx="6857998" cy="7936240"/>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bg1"/>
              </a:solidFill>
            </a:endParaRPr>
          </a:p>
        </p:txBody>
      </p:sp>
      <p:grpSp>
        <p:nvGrpSpPr>
          <p:cNvPr id="14" name="Group 37">
            <a:extLst>
              <a:ext uri="{FF2B5EF4-FFF2-40B4-BE49-F238E27FC236}">
                <a16:creationId xmlns:a16="http://schemas.microsoft.com/office/drawing/2014/main" id="{C2BCEB8F-2E64-576C-BD81-D1EA1D1C485E}"/>
              </a:ext>
            </a:extLst>
          </p:cNvPr>
          <p:cNvGrpSpPr/>
          <p:nvPr userDrawn="1"/>
        </p:nvGrpSpPr>
        <p:grpSpPr>
          <a:xfrm>
            <a:off x="11767257" y="176700"/>
            <a:ext cx="260162" cy="240782"/>
            <a:chOff x="5481638" y="2859088"/>
            <a:chExt cx="1231900" cy="1139825"/>
          </a:xfrm>
          <a:solidFill>
            <a:schemeClr val="bg2"/>
          </a:solidFill>
        </p:grpSpPr>
        <p:sp>
          <p:nvSpPr>
            <p:cNvPr id="15" name="Freeform 320">
              <a:extLst>
                <a:ext uri="{FF2B5EF4-FFF2-40B4-BE49-F238E27FC236}">
                  <a16:creationId xmlns:a16="http://schemas.microsoft.com/office/drawing/2014/main" id="{D5CA2252-9D37-30A4-0693-791158A53452}"/>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16" name="Freeform 321">
              <a:extLst>
                <a:ext uri="{FF2B5EF4-FFF2-40B4-BE49-F238E27FC236}">
                  <a16:creationId xmlns:a16="http://schemas.microsoft.com/office/drawing/2014/main" id="{41A547D1-47C8-9981-46A6-D3C7D68EDC1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3" name="Date Placeholder 2">
            <a:extLst>
              <a:ext uri="{FF2B5EF4-FFF2-40B4-BE49-F238E27FC236}">
                <a16:creationId xmlns:a16="http://schemas.microsoft.com/office/drawing/2014/main" id="{766145ED-D9CE-08CB-28E4-8A4A79A6FB2B}"/>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2D2C1A62-1994-E6C5-D27B-038BDFD0C15D}"/>
              </a:ext>
            </a:extLst>
          </p:cNvPr>
          <p:cNvSpPr>
            <a:spLocks noGrp="1"/>
          </p:cNvSpPr>
          <p:nvPr>
            <p:ph type="ftr" sz="quarter" idx="25"/>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FE33FDCA-05A6-1B47-853B-F56E9D56B728}"/>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9" name="Content Placeholder 20">
            <a:extLst>
              <a:ext uri="{FF2B5EF4-FFF2-40B4-BE49-F238E27FC236}">
                <a16:creationId xmlns:a16="http://schemas.microsoft.com/office/drawing/2014/main" id="{8AF30424-EC22-815F-0364-A40BD8FB5A94}"/>
              </a:ext>
            </a:extLst>
          </p:cNvPr>
          <p:cNvSpPr>
            <a:spLocks noGrp="1"/>
          </p:cNvSpPr>
          <p:nvPr>
            <p:ph sz="quarter" idx="28"/>
          </p:nvPr>
        </p:nvSpPr>
        <p:spPr>
          <a:xfrm>
            <a:off x="4654628" y="2132856"/>
            <a:ext cx="6983479"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3D8C5119-2E27-2F8D-2393-F11C985DEEFE}"/>
              </a:ext>
            </a:extLst>
          </p:cNvPr>
          <p:cNvSpPr>
            <a:spLocks noGrp="1"/>
          </p:cNvSpPr>
          <p:nvPr>
            <p:ph type="body" sz="quarter" idx="22" hasCustomPrompt="1"/>
          </p:nvPr>
        </p:nvSpPr>
        <p:spPr>
          <a:xfrm>
            <a:off x="550057" y="1634286"/>
            <a:ext cx="3311505"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3" name="Title 4">
            <a:extLst>
              <a:ext uri="{FF2B5EF4-FFF2-40B4-BE49-F238E27FC236}">
                <a16:creationId xmlns:a16="http://schemas.microsoft.com/office/drawing/2014/main" id="{AFA6B1A6-69A7-1CAE-0836-CA4C24413C3B}"/>
              </a:ext>
            </a:extLst>
          </p:cNvPr>
          <p:cNvSpPr>
            <a:spLocks noGrp="1"/>
          </p:cNvSpPr>
          <p:nvPr>
            <p:ph type="title"/>
          </p:nvPr>
        </p:nvSpPr>
        <p:spPr>
          <a:xfrm>
            <a:off x="551241" y="549274"/>
            <a:ext cx="3311505" cy="930372"/>
          </a:xfrm>
        </p:spPr>
        <p:txBody>
          <a:bodyPr/>
          <a:lstStyle/>
          <a:p>
            <a:r>
              <a:rPr lang="en-US"/>
              <a:t>Click to edit Master title style</a:t>
            </a:r>
          </a:p>
        </p:txBody>
      </p:sp>
      <p:sp>
        <p:nvSpPr>
          <p:cNvPr id="18" name="Content Placeholder 5">
            <a:extLst>
              <a:ext uri="{FF2B5EF4-FFF2-40B4-BE49-F238E27FC236}">
                <a16:creationId xmlns:a16="http://schemas.microsoft.com/office/drawing/2014/main" id="{98A4F07B-7612-308A-3654-BE7DBBF41070}"/>
              </a:ext>
            </a:extLst>
          </p:cNvPr>
          <p:cNvSpPr>
            <a:spLocks noGrp="1"/>
          </p:cNvSpPr>
          <p:nvPr>
            <p:ph sz="quarter" idx="31"/>
          </p:nvPr>
        </p:nvSpPr>
        <p:spPr>
          <a:xfrm>
            <a:off x="551241" y="2132856"/>
            <a:ext cx="3311505"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hapter Placeholder 2">
            <a:extLst>
              <a:ext uri="{FF2B5EF4-FFF2-40B4-BE49-F238E27FC236}">
                <a16:creationId xmlns:a16="http://schemas.microsoft.com/office/drawing/2014/main" id="{45C81183-EAF5-59AC-9312-889607D0BF65}"/>
              </a:ext>
            </a:extLst>
          </p:cNvPr>
          <p:cNvSpPr>
            <a:spLocks noGrp="1"/>
          </p:cNvSpPr>
          <p:nvPr>
            <p:ph type="body" sz="quarter" idx="13" hasCustomPrompt="1"/>
          </p:nvPr>
        </p:nvSpPr>
        <p:spPr>
          <a:xfrm>
            <a:off x="550720" y="266219"/>
            <a:ext cx="3310843" cy="151264"/>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
        <p:nvSpPr>
          <p:cNvPr id="20" name="Text Placeholder 10">
            <a:extLst>
              <a:ext uri="{FF2B5EF4-FFF2-40B4-BE49-F238E27FC236}">
                <a16:creationId xmlns:a16="http://schemas.microsoft.com/office/drawing/2014/main" id="{AF667FFB-A6CF-0DAC-F73F-F6AC39EE2761}"/>
              </a:ext>
            </a:extLst>
          </p:cNvPr>
          <p:cNvSpPr>
            <a:spLocks noGrp="1"/>
          </p:cNvSpPr>
          <p:nvPr>
            <p:ph type="body" sz="quarter" idx="27"/>
          </p:nvPr>
        </p:nvSpPr>
        <p:spPr>
          <a:xfrm>
            <a:off x="4654628" y="1634286"/>
            <a:ext cx="6983479" cy="307777"/>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1033367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FDA5053-3D63-3C3B-F1E9-69CFF9FC43BA}"/>
              </a:ext>
            </a:extLst>
          </p:cNvPr>
          <p:cNvSpPr/>
          <p:nvPr userDrawn="1"/>
        </p:nvSpPr>
        <p:spPr>
          <a:xfrm rot="16200000" flipV="1">
            <a:off x="5712622" y="381793"/>
            <a:ext cx="6857998" cy="6094414"/>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C7484E95-42C9-8DB4-CE16-9F65A190121F}"/>
              </a:ext>
            </a:extLst>
          </p:cNvPr>
          <p:cNvGrpSpPr/>
          <p:nvPr userDrawn="1"/>
        </p:nvGrpSpPr>
        <p:grpSpPr>
          <a:xfrm>
            <a:off x="11767257" y="176700"/>
            <a:ext cx="260162" cy="240782"/>
            <a:chOff x="5481638" y="2859088"/>
            <a:chExt cx="1231900" cy="1139825"/>
          </a:xfrm>
          <a:solidFill>
            <a:schemeClr val="bg2"/>
          </a:solidFill>
        </p:grpSpPr>
        <p:sp>
          <p:nvSpPr>
            <p:cNvPr id="21" name="Freeform 320">
              <a:extLst>
                <a:ext uri="{FF2B5EF4-FFF2-40B4-BE49-F238E27FC236}">
                  <a16:creationId xmlns:a16="http://schemas.microsoft.com/office/drawing/2014/main" id="{1A559A5A-FF5B-C4A1-FBB9-17F04B2572FB}"/>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22" name="Freeform 321">
              <a:extLst>
                <a:ext uri="{FF2B5EF4-FFF2-40B4-BE49-F238E27FC236}">
                  <a16:creationId xmlns:a16="http://schemas.microsoft.com/office/drawing/2014/main" id="{AA3487D1-995C-B436-2407-E724FC0582FA}"/>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4" name="Date Placeholder 3">
            <a:extLst>
              <a:ext uri="{FF2B5EF4-FFF2-40B4-BE49-F238E27FC236}">
                <a16:creationId xmlns:a16="http://schemas.microsoft.com/office/drawing/2014/main" id="{358A13D8-885F-6258-82CC-EE1A7ED60DB2}"/>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6" name="Footer Placeholder 5">
            <a:extLst>
              <a:ext uri="{FF2B5EF4-FFF2-40B4-BE49-F238E27FC236}">
                <a16:creationId xmlns:a16="http://schemas.microsoft.com/office/drawing/2014/main" id="{F3CB3B34-F920-D8B3-B36B-15435A286DB2}"/>
              </a:ext>
            </a:extLst>
          </p:cNvPr>
          <p:cNvSpPr>
            <a:spLocks noGrp="1"/>
          </p:cNvSpPr>
          <p:nvPr>
            <p:ph type="ftr" sz="quarter" idx="25"/>
          </p:nvPr>
        </p:nvSpPr>
        <p:spPr/>
        <p:txBody>
          <a:bodyPr/>
          <a:lstStyle/>
          <a:p>
            <a:pPr>
              <a:spcBef>
                <a:spcPts val="1000"/>
              </a:spcBef>
            </a:pPr>
            <a:r>
              <a:rPr lang="en-US"/>
              <a:t>AI Data Copilot - AskData</a:t>
            </a:r>
          </a:p>
        </p:txBody>
      </p:sp>
      <p:sp>
        <p:nvSpPr>
          <p:cNvPr id="7" name="Slide Number Placeholder 6">
            <a:extLst>
              <a:ext uri="{FF2B5EF4-FFF2-40B4-BE49-F238E27FC236}">
                <a16:creationId xmlns:a16="http://schemas.microsoft.com/office/drawing/2014/main" id="{D2B44653-FCDA-83BF-7377-AD5F2E69077A}"/>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F94673B4-77FE-F1CB-0F2B-E9CA250FB2B6}"/>
              </a:ext>
            </a:extLst>
          </p:cNvPr>
          <p:cNvSpPr>
            <a:spLocks noGrp="1"/>
          </p:cNvSpPr>
          <p:nvPr>
            <p:ph type="body" sz="quarter" idx="22" hasCustomPrompt="1"/>
          </p:nvPr>
        </p:nvSpPr>
        <p:spPr>
          <a:xfrm>
            <a:off x="550057" y="1634286"/>
            <a:ext cx="511123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0" name="Title 4">
            <a:extLst>
              <a:ext uri="{FF2B5EF4-FFF2-40B4-BE49-F238E27FC236}">
                <a16:creationId xmlns:a16="http://schemas.microsoft.com/office/drawing/2014/main" id="{1E48061D-F3E5-383D-6B8F-2C827E9EE8FD}"/>
              </a:ext>
            </a:extLst>
          </p:cNvPr>
          <p:cNvSpPr>
            <a:spLocks noGrp="1"/>
          </p:cNvSpPr>
          <p:nvPr>
            <p:ph type="title"/>
          </p:nvPr>
        </p:nvSpPr>
        <p:spPr>
          <a:xfrm>
            <a:off x="551240" y="549274"/>
            <a:ext cx="5111237" cy="930372"/>
          </a:xfrm>
        </p:spPr>
        <p:txBody>
          <a:bodyPr/>
          <a:lstStyle/>
          <a:p>
            <a:r>
              <a:rPr lang="en-US"/>
              <a:t>Click to edit Master title style</a:t>
            </a:r>
          </a:p>
        </p:txBody>
      </p:sp>
      <p:sp>
        <p:nvSpPr>
          <p:cNvPr id="12" name="Content Placeholder 5">
            <a:extLst>
              <a:ext uri="{FF2B5EF4-FFF2-40B4-BE49-F238E27FC236}">
                <a16:creationId xmlns:a16="http://schemas.microsoft.com/office/drawing/2014/main" id="{626CD0FD-2710-377C-0AF5-3D235D7D2581}"/>
              </a:ext>
            </a:extLst>
          </p:cNvPr>
          <p:cNvSpPr>
            <a:spLocks noGrp="1"/>
          </p:cNvSpPr>
          <p:nvPr>
            <p:ph sz="quarter" idx="31"/>
          </p:nvPr>
        </p:nvSpPr>
        <p:spPr>
          <a:xfrm>
            <a:off x="551240" y="2132856"/>
            <a:ext cx="511123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20">
            <a:extLst>
              <a:ext uri="{FF2B5EF4-FFF2-40B4-BE49-F238E27FC236}">
                <a16:creationId xmlns:a16="http://schemas.microsoft.com/office/drawing/2014/main" id="{2B515CA7-8DCF-54B4-09AA-94A802519A74}"/>
              </a:ext>
            </a:extLst>
          </p:cNvPr>
          <p:cNvSpPr>
            <a:spLocks noGrp="1"/>
          </p:cNvSpPr>
          <p:nvPr>
            <p:ph sz="quarter" idx="28"/>
          </p:nvPr>
        </p:nvSpPr>
        <p:spPr>
          <a:xfrm>
            <a:off x="6489691" y="2132856"/>
            <a:ext cx="5148416"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10">
            <a:extLst>
              <a:ext uri="{FF2B5EF4-FFF2-40B4-BE49-F238E27FC236}">
                <a16:creationId xmlns:a16="http://schemas.microsoft.com/office/drawing/2014/main" id="{2ED5F6CF-D037-F768-2935-84A770471395}"/>
              </a:ext>
            </a:extLst>
          </p:cNvPr>
          <p:cNvSpPr>
            <a:spLocks noGrp="1"/>
          </p:cNvSpPr>
          <p:nvPr>
            <p:ph type="body" sz="quarter" idx="27"/>
          </p:nvPr>
        </p:nvSpPr>
        <p:spPr>
          <a:xfrm>
            <a:off x="6489690" y="1634286"/>
            <a:ext cx="5148417" cy="307777"/>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26411670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3 Chapterbox">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FDA5053-3D63-3C3B-F1E9-69CFF9FC43BA}"/>
              </a:ext>
            </a:extLst>
          </p:cNvPr>
          <p:cNvSpPr/>
          <p:nvPr userDrawn="1"/>
        </p:nvSpPr>
        <p:spPr>
          <a:xfrm rot="16200000" flipV="1">
            <a:off x="5712622" y="381794"/>
            <a:ext cx="6857998" cy="6094414"/>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C7484E95-42C9-8DB4-CE16-9F65A190121F}"/>
              </a:ext>
            </a:extLst>
          </p:cNvPr>
          <p:cNvGrpSpPr/>
          <p:nvPr userDrawn="1"/>
        </p:nvGrpSpPr>
        <p:grpSpPr>
          <a:xfrm>
            <a:off x="11767257" y="176700"/>
            <a:ext cx="260162" cy="240782"/>
            <a:chOff x="5481638" y="2859088"/>
            <a:chExt cx="1231900" cy="1139825"/>
          </a:xfrm>
          <a:solidFill>
            <a:schemeClr val="bg2"/>
          </a:solidFill>
        </p:grpSpPr>
        <p:sp>
          <p:nvSpPr>
            <p:cNvPr id="21" name="Freeform 320">
              <a:extLst>
                <a:ext uri="{FF2B5EF4-FFF2-40B4-BE49-F238E27FC236}">
                  <a16:creationId xmlns:a16="http://schemas.microsoft.com/office/drawing/2014/main" id="{1A559A5A-FF5B-C4A1-FBB9-17F04B2572FB}"/>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22" name="Freeform 321">
              <a:extLst>
                <a:ext uri="{FF2B5EF4-FFF2-40B4-BE49-F238E27FC236}">
                  <a16:creationId xmlns:a16="http://schemas.microsoft.com/office/drawing/2014/main" id="{AA3487D1-995C-B436-2407-E724FC0582FA}"/>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4" name="Date Placeholder 3">
            <a:extLst>
              <a:ext uri="{FF2B5EF4-FFF2-40B4-BE49-F238E27FC236}">
                <a16:creationId xmlns:a16="http://schemas.microsoft.com/office/drawing/2014/main" id="{358A13D8-885F-6258-82CC-EE1A7ED60DB2}"/>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6" name="Footer Placeholder 5">
            <a:extLst>
              <a:ext uri="{FF2B5EF4-FFF2-40B4-BE49-F238E27FC236}">
                <a16:creationId xmlns:a16="http://schemas.microsoft.com/office/drawing/2014/main" id="{F3CB3B34-F920-D8B3-B36B-15435A286DB2}"/>
              </a:ext>
            </a:extLst>
          </p:cNvPr>
          <p:cNvSpPr>
            <a:spLocks noGrp="1"/>
          </p:cNvSpPr>
          <p:nvPr>
            <p:ph type="ftr" sz="quarter" idx="25"/>
          </p:nvPr>
        </p:nvSpPr>
        <p:spPr/>
        <p:txBody>
          <a:bodyPr/>
          <a:lstStyle/>
          <a:p>
            <a:pPr>
              <a:spcBef>
                <a:spcPts val="1000"/>
              </a:spcBef>
            </a:pPr>
            <a:r>
              <a:rPr lang="en-US"/>
              <a:t>AI Data Copilot - AskData</a:t>
            </a:r>
          </a:p>
        </p:txBody>
      </p:sp>
      <p:sp>
        <p:nvSpPr>
          <p:cNvPr id="7" name="Slide Number Placeholder 6">
            <a:extLst>
              <a:ext uri="{FF2B5EF4-FFF2-40B4-BE49-F238E27FC236}">
                <a16:creationId xmlns:a16="http://schemas.microsoft.com/office/drawing/2014/main" id="{D2B44653-FCDA-83BF-7377-AD5F2E69077A}"/>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B596F1C6-4A2C-32A4-F91B-7A46197FE40E}"/>
              </a:ext>
            </a:extLst>
          </p:cNvPr>
          <p:cNvSpPr>
            <a:spLocks noGrp="1"/>
          </p:cNvSpPr>
          <p:nvPr>
            <p:ph type="body" sz="quarter" idx="22" hasCustomPrompt="1"/>
          </p:nvPr>
        </p:nvSpPr>
        <p:spPr>
          <a:xfrm>
            <a:off x="550057" y="1634286"/>
            <a:ext cx="511123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2" name="Title 4">
            <a:extLst>
              <a:ext uri="{FF2B5EF4-FFF2-40B4-BE49-F238E27FC236}">
                <a16:creationId xmlns:a16="http://schemas.microsoft.com/office/drawing/2014/main" id="{028C5415-53AD-E669-9486-5FBA89A04F29}"/>
              </a:ext>
            </a:extLst>
          </p:cNvPr>
          <p:cNvSpPr>
            <a:spLocks noGrp="1"/>
          </p:cNvSpPr>
          <p:nvPr>
            <p:ph type="title"/>
          </p:nvPr>
        </p:nvSpPr>
        <p:spPr>
          <a:xfrm>
            <a:off x="551240" y="549274"/>
            <a:ext cx="5111237" cy="930372"/>
          </a:xfrm>
        </p:spPr>
        <p:txBody>
          <a:bodyPr/>
          <a:lstStyle/>
          <a:p>
            <a:r>
              <a:rPr lang="en-US"/>
              <a:t>Click to edit Master title style</a:t>
            </a:r>
          </a:p>
        </p:txBody>
      </p:sp>
      <p:sp>
        <p:nvSpPr>
          <p:cNvPr id="13" name="Content Placeholder 5">
            <a:extLst>
              <a:ext uri="{FF2B5EF4-FFF2-40B4-BE49-F238E27FC236}">
                <a16:creationId xmlns:a16="http://schemas.microsoft.com/office/drawing/2014/main" id="{1BEDBCBF-3BC8-AA4A-1F58-81530B90708A}"/>
              </a:ext>
            </a:extLst>
          </p:cNvPr>
          <p:cNvSpPr>
            <a:spLocks noGrp="1"/>
          </p:cNvSpPr>
          <p:nvPr>
            <p:ph sz="quarter" idx="31"/>
          </p:nvPr>
        </p:nvSpPr>
        <p:spPr>
          <a:xfrm>
            <a:off x="551240" y="2132856"/>
            <a:ext cx="511123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1B7CBEC2-7246-C86B-4339-C14AFC3677BC}"/>
              </a:ext>
            </a:extLst>
          </p:cNvPr>
          <p:cNvSpPr>
            <a:spLocks noGrp="1"/>
          </p:cNvSpPr>
          <p:nvPr>
            <p:ph sz="quarter" idx="28"/>
          </p:nvPr>
        </p:nvSpPr>
        <p:spPr>
          <a:xfrm>
            <a:off x="6489691" y="2132856"/>
            <a:ext cx="5148416"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hapter Placeholder 2">
            <a:extLst>
              <a:ext uri="{FF2B5EF4-FFF2-40B4-BE49-F238E27FC236}">
                <a16:creationId xmlns:a16="http://schemas.microsoft.com/office/drawing/2014/main" id="{81125B0F-654E-18D6-D135-80BD1EED9DED}"/>
              </a:ext>
            </a:extLst>
          </p:cNvPr>
          <p:cNvSpPr>
            <a:spLocks noGrp="1"/>
          </p:cNvSpPr>
          <p:nvPr>
            <p:ph type="body" sz="quarter" idx="13" hasCustomPrompt="1"/>
          </p:nvPr>
        </p:nvSpPr>
        <p:spPr>
          <a:xfrm>
            <a:off x="550720" y="266220"/>
            <a:ext cx="5110574" cy="151263"/>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
        <p:nvSpPr>
          <p:cNvPr id="18" name="Text Placeholder 10">
            <a:extLst>
              <a:ext uri="{FF2B5EF4-FFF2-40B4-BE49-F238E27FC236}">
                <a16:creationId xmlns:a16="http://schemas.microsoft.com/office/drawing/2014/main" id="{258EBFC3-CBC8-925F-B836-0EE26BFE8CF5}"/>
              </a:ext>
            </a:extLst>
          </p:cNvPr>
          <p:cNvSpPr>
            <a:spLocks noGrp="1"/>
          </p:cNvSpPr>
          <p:nvPr>
            <p:ph type="body" sz="quarter" idx="27"/>
          </p:nvPr>
        </p:nvSpPr>
        <p:spPr>
          <a:xfrm>
            <a:off x="6489690" y="1634286"/>
            <a:ext cx="5148417" cy="307777"/>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4035676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900C123-9D30-0EBC-5FF8-AB8833A92E04}"/>
              </a:ext>
            </a:extLst>
          </p:cNvPr>
          <p:cNvSpPr/>
          <p:nvPr userDrawn="1"/>
        </p:nvSpPr>
        <p:spPr>
          <a:xfrm rot="16200000" flipV="1">
            <a:off x="6637391" y="1306563"/>
            <a:ext cx="6857998" cy="4244877"/>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8" name="Group 37">
            <a:extLst>
              <a:ext uri="{FF2B5EF4-FFF2-40B4-BE49-F238E27FC236}">
                <a16:creationId xmlns:a16="http://schemas.microsoft.com/office/drawing/2014/main" id="{EAB09A99-143F-FC31-39FF-7DF7B4ACA5CF}"/>
              </a:ext>
            </a:extLst>
          </p:cNvPr>
          <p:cNvGrpSpPr/>
          <p:nvPr userDrawn="1"/>
        </p:nvGrpSpPr>
        <p:grpSpPr>
          <a:xfrm>
            <a:off x="11767257" y="176700"/>
            <a:ext cx="260162" cy="240782"/>
            <a:chOff x="5481638" y="2859088"/>
            <a:chExt cx="1231900" cy="1139825"/>
          </a:xfrm>
          <a:solidFill>
            <a:schemeClr val="bg2"/>
          </a:solidFill>
        </p:grpSpPr>
        <p:sp>
          <p:nvSpPr>
            <p:cNvPr id="19" name="Freeform 320">
              <a:extLst>
                <a:ext uri="{FF2B5EF4-FFF2-40B4-BE49-F238E27FC236}">
                  <a16:creationId xmlns:a16="http://schemas.microsoft.com/office/drawing/2014/main" id="{87F6F8F7-5BC0-8EDE-8130-67B046E555CF}"/>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20" name="Freeform 321">
              <a:extLst>
                <a:ext uri="{FF2B5EF4-FFF2-40B4-BE49-F238E27FC236}">
                  <a16:creationId xmlns:a16="http://schemas.microsoft.com/office/drawing/2014/main" id="{59BC8A90-2223-E3B3-3D95-0EBCFB812F2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3" name="Date Placeholder 2">
            <a:extLst>
              <a:ext uri="{FF2B5EF4-FFF2-40B4-BE49-F238E27FC236}">
                <a16:creationId xmlns:a16="http://schemas.microsoft.com/office/drawing/2014/main" id="{545F7198-C878-E20D-1FB2-E42A8A78A28C}"/>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8F3B15C5-4190-C7AB-2CDF-2D3ACCBB15AD}"/>
              </a:ext>
            </a:extLst>
          </p:cNvPr>
          <p:cNvSpPr>
            <a:spLocks noGrp="1"/>
          </p:cNvSpPr>
          <p:nvPr>
            <p:ph type="ftr" sz="quarter" idx="25"/>
          </p:nvPr>
        </p:nvSpPr>
        <p:spPr/>
        <p:txBody>
          <a:bodyPr/>
          <a:lstStyle/>
          <a:p>
            <a:pPr>
              <a:spcBef>
                <a:spcPts val="1000"/>
              </a:spcBef>
            </a:pPr>
            <a:r>
              <a:rPr lang="en-US"/>
              <a:t>AI Data Copilot - AskData</a:t>
            </a:r>
          </a:p>
        </p:txBody>
      </p:sp>
      <p:sp>
        <p:nvSpPr>
          <p:cNvPr id="6" name="Slide Number Placeholder 5">
            <a:extLst>
              <a:ext uri="{FF2B5EF4-FFF2-40B4-BE49-F238E27FC236}">
                <a16:creationId xmlns:a16="http://schemas.microsoft.com/office/drawing/2014/main" id="{65F939E0-4FD6-2BB5-5421-0B506A62A78F}"/>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1ED26950-AB5A-C0D9-81A8-A04EA350762D}"/>
              </a:ext>
            </a:extLst>
          </p:cNvPr>
          <p:cNvSpPr>
            <a:spLocks noGrp="1"/>
          </p:cNvSpPr>
          <p:nvPr>
            <p:ph type="body" sz="quarter" idx="22" hasCustomPrompt="1"/>
          </p:nvPr>
        </p:nvSpPr>
        <p:spPr>
          <a:xfrm>
            <a:off x="550057" y="1634286"/>
            <a:ext cx="698295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0" name="Title 4">
            <a:extLst>
              <a:ext uri="{FF2B5EF4-FFF2-40B4-BE49-F238E27FC236}">
                <a16:creationId xmlns:a16="http://schemas.microsoft.com/office/drawing/2014/main" id="{8EC1972F-9263-1D56-27E9-E603C2AABB72}"/>
              </a:ext>
            </a:extLst>
          </p:cNvPr>
          <p:cNvSpPr>
            <a:spLocks noGrp="1"/>
          </p:cNvSpPr>
          <p:nvPr>
            <p:ph type="title"/>
          </p:nvPr>
        </p:nvSpPr>
        <p:spPr>
          <a:xfrm>
            <a:off x="551240" y="549274"/>
            <a:ext cx="6982957" cy="930372"/>
          </a:xfrm>
        </p:spPr>
        <p:txBody>
          <a:bodyPr/>
          <a:lstStyle/>
          <a:p>
            <a:r>
              <a:rPr lang="en-US"/>
              <a:t>Click to edit Master title style</a:t>
            </a:r>
          </a:p>
        </p:txBody>
      </p:sp>
      <p:sp>
        <p:nvSpPr>
          <p:cNvPr id="13" name="Content Placeholder 5">
            <a:extLst>
              <a:ext uri="{FF2B5EF4-FFF2-40B4-BE49-F238E27FC236}">
                <a16:creationId xmlns:a16="http://schemas.microsoft.com/office/drawing/2014/main" id="{7FBCB093-A7B1-0D7A-1FAF-74CB36D79D0C}"/>
              </a:ext>
            </a:extLst>
          </p:cNvPr>
          <p:cNvSpPr>
            <a:spLocks noGrp="1"/>
          </p:cNvSpPr>
          <p:nvPr>
            <p:ph sz="quarter" idx="31"/>
          </p:nvPr>
        </p:nvSpPr>
        <p:spPr>
          <a:xfrm>
            <a:off x="551240" y="2132856"/>
            <a:ext cx="698295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20">
            <a:extLst>
              <a:ext uri="{FF2B5EF4-FFF2-40B4-BE49-F238E27FC236}">
                <a16:creationId xmlns:a16="http://schemas.microsoft.com/office/drawing/2014/main" id="{392BB9FB-913E-27BD-009B-3894E1694801}"/>
              </a:ext>
            </a:extLst>
          </p:cNvPr>
          <p:cNvSpPr>
            <a:spLocks noGrp="1"/>
          </p:cNvSpPr>
          <p:nvPr>
            <p:ph sz="quarter" idx="28"/>
          </p:nvPr>
        </p:nvSpPr>
        <p:spPr>
          <a:xfrm>
            <a:off x="8339229" y="2132856"/>
            <a:ext cx="329887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10">
            <a:extLst>
              <a:ext uri="{FF2B5EF4-FFF2-40B4-BE49-F238E27FC236}">
                <a16:creationId xmlns:a16="http://schemas.microsoft.com/office/drawing/2014/main" id="{A2B384BF-001B-7351-C51D-C08A1F393AB6}"/>
              </a:ext>
            </a:extLst>
          </p:cNvPr>
          <p:cNvSpPr>
            <a:spLocks noGrp="1"/>
          </p:cNvSpPr>
          <p:nvPr>
            <p:ph type="body" sz="quarter" idx="27" hasCustomPrompt="1"/>
          </p:nvPr>
        </p:nvSpPr>
        <p:spPr>
          <a:xfrm>
            <a:off x="8339229" y="1634286"/>
            <a:ext cx="3298879" cy="307777"/>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GB"/>
              <a:t>Click to edit Master styles</a:t>
            </a:r>
          </a:p>
        </p:txBody>
      </p:sp>
    </p:spTree>
    <p:extLst>
      <p:ext uri="{BB962C8B-B14F-4D97-AF65-F5344CB8AC3E}">
        <p14:creationId xmlns:p14="http://schemas.microsoft.com/office/powerpoint/2010/main" val="3138608596"/>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4 Chapterbox">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900C123-9D30-0EBC-5FF8-AB8833A92E04}"/>
              </a:ext>
            </a:extLst>
          </p:cNvPr>
          <p:cNvSpPr/>
          <p:nvPr userDrawn="1"/>
        </p:nvSpPr>
        <p:spPr>
          <a:xfrm rot="16200000" flipV="1">
            <a:off x="6637391" y="1306563"/>
            <a:ext cx="6857998" cy="4244877"/>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8" name="Group 37">
            <a:extLst>
              <a:ext uri="{FF2B5EF4-FFF2-40B4-BE49-F238E27FC236}">
                <a16:creationId xmlns:a16="http://schemas.microsoft.com/office/drawing/2014/main" id="{EAB09A99-143F-FC31-39FF-7DF7B4ACA5CF}"/>
              </a:ext>
            </a:extLst>
          </p:cNvPr>
          <p:cNvGrpSpPr/>
          <p:nvPr userDrawn="1"/>
        </p:nvGrpSpPr>
        <p:grpSpPr>
          <a:xfrm>
            <a:off x="11767257" y="176700"/>
            <a:ext cx="260162" cy="240782"/>
            <a:chOff x="5481638" y="2859088"/>
            <a:chExt cx="1231900" cy="1139825"/>
          </a:xfrm>
          <a:solidFill>
            <a:schemeClr val="bg2"/>
          </a:solidFill>
        </p:grpSpPr>
        <p:sp>
          <p:nvSpPr>
            <p:cNvPr id="19" name="Freeform 320">
              <a:extLst>
                <a:ext uri="{FF2B5EF4-FFF2-40B4-BE49-F238E27FC236}">
                  <a16:creationId xmlns:a16="http://schemas.microsoft.com/office/drawing/2014/main" id="{87F6F8F7-5BC0-8EDE-8130-67B046E555CF}"/>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20" name="Freeform 321">
              <a:extLst>
                <a:ext uri="{FF2B5EF4-FFF2-40B4-BE49-F238E27FC236}">
                  <a16:creationId xmlns:a16="http://schemas.microsoft.com/office/drawing/2014/main" id="{59BC8A90-2223-E3B3-3D95-0EBCFB812F2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3" name="Date Placeholder 2">
            <a:extLst>
              <a:ext uri="{FF2B5EF4-FFF2-40B4-BE49-F238E27FC236}">
                <a16:creationId xmlns:a16="http://schemas.microsoft.com/office/drawing/2014/main" id="{545F7198-C878-E20D-1FB2-E42A8A78A28C}"/>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8F3B15C5-4190-C7AB-2CDF-2D3ACCBB15AD}"/>
              </a:ext>
            </a:extLst>
          </p:cNvPr>
          <p:cNvSpPr>
            <a:spLocks noGrp="1"/>
          </p:cNvSpPr>
          <p:nvPr>
            <p:ph type="ftr" sz="quarter" idx="25"/>
          </p:nvPr>
        </p:nvSpPr>
        <p:spPr/>
        <p:txBody>
          <a:bodyPr/>
          <a:lstStyle/>
          <a:p>
            <a:pPr>
              <a:spcBef>
                <a:spcPts val="1000"/>
              </a:spcBef>
            </a:pPr>
            <a:r>
              <a:rPr lang="en-US"/>
              <a:t>AI Data Copilot - AskData</a:t>
            </a:r>
          </a:p>
        </p:txBody>
      </p:sp>
      <p:sp>
        <p:nvSpPr>
          <p:cNvPr id="6" name="Slide Number Placeholder 5">
            <a:extLst>
              <a:ext uri="{FF2B5EF4-FFF2-40B4-BE49-F238E27FC236}">
                <a16:creationId xmlns:a16="http://schemas.microsoft.com/office/drawing/2014/main" id="{65F939E0-4FD6-2BB5-5421-0B506A62A78F}"/>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239C7379-C19E-9AE6-CB5B-2451CFFD4A17}"/>
              </a:ext>
            </a:extLst>
          </p:cNvPr>
          <p:cNvSpPr>
            <a:spLocks noGrp="1"/>
          </p:cNvSpPr>
          <p:nvPr>
            <p:ph type="body" sz="quarter" idx="22" hasCustomPrompt="1"/>
          </p:nvPr>
        </p:nvSpPr>
        <p:spPr>
          <a:xfrm>
            <a:off x="550057" y="1634286"/>
            <a:ext cx="698295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3" name="Title 4">
            <a:extLst>
              <a:ext uri="{FF2B5EF4-FFF2-40B4-BE49-F238E27FC236}">
                <a16:creationId xmlns:a16="http://schemas.microsoft.com/office/drawing/2014/main" id="{21AAEB23-95CA-45A9-837B-CD7BF8DDE56C}"/>
              </a:ext>
            </a:extLst>
          </p:cNvPr>
          <p:cNvSpPr>
            <a:spLocks noGrp="1"/>
          </p:cNvSpPr>
          <p:nvPr>
            <p:ph type="title"/>
          </p:nvPr>
        </p:nvSpPr>
        <p:spPr>
          <a:xfrm>
            <a:off x="551240" y="549274"/>
            <a:ext cx="6982957" cy="930372"/>
          </a:xfrm>
        </p:spPr>
        <p:txBody>
          <a:bodyPr/>
          <a:lstStyle/>
          <a:p>
            <a:r>
              <a:rPr lang="en-US"/>
              <a:t>Click to edit Master title style</a:t>
            </a:r>
          </a:p>
        </p:txBody>
      </p:sp>
      <p:sp>
        <p:nvSpPr>
          <p:cNvPr id="14" name="Content Placeholder 5">
            <a:extLst>
              <a:ext uri="{FF2B5EF4-FFF2-40B4-BE49-F238E27FC236}">
                <a16:creationId xmlns:a16="http://schemas.microsoft.com/office/drawing/2014/main" id="{F9DB2775-E9C6-BBF6-4F21-AC89CB5A2445}"/>
              </a:ext>
            </a:extLst>
          </p:cNvPr>
          <p:cNvSpPr>
            <a:spLocks noGrp="1"/>
          </p:cNvSpPr>
          <p:nvPr>
            <p:ph sz="quarter" idx="31"/>
          </p:nvPr>
        </p:nvSpPr>
        <p:spPr>
          <a:xfrm>
            <a:off x="551240" y="2132856"/>
            <a:ext cx="698295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0">
            <a:extLst>
              <a:ext uri="{FF2B5EF4-FFF2-40B4-BE49-F238E27FC236}">
                <a16:creationId xmlns:a16="http://schemas.microsoft.com/office/drawing/2014/main" id="{C3ABAB46-458D-AA82-5E79-A54A7AF168E3}"/>
              </a:ext>
            </a:extLst>
          </p:cNvPr>
          <p:cNvSpPr>
            <a:spLocks noGrp="1"/>
          </p:cNvSpPr>
          <p:nvPr>
            <p:ph sz="quarter" idx="28"/>
          </p:nvPr>
        </p:nvSpPr>
        <p:spPr>
          <a:xfrm>
            <a:off x="8339229" y="2132856"/>
            <a:ext cx="329887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hapter Placeholder 2">
            <a:extLst>
              <a:ext uri="{FF2B5EF4-FFF2-40B4-BE49-F238E27FC236}">
                <a16:creationId xmlns:a16="http://schemas.microsoft.com/office/drawing/2014/main" id="{6A60C175-61A3-58D8-BABE-160BC93795DC}"/>
              </a:ext>
            </a:extLst>
          </p:cNvPr>
          <p:cNvSpPr>
            <a:spLocks noGrp="1"/>
          </p:cNvSpPr>
          <p:nvPr>
            <p:ph type="body" sz="quarter" idx="13" hasCustomPrompt="1"/>
          </p:nvPr>
        </p:nvSpPr>
        <p:spPr>
          <a:xfrm>
            <a:off x="550720" y="266220"/>
            <a:ext cx="6982051" cy="151263"/>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
        <p:nvSpPr>
          <p:cNvPr id="17" name="Text Placeholder 10">
            <a:extLst>
              <a:ext uri="{FF2B5EF4-FFF2-40B4-BE49-F238E27FC236}">
                <a16:creationId xmlns:a16="http://schemas.microsoft.com/office/drawing/2014/main" id="{6C357538-B7AF-C31E-63AB-4F5FF078BFCB}"/>
              </a:ext>
            </a:extLst>
          </p:cNvPr>
          <p:cNvSpPr>
            <a:spLocks noGrp="1"/>
          </p:cNvSpPr>
          <p:nvPr>
            <p:ph type="body" sz="quarter" idx="27" hasCustomPrompt="1"/>
          </p:nvPr>
        </p:nvSpPr>
        <p:spPr>
          <a:xfrm>
            <a:off x="8339229" y="1634286"/>
            <a:ext cx="3298879" cy="307777"/>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GB"/>
              <a:t>Click to edit Master styles</a:t>
            </a:r>
          </a:p>
        </p:txBody>
      </p:sp>
    </p:spTree>
    <p:extLst>
      <p:ext uri="{BB962C8B-B14F-4D97-AF65-F5344CB8AC3E}">
        <p14:creationId xmlns:p14="http://schemas.microsoft.com/office/powerpoint/2010/main" val="24432245"/>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AEFDD5A-0E10-35E6-046E-79E61257DDF1}"/>
              </a:ext>
            </a:extLst>
          </p:cNvPr>
          <p:cNvSpPr/>
          <p:nvPr userDrawn="1"/>
        </p:nvSpPr>
        <p:spPr>
          <a:xfrm rot="16200000" flipV="1">
            <a:off x="7100258" y="1769431"/>
            <a:ext cx="6857998" cy="3319141"/>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AA1EA1F2-A678-B9A4-119A-DA3923B39A3A}"/>
              </a:ext>
            </a:extLst>
          </p:cNvPr>
          <p:cNvGrpSpPr/>
          <p:nvPr userDrawn="1"/>
        </p:nvGrpSpPr>
        <p:grpSpPr>
          <a:xfrm>
            <a:off x="11767257" y="176700"/>
            <a:ext cx="260162" cy="240782"/>
            <a:chOff x="5481638" y="2859088"/>
            <a:chExt cx="1231900" cy="1139825"/>
          </a:xfrm>
          <a:solidFill>
            <a:schemeClr val="bg2"/>
          </a:solidFill>
        </p:grpSpPr>
        <p:sp>
          <p:nvSpPr>
            <p:cNvPr id="21" name="Freeform 320">
              <a:extLst>
                <a:ext uri="{FF2B5EF4-FFF2-40B4-BE49-F238E27FC236}">
                  <a16:creationId xmlns:a16="http://schemas.microsoft.com/office/drawing/2014/main" id="{F2CAAAB8-8F85-36D6-90A3-F9EF7CA3A4F1}"/>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22" name="Freeform 321">
              <a:extLst>
                <a:ext uri="{FF2B5EF4-FFF2-40B4-BE49-F238E27FC236}">
                  <a16:creationId xmlns:a16="http://schemas.microsoft.com/office/drawing/2014/main" id="{5CFC2EFB-5E04-2EE5-FF07-1211D0C87D5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2" name="Date Placeholder 1">
            <a:extLst>
              <a:ext uri="{FF2B5EF4-FFF2-40B4-BE49-F238E27FC236}">
                <a16:creationId xmlns:a16="http://schemas.microsoft.com/office/drawing/2014/main" id="{2B8F9C6F-5E55-F6B7-39D2-CF5A9A6F84BD}"/>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230850CD-89CD-C34B-151D-32B983A0A5B1}"/>
              </a:ext>
            </a:extLst>
          </p:cNvPr>
          <p:cNvSpPr>
            <a:spLocks noGrp="1"/>
          </p:cNvSpPr>
          <p:nvPr>
            <p:ph type="ftr" sz="quarter" idx="25"/>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C3F4590F-315C-56B0-3B3E-63266FA764B6}"/>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1FD69EF5-DC55-0043-E707-9957A11A30E5}"/>
              </a:ext>
            </a:extLst>
          </p:cNvPr>
          <p:cNvSpPr>
            <a:spLocks noGrp="1"/>
          </p:cNvSpPr>
          <p:nvPr>
            <p:ph type="body" sz="quarter" idx="22" hasCustomPrompt="1"/>
          </p:nvPr>
        </p:nvSpPr>
        <p:spPr>
          <a:xfrm>
            <a:off x="550057" y="1634286"/>
            <a:ext cx="791881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7" name="Title 4">
            <a:extLst>
              <a:ext uri="{FF2B5EF4-FFF2-40B4-BE49-F238E27FC236}">
                <a16:creationId xmlns:a16="http://schemas.microsoft.com/office/drawing/2014/main" id="{C93203A2-28D5-E542-8692-E8BEA6720D63}"/>
              </a:ext>
            </a:extLst>
          </p:cNvPr>
          <p:cNvSpPr>
            <a:spLocks noGrp="1"/>
          </p:cNvSpPr>
          <p:nvPr>
            <p:ph type="title"/>
          </p:nvPr>
        </p:nvSpPr>
        <p:spPr>
          <a:xfrm>
            <a:off x="551241" y="549274"/>
            <a:ext cx="7918817" cy="930372"/>
          </a:xfrm>
        </p:spPr>
        <p:txBody>
          <a:bodyPr/>
          <a:lstStyle/>
          <a:p>
            <a:r>
              <a:rPr lang="en-US"/>
              <a:t>Click to edit Master title style</a:t>
            </a:r>
          </a:p>
        </p:txBody>
      </p:sp>
      <p:sp>
        <p:nvSpPr>
          <p:cNvPr id="9" name="Content Placeholder 5">
            <a:extLst>
              <a:ext uri="{FF2B5EF4-FFF2-40B4-BE49-F238E27FC236}">
                <a16:creationId xmlns:a16="http://schemas.microsoft.com/office/drawing/2014/main" id="{D5680A08-73A9-5D82-7781-A59825059862}"/>
              </a:ext>
            </a:extLst>
          </p:cNvPr>
          <p:cNvSpPr>
            <a:spLocks noGrp="1"/>
          </p:cNvSpPr>
          <p:nvPr>
            <p:ph sz="quarter" idx="31"/>
          </p:nvPr>
        </p:nvSpPr>
        <p:spPr>
          <a:xfrm>
            <a:off x="551241" y="2132856"/>
            <a:ext cx="791881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20">
            <a:extLst>
              <a:ext uri="{FF2B5EF4-FFF2-40B4-BE49-F238E27FC236}">
                <a16:creationId xmlns:a16="http://schemas.microsoft.com/office/drawing/2014/main" id="{2D43B5A9-14F0-DD78-070F-A995030041DA}"/>
              </a:ext>
            </a:extLst>
          </p:cNvPr>
          <p:cNvSpPr>
            <a:spLocks noGrp="1"/>
          </p:cNvSpPr>
          <p:nvPr>
            <p:ph sz="quarter" idx="28"/>
          </p:nvPr>
        </p:nvSpPr>
        <p:spPr>
          <a:xfrm>
            <a:off x="9261939" y="2132856"/>
            <a:ext cx="2376167"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0">
            <a:extLst>
              <a:ext uri="{FF2B5EF4-FFF2-40B4-BE49-F238E27FC236}">
                <a16:creationId xmlns:a16="http://schemas.microsoft.com/office/drawing/2014/main" id="{5F56F677-F5B9-1784-B704-0F0DD8F83E23}"/>
              </a:ext>
            </a:extLst>
          </p:cNvPr>
          <p:cNvSpPr>
            <a:spLocks noGrp="1"/>
          </p:cNvSpPr>
          <p:nvPr>
            <p:ph type="body" sz="quarter" idx="27"/>
          </p:nvPr>
        </p:nvSpPr>
        <p:spPr>
          <a:xfrm>
            <a:off x="9261939" y="1635329"/>
            <a:ext cx="2376168" cy="615297"/>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428769855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5 Chapterbox">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AEFDD5A-0E10-35E6-046E-79E61257DDF1}"/>
              </a:ext>
            </a:extLst>
          </p:cNvPr>
          <p:cNvSpPr/>
          <p:nvPr userDrawn="1"/>
        </p:nvSpPr>
        <p:spPr>
          <a:xfrm rot="16200000" flipV="1">
            <a:off x="7100258" y="1769431"/>
            <a:ext cx="6857998" cy="3319141"/>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AA1EA1F2-A678-B9A4-119A-DA3923B39A3A}"/>
              </a:ext>
            </a:extLst>
          </p:cNvPr>
          <p:cNvGrpSpPr/>
          <p:nvPr userDrawn="1"/>
        </p:nvGrpSpPr>
        <p:grpSpPr>
          <a:xfrm>
            <a:off x="11767257" y="176700"/>
            <a:ext cx="260162" cy="240782"/>
            <a:chOff x="5481638" y="2859088"/>
            <a:chExt cx="1231900" cy="1139825"/>
          </a:xfrm>
          <a:solidFill>
            <a:schemeClr val="bg2"/>
          </a:solidFill>
        </p:grpSpPr>
        <p:sp>
          <p:nvSpPr>
            <p:cNvPr id="21" name="Freeform 320">
              <a:extLst>
                <a:ext uri="{FF2B5EF4-FFF2-40B4-BE49-F238E27FC236}">
                  <a16:creationId xmlns:a16="http://schemas.microsoft.com/office/drawing/2014/main" id="{F2CAAAB8-8F85-36D6-90A3-F9EF7CA3A4F1}"/>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22" name="Freeform 321">
              <a:extLst>
                <a:ext uri="{FF2B5EF4-FFF2-40B4-BE49-F238E27FC236}">
                  <a16:creationId xmlns:a16="http://schemas.microsoft.com/office/drawing/2014/main" id="{5CFC2EFB-5E04-2EE5-FF07-1211D0C87D5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2" name="Date Placeholder 1">
            <a:extLst>
              <a:ext uri="{FF2B5EF4-FFF2-40B4-BE49-F238E27FC236}">
                <a16:creationId xmlns:a16="http://schemas.microsoft.com/office/drawing/2014/main" id="{2B8F9C6F-5E55-F6B7-39D2-CF5A9A6F84BD}"/>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230850CD-89CD-C34B-151D-32B983A0A5B1}"/>
              </a:ext>
            </a:extLst>
          </p:cNvPr>
          <p:cNvSpPr>
            <a:spLocks noGrp="1"/>
          </p:cNvSpPr>
          <p:nvPr>
            <p:ph type="ftr" sz="quarter" idx="25"/>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C3F4590F-315C-56B0-3B3E-63266FA764B6}"/>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77CB4701-5EA8-F228-EB41-0CFF2D895F32}"/>
              </a:ext>
            </a:extLst>
          </p:cNvPr>
          <p:cNvSpPr>
            <a:spLocks noGrp="1"/>
          </p:cNvSpPr>
          <p:nvPr>
            <p:ph type="body" sz="quarter" idx="22" hasCustomPrompt="1"/>
          </p:nvPr>
        </p:nvSpPr>
        <p:spPr>
          <a:xfrm>
            <a:off x="550057" y="1634286"/>
            <a:ext cx="791881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9" name="Title 4">
            <a:extLst>
              <a:ext uri="{FF2B5EF4-FFF2-40B4-BE49-F238E27FC236}">
                <a16:creationId xmlns:a16="http://schemas.microsoft.com/office/drawing/2014/main" id="{A5D329F4-F440-1971-934F-BB7E30406179}"/>
              </a:ext>
            </a:extLst>
          </p:cNvPr>
          <p:cNvSpPr>
            <a:spLocks noGrp="1"/>
          </p:cNvSpPr>
          <p:nvPr>
            <p:ph type="title"/>
          </p:nvPr>
        </p:nvSpPr>
        <p:spPr>
          <a:xfrm>
            <a:off x="551241" y="549274"/>
            <a:ext cx="7918817" cy="930372"/>
          </a:xfrm>
        </p:spPr>
        <p:txBody>
          <a:bodyPr/>
          <a:lstStyle/>
          <a:p>
            <a:r>
              <a:rPr lang="en-US"/>
              <a:t>Click to edit Master title style</a:t>
            </a:r>
          </a:p>
        </p:txBody>
      </p:sp>
      <p:sp>
        <p:nvSpPr>
          <p:cNvPr id="11" name="Content Placeholder 5">
            <a:extLst>
              <a:ext uri="{FF2B5EF4-FFF2-40B4-BE49-F238E27FC236}">
                <a16:creationId xmlns:a16="http://schemas.microsoft.com/office/drawing/2014/main" id="{C57AAAE3-15FB-8EBD-D80A-38D40EBDDEBF}"/>
              </a:ext>
            </a:extLst>
          </p:cNvPr>
          <p:cNvSpPr>
            <a:spLocks noGrp="1"/>
          </p:cNvSpPr>
          <p:nvPr>
            <p:ph sz="quarter" idx="31"/>
          </p:nvPr>
        </p:nvSpPr>
        <p:spPr>
          <a:xfrm>
            <a:off x="551241" y="2132856"/>
            <a:ext cx="791881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20">
            <a:extLst>
              <a:ext uri="{FF2B5EF4-FFF2-40B4-BE49-F238E27FC236}">
                <a16:creationId xmlns:a16="http://schemas.microsoft.com/office/drawing/2014/main" id="{D9F4F301-816D-BBA5-0D4F-7106C88BF450}"/>
              </a:ext>
            </a:extLst>
          </p:cNvPr>
          <p:cNvSpPr>
            <a:spLocks noGrp="1"/>
          </p:cNvSpPr>
          <p:nvPr>
            <p:ph sz="quarter" idx="28"/>
          </p:nvPr>
        </p:nvSpPr>
        <p:spPr>
          <a:xfrm>
            <a:off x="9261939" y="2132856"/>
            <a:ext cx="2376167"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hapter Placeholder 2">
            <a:extLst>
              <a:ext uri="{FF2B5EF4-FFF2-40B4-BE49-F238E27FC236}">
                <a16:creationId xmlns:a16="http://schemas.microsoft.com/office/drawing/2014/main" id="{E584A6CD-5C38-ABB3-1278-14FD6AFFF366}"/>
              </a:ext>
            </a:extLst>
          </p:cNvPr>
          <p:cNvSpPr>
            <a:spLocks noGrp="1"/>
          </p:cNvSpPr>
          <p:nvPr>
            <p:ph type="body" sz="quarter" idx="13" hasCustomPrompt="1"/>
          </p:nvPr>
        </p:nvSpPr>
        <p:spPr>
          <a:xfrm>
            <a:off x="550719" y="266220"/>
            <a:ext cx="7917791" cy="151263"/>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
        <p:nvSpPr>
          <p:cNvPr id="17" name="Text Placeholder 10">
            <a:extLst>
              <a:ext uri="{FF2B5EF4-FFF2-40B4-BE49-F238E27FC236}">
                <a16:creationId xmlns:a16="http://schemas.microsoft.com/office/drawing/2014/main" id="{3D4DF89C-E36B-311B-F8AD-FE3524EF4EF8}"/>
              </a:ext>
            </a:extLst>
          </p:cNvPr>
          <p:cNvSpPr>
            <a:spLocks noGrp="1"/>
          </p:cNvSpPr>
          <p:nvPr>
            <p:ph type="body" sz="quarter" idx="27"/>
          </p:nvPr>
        </p:nvSpPr>
        <p:spPr>
          <a:xfrm>
            <a:off x="9261939" y="1634286"/>
            <a:ext cx="2376168" cy="615297"/>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57779109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4142192-00F6-71C9-9A77-489CD275D234}"/>
              </a:ext>
            </a:extLst>
          </p:cNvPr>
          <p:cNvSpPr/>
          <p:nvPr userDrawn="1"/>
        </p:nvSpPr>
        <p:spPr>
          <a:xfrm rot="16200000" flipV="1">
            <a:off x="7560232" y="2229404"/>
            <a:ext cx="6857998" cy="2399194"/>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5" name="Group 37">
            <a:extLst>
              <a:ext uri="{FF2B5EF4-FFF2-40B4-BE49-F238E27FC236}">
                <a16:creationId xmlns:a16="http://schemas.microsoft.com/office/drawing/2014/main" id="{3DFDE37E-5420-F85E-8E48-40542DA08033}"/>
              </a:ext>
            </a:extLst>
          </p:cNvPr>
          <p:cNvGrpSpPr/>
          <p:nvPr userDrawn="1"/>
        </p:nvGrpSpPr>
        <p:grpSpPr>
          <a:xfrm>
            <a:off x="11767257" y="176700"/>
            <a:ext cx="260162" cy="240782"/>
            <a:chOff x="5481638" y="2859088"/>
            <a:chExt cx="1231900" cy="1139825"/>
          </a:xfrm>
          <a:solidFill>
            <a:schemeClr val="bg2"/>
          </a:solidFill>
        </p:grpSpPr>
        <p:sp>
          <p:nvSpPr>
            <p:cNvPr id="26" name="Freeform 320">
              <a:extLst>
                <a:ext uri="{FF2B5EF4-FFF2-40B4-BE49-F238E27FC236}">
                  <a16:creationId xmlns:a16="http://schemas.microsoft.com/office/drawing/2014/main" id="{AD48A599-A45D-8D69-AEA6-662642AD9D93}"/>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27" name="Freeform 321">
              <a:extLst>
                <a:ext uri="{FF2B5EF4-FFF2-40B4-BE49-F238E27FC236}">
                  <a16:creationId xmlns:a16="http://schemas.microsoft.com/office/drawing/2014/main" id="{D65A51CC-4C31-51CB-14AC-6B1601AB8AD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3" name="Date Placeholder 2">
            <a:extLst>
              <a:ext uri="{FF2B5EF4-FFF2-40B4-BE49-F238E27FC236}">
                <a16:creationId xmlns:a16="http://schemas.microsoft.com/office/drawing/2014/main" id="{D5AE9DA6-521B-F449-72BF-F6B58357D1E2}"/>
              </a:ext>
            </a:extLst>
          </p:cNvPr>
          <p:cNvSpPr>
            <a:spLocks noGrp="1"/>
          </p:cNvSpPr>
          <p:nvPr>
            <p:ph type="dt" sz="half" idx="25"/>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B8E5A5A4-4ABB-75D4-0347-730FFE4FE623}"/>
              </a:ext>
            </a:extLst>
          </p:cNvPr>
          <p:cNvSpPr>
            <a:spLocks noGrp="1"/>
          </p:cNvSpPr>
          <p:nvPr>
            <p:ph type="ftr" sz="quarter" idx="26"/>
          </p:nvPr>
        </p:nvSpPr>
        <p:spPr/>
        <p:txBody>
          <a:bodyPr/>
          <a:lstStyle/>
          <a:p>
            <a:pPr>
              <a:spcBef>
                <a:spcPts val="1000"/>
              </a:spcBef>
            </a:pPr>
            <a:r>
              <a:rPr lang="en-US"/>
              <a:t>AI Data Copilot - AskData</a:t>
            </a:r>
          </a:p>
        </p:txBody>
      </p:sp>
      <p:sp>
        <p:nvSpPr>
          <p:cNvPr id="6" name="Slide Number Placeholder 5">
            <a:extLst>
              <a:ext uri="{FF2B5EF4-FFF2-40B4-BE49-F238E27FC236}">
                <a16:creationId xmlns:a16="http://schemas.microsoft.com/office/drawing/2014/main" id="{1D8486EB-33DC-2A07-4FA3-E55575E4F077}"/>
              </a:ext>
            </a:extLst>
          </p:cNvPr>
          <p:cNvSpPr>
            <a:spLocks noGrp="1"/>
          </p:cNvSpPr>
          <p:nvPr>
            <p:ph type="sldNum" sz="quarter" idx="27"/>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F49FFE9F-318B-AD07-86E6-3D605204274E}"/>
              </a:ext>
            </a:extLst>
          </p:cNvPr>
          <p:cNvSpPr>
            <a:spLocks noGrp="1"/>
          </p:cNvSpPr>
          <p:nvPr>
            <p:ph type="body" sz="quarter" idx="22" hasCustomPrompt="1"/>
          </p:nvPr>
        </p:nvSpPr>
        <p:spPr>
          <a:xfrm>
            <a:off x="550057" y="1634286"/>
            <a:ext cx="8951858"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0" name="Title 4">
            <a:extLst>
              <a:ext uri="{FF2B5EF4-FFF2-40B4-BE49-F238E27FC236}">
                <a16:creationId xmlns:a16="http://schemas.microsoft.com/office/drawing/2014/main" id="{6B5BE04E-C718-08CB-4873-0698E24EE643}"/>
              </a:ext>
            </a:extLst>
          </p:cNvPr>
          <p:cNvSpPr>
            <a:spLocks noGrp="1"/>
          </p:cNvSpPr>
          <p:nvPr>
            <p:ph type="title"/>
          </p:nvPr>
        </p:nvSpPr>
        <p:spPr>
          <a:xfrm>
            <a:off x="551241" y="549274"/>
            <a:ext cx="8951858" cy="930372"/>
          </a:xfrm>
        </p:spPr>
        <p:txBody>
          <a:bodyPr/>
          <a:lstStyle/>
          <a:p>
            <a:r>
              <a:rPr lang="en-US"/>
              <a:t>Click to edit Master title style</a:t>
            </a:r>
          </a:p>
        </p:txBody>
      </p:sp>
      <p:sp>
        <p:nvSpPr>
          <p:cNvPr id="12" name="Content Placeholder 5">
            <a:extLst>
              <a:ext uri="{FF2B5EF4-FFF2-40B4-BE49-F238E27FC236}">
                <a16:creationId xmlns:a16="http://schemas.microsoft.com/office/drawing/2014/main" id="{2AE819EF-5661-07DD-8D8E-3816C9C948FA}"/>
              </a:ext>
            </a:extLst>
          </p:cNvPr>
          <p:cNvSpPr>
            <a:spLocks noGrp="1"/>
          </p:cNvSpPr>
          <p:nvPr>
            <p:ph sz="quarter" idx="31"/>
          </p:nvPr>
        </p:nvSpPr>
        <p:spPr>
          <a:xfrm>
            <a:off x="551241" y="2132856"/>
            <a:ext cx="895185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0">
            <a:extLst>
              <a:ext uri="{FF2B5EF4-FFF2-40B4-BE49-F238E27FC236}">
                <a16:creationId xmlns:a16="http://schemas.microsoft.com/office/drawing/2014/main" id="{6FD27327-DD4E-745F-BEE6-F2456262CD9F}"/>
              </a:ext>
            </a:extLst>
          </p:cNvPr>
          <p:cNvSpPr>
            <a:spLocks noGrp="1"/>
          </p:cNvSpPr>
          <p:nvPr>
            <p:ph sz="quarter" idx="28"/>
          </p:nvPr>
        </p:nvSpPr>
        <p:spPr>
          <a:xfrm>
            <a:off x="10053821" y="2132856"/>
            <a:ext cx="1584285"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0">
            <a:extLst>
              <a:ext uri="{FF2B5EF4-FFF2-40B4-BE49-F238E27FC236}">
                <a16:creationId xmlns:a16="http://schemas.microsoft.com/office/drawing/2014/main" id="{50CD247E-0744-79CF-8F93-524394145128}"/>
              </a:ext>
            </a:extLst>
          </p:cNvPr>
          <p:cNvSpPr>
            <a:spLocks noGrp="1"/>
          </p:cNvSpPr>
          <p:nvPr>
            <p:ph type="body" sz="quarter" idx="32"/>
          </p:nvPr>
        </p:nvSpPr>
        <p:spPr>
          <a:xfrm>
            <a:off x="10053821" y="1634286"/>
            <a:ext cx="1584286" cy="922945"/>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42355734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6  Chapterbox">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4142192-00F6-71C9-9A77-489CD275D234}"/>
              </a:ext>
            </a:extLst>
          </p:cNvPr>
          <p:cNvSpPr/>
          <p:nvPr userDrawn="1"/>
        </p:nvSpPr>
        <p:spPr>
          <a:xfrm rot="16200000" flipV="1">
            <a:off x="7560232" y="2229404"/>
            <a:ext cx="6857998" cy="2399194"/>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5" name="Group 37">
            <a:extLst>
              <a:ext uri="{FF2B5EF4-FFF2-40B4-BE49-F238E27FC236}">
                <a16:creationId xmlns:a16="http://schemas.microsoft.com/office/drawing/2014/main" id="{3DFDE37E-5420-F85E-8E48-40542DA08033}"/>
              </a:ext>
            </a:extLst>
          </p:cNvPr>
          <p:cNvGrpSpPr/>
          <p:nvPr userDrawn="1"/>
        </p:nvGrpSpPr>
        <p:grpSpPr>
          <a:xfrm>
            <a:off x="11767257" y="176700"/>
            <a:ext cx="260162" cy="240782"/>
            <a:chOff x="5481638" y="2859088"/>
            <a:chExt cx="1231900" cy="1139825"/>
          </a:xfrm>
          <a:solidFill>
            <a:schemeClr val="bg2"/>
          </a:solidFill>
        </p:grpSpPr>
        <p:sp>
          <p:nvSpPr>
            <p:cNvPr id="26" name="Freeform 320">
              <a:extLst>
                <a:ext uri="{FF2B5EF4-FFF2-40B4-BE49-F238E27FC236}">
                  <a16:creationId xmlns:a16="http://schemas.microsoft.com/office/drawing/2014/main" id="{AD48A599-A45D-8D69-AEA6-662642AD9D93}"/>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27" name="Freeform 321">
              <a:extLst>
                <a:ext uri="{FF2B5EF4-FFF2-40B4-BE49-F238E27FC236}">
                  <a16:creationId xmlns:a16="http://schemas.microsoft.com/office/drawing/2014/main" id="{D65A51CC-4C31-51CB-14AC-6B1601AB8AD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3" name="Date Placeholder 2">
            <a:extLst>
              <a:ext uri="{FF2B5EF4-FFF2-40B4-BE49-F238E27FC236}">
                <a16:creationId xmlns:a16="http://schemas.microsoft.com/office/drawing/2014/main" id="{D5AE9DA6-521B-F449-72BF-F6B58357D1E2}"/>
              </a:ext>
            </a:extLst>
          </p:cNvPr>
          <p:cNvSpPr>
            <a:spLocks noGrp="1"/>
          </p:cNvSpPr>
          <p:nvPr>
            <p:ph type="dt" sz="half" idx="25"/>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B8E5A5A4-4ABB-75D4-0347-730FFE4FE623}"/>
              </a:ext>
            </a:extLst>
          </p:cNvPr>
          <p:cNvSpPr>
            <a:spLocks noGrp="1"/>
          </p:cNvSpPr>
          <p:nvPr>
            <p:ph type="ftr" sz="quarter" idx="26"/>
          </p:nvPr>
        </p:nvSpPr>
        <p:spPr/>
        <p:txBody>
          <a:bodyPr/>
          <a:lstStyle/>
          <a:p>
            <a:pPr>
              <a:spcBef>
                <a:spcPts val="1000"/>
              </a:spcBef>
            </a:pPr>
            <a:r>
              <a:rPr lang="en-US"/>
              <a:t>AI Data Copilot - AskData</a:t>
            </a:r>
          </a:p>
        </p:txBody>
      </p:sp>
      <p:sp>
        <p:nvSpPr>
          <p:cNvPr id="6" name="Slide Number Placeholder 5">
            <a:extLst>
              <a:ext uri="{FF2B5EF4-FFF2-40B4-BE49-F238E27FC236}">
                <a16:creationId xmlns:a16="http://schemas.microsoft.com/office/drawing/2014/main" id="{1D8486EB-33DC-2A07-4FA3-E55575E4F077}"/>
              </a:ext>
            </a:extLst>
          </p:cNvPr>
          <p:cNvSpPr>
            <a:spLocks noGrp="1"/>
          </p:cNvSpPr>
          <p:nvPr>
            <p:ph type="sldNum" sz="quarter" idx="27"/>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73D4D2DE-857C-432B-542C-776B73D12295}"/>
              </a:ext>
            </a:extLst>
          </p:cNvPr>
          <p:cNvSpPr>
            <a:spLocks noGrp="1"/>
          </p:cNvSpPr>
          <p:nvPr>
            <p:ph type="body" sz="quarter" idx="22" hasCustomPrompt="1"/>
          </p:nvPr>
        </p:nvSpPr>
        <p:spPr>
          <a:xfrm>
            <a:off x="550057" y="1634286"/>
            <a:ext cx="8951858"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2" name="Title 4">
            <a:extLst>
              <a:ext uri="{FF2B5EF4-FFF2-40B4-BE49-F238E27FC236}">
                <a16:creationId xmlns:a16="http://schemas.microsoft.com/office/drawing/2014/main" id="{D58330D2-B44D-B4BF-A2E5-010DDD74BFE7}"/>
              </a:ext>
            </a:extLst>
          </p:cNvPr>
          <p:cNvSpPr>
            <a:spLocks noGrp="1"/>
          </p:cNvSpPr>
          <p:nvPr>
            <p:ph type="title"/>
          </p:nvPr>
        </p:nvSpPr>
        <p:spPr>
          <a:xfrm>
            <a:off x="551241" y="549274"/>
            <a:ext cx="8951858" cy="930372"/>
          </a:xfrm>
        </p:spPr>
        <p:txBody>
          <a:bodyPr/>
          <a:lstStyle/>
          <a:p>
            <a:r>
              <a:rPr lang="en-US"/>
              <a:t>Click to edit Master title style</a:t>
            </a:r>
          </a:p>
        </p:txBody>
      </p:sp>
      <p:sp>
        <p:nvSpPr>
          <p:cNvPr id="13" name="Content Placeholder 5">
            <a:extLst>
              <a:ext uri="{FF2B5EF4-FFF2-40B4-BE49-F238E27FC236}">
                <a16:creationId xmlns:a16="http://schemas.microsoft.com/office/drawing/2014/main" id="{BD895A44-21D8-7652-F6B3-A65F96845F49}"/>
              </a:ext>
            </a:extLst>
          </p:cNvPr>
          <p:cNvSpPr>
            <a:spLocks noGrp="1"/>
          </p:cNvSpPr>
          <p:nvPr>
            <p:ph sz="quarter" idx="31"/>
          </p:nvPr>
        </p:nvSpPr>
        <p:spPr>
          <a:xfrm>
            <a:off x="551241" y="2132856"/>
            <a:ext cx="895185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20">
            <a:extLst>
              <a:ext uri="{FF2B5EF4-FFF2-40B4-BE49-F238E27FC236}">
                <a16:creationId xmlns:a16="http://schemas.microsoft.com/office/drawing/2014/main" id="{B7B3AFE6-55A3-42D9-6DD3-DA26A44341E4}"/>
              </a:ext>
            </a:extLst>
          </p:cNvPr>
          <p:cNvSpPr>
            <a:spLocks noGrp="1"/>
          </p:cNvSpPr>
          <p:nvPr>
            <p:ph sz="quarter" idx="28"/>
          </p:nvPr>
        </p:nvSpPr>
        <p:spPr>
          <a:xfrm>
            <a:off x="10053821" y="2132856"/>
            <a:ext cx="1584285"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hapter Placeholder 2">
            <a:extLst>
              <a:ext uri="{FF2B5EF4-FFF2-40B4-BE49-F238E27FC236}">
                <a16:creationId xmlns:a16="http://schemas.microsoft.com/office/drawing/2014/main" id="{32B7BC2A-9784-4487-0ABA-5451BC0797E4}"/>
              </a:ext>
            </a:extLst>
          </p:cNvPr>
          <p:cNvSpPr>
            <a:spLocks noGrp="1"/>
          </p:cNvSpPr>
          <p:nvPr>
            <p:ph type="body" sz="quarter" idx="13" hasCustomPrompt="1"/>
          </p:nvPr>
        </p:nvSpPr>
        <p:spPr>
          <a:xfrm>
            <a:off x="550719" y="266220"/>
            <a:ext cx="8950697" cy="151263"/>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
        <p:nvSpPr>
          <p:cNvPr id="16" name="Text Placeholder 10">
            <a:extLst>
              <a:ext uri="{FF2B5EF4-FFF2-40B4-BE49-F238E27FC236}">
                <a16:creationId xmlns:a16="http://schemas.microsoft.com/office/drawing/2014/main" id="{5A4921A4-14DE-EAC1-42A7-044F67135397}"/>
              </a:ext>
            </a:extLst>
          </p:cNvPr>
          <p:cNvSpPr>
            <a:spLocks noGrp="1"/>
          </p:cNvSpPr>
          <p:nvPr>
            <p:ph type="body" sz="quarter" idx="32"/>
          </p:nvPr>
        </p:nvSpPr>
        <p:spPr>
          <a:xfrm>
            <a:off x="10053821" y="1635329"/>
            <a:ext cx="1584286" cy="922945"/>
          </a:xfrm>
          <a:prstGeom prst="rect">
            <a:avLst/>
          </a:prstGeom>
        </p:spPr>
        <p:txBody>
          <a:bodyPr vert="horz" wrap="square" lIns="0" tIns="0" rIns="0" bIns="0" rtlCol="0">
            <a:spAutoFit/>
          </a:bodyPr>
          <a:lstStyle>
            <a:lvl1pPr>
              <a:defRPr lang="en-US" sz="1999"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2704482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7" name="Content Placeholder 17">
            <a:extLst>
              <a:ext uri="{FF2B5EF4-FFF2-40B4-BE49-F238E27FC236}">
                <a16:creationId xmlns:a16="http://schemas.microsoft.com/office/drawing/2014/main" id="{9419F9B9-A3F9-F338-CA95-2522ADFD9276}"/>
              </a:ext>
            </a:extLst>
          </p:cNvPr>
          <p:cNvSpPr>
            <a:spLocks noGrp="1"/>
          </p:cNvSpPr>
          <p:nvPr>
            <p:ph sz="quarter" idx="23"/>
          </p:nvPr>
        </p:nvSpPr>
        <p:spPr>
          <a:xfrm>
            <a:off x="6645132" y="1772816"/>
            <a:ext cx="4992453" cy="453590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3" name="Date Placeholder 2">
            <a:extLst>
              <a:ext uri="{FF2B5EF4-FFF2-40B4-BE49-F238E27FC236}">
                <a16:creationId xmlns:a16="http://schemas.microsoft.com/office/drawing/2014/main" id="{885B9FD2-6048-2D15-B439-6975CB885DBE}"/>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043C87BC-20D2-3A31-20C8-5F67B34C6548}"/>
              </a:ext>
            </a:extLst>
          </p:cNvPr>
          <p:cNvSpPr>
            <a:spLocks noGrp="1"/>
          </p:cNvSpPr>
          <p:nvPr>
            <p:ph type="ftr" sz="quarter" idx="25"/>
          </p:nvPr>
        </p:nvSpPr>
        <p:spPr/>
        <p:txBody>
          <a:bodyPr/>
          <a:lstStyle/>
          <a:p>
            <a:pPr>
              <a:spcBef>
                <a:spcPts val="1000"/>
              </a:spcBef>
            </a:pPr>
            <a:r>
              <a:rPr lang="en-US"/>
              <a:t>AI Data Copilot - AskData</a:t>
            </a:r>
          </a:p>
        </p:txBody>
      </p:sp>
      <p:sp>
        <p:nvSpPr>
          <p:cNvPr id="6" name="Slide Number Placeholder 5">
            <a:extLst>
              <a:ext uri="{FF2B5EF4-FFF2-40B4-BE49-F238E27FC236}">
                <a16:creationId xmlns:a16="http://schemas.microsoft.com/office/drawing/2014/main" id="{0288BCF5-D034-A931-945B-6AA231F982A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itle 7">
            <a:extLst>
              <a:ext uri="{FF2B5EF4-FFF2-40B4-BE49-F238E27FC236}">
                <a16:creationId xmlns:a16="http://schemas.microsoft.com/office/drawing/2014/main" id="{0AB69793-A772-75BC-7546-86D4C99DA295}"/>
              </a:ext>
            </a:extLst>
          </p:cNvPr>
          <p:cNvSpPr>
            <a:spLocks noGrp="1"/>
          </p:cNvSpPr>
          <p:nvPr>
            <p:ph type="title"/>
          </p:nvPr>
        </p:nvSpPr>
        <p:spPr/>
        <p:txBody>
          <a:bodyPr/>
          <a:lstStyle/>
          <a:p>
            <a:r>
              <a:rPr lang="en-US"/>
              <a:t>Click to edit Master title style</a:t>
            </a:r>
          </a:p>
        </p:txBody>
      </p:sp>
      <p:sp>
        <p:nvSpPr>
          <p:cNvPr id="5" name="Text Placeholder 9">
            <a:extLst>
              <a:ext uri="{FF2B5EF4-FFF2-40B4-BE49-F238E27FC236}">
                <a16:creationId xmlns:a16="http://schemas.microsoft.com/office/drawing/2014/main" id="{3CDC2611-10F8-E402-48FE-760013A0A338}"/>
              </a:ext>
            </a:extLst>
          </p:cNvPr>
          <p:cNvSpPr>
            <a:spLocks noGrp="1"/>
          </p:cNvSpPr>
          <p:nvPr>
            <p:ph type="body" sz="quarter" idx="22" hasCustomPrompt="1"/>
          </p:nvPr>
        </p:nvSpPr>
        <p:spPr>
          <a:xfrm>
            <a:off x="550057" y="1634286"/>
            <a:ext cx="5544356"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Tree>
    <p:extLst>
      <p:ext uri="{BB962C8B-B14F-4D97-AF65-F5344CB8AC3E}">
        <p14:creationId xmlns:p14="http://schemas.microsoft.com/office/powerpoint/2010/main" val="150754048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7 Chapterbox">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5B9FD2-6048-2D15-B439-6975CB885DBE}"/>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043C87BC-20D2-3A31-20C8-5F67B34C6548}"/>
              </a:ext>
            </a:extLst>
          </p:cNvPr>
          <p:cNvSpPr>
            <a:spLocks noGrp="1"/>
          </p:cNvSpPr>
          <p:nvPr>
            <p:ph type="ftr" sz="quarter" idx="25"/>
          </p:nvPr>
        </p:nvSpPr>
        <p:spPr/>
        <p:txBody>
          <a:bodyPr/>
          <a:lstStyle/>
          <a:p>
            <a:pPr>
              <a:spcBef>
                <a:spcPts val="1000"/>
              </a:spcBef>
            </a:pPr>
            <a:r>
              <a:rPr lang="en-US"/>
              <a:t>AI Data Copilot - AskData</a:t>
            </a:r>
          </a:p>
        </p:txBody>
      </p:sp>
      <p:sp>
        <p:nvSpPr>
          <p:cNvPr id="6" name="Slide Number Placeholder 5">
            <a:extLst>
              <a:ext uri="{FF2B5EF4-FFF2-40B4-BE49-F238E27FC236}">
                <a16:creationId xmlns:a16="http://schemas.microsoft.com/office/drawing/2014/main" id="{0288BCF5-D034-A931-945B-6AA231F982A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Content Placeholder 17">
            <a:extLst>
              <a:ext uri="{FF2B5EF4-FFF2-40B4-BE49-F238E27FC236}">
                <a16:creationId xmlns:a16="http://schemas.microsoft.com/office/drawing/2014/main" id="{2A1A29B9-2771-6C2E-7B5A-537C6A3853DB}"/>
              </a:ext>
            </a:extLst>
          </p:cNvPr>
          <p:cNvSpPr>
            <a:spLocks noGrp="1"/>
          </p:cNvSpPr>
          <p:nvPr>
            <p:ph sz="quarter" idx="23"/>
          </p:nvPr>
        </p:nvSpPr>
        <p:spPr>
          <a:xfrm>
            <a:off x="6645132" y="1772816"/>
            <a:ext cx="4992453" cy="453590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0" name="Title 7">
            <a:extLst>
              <a:ext uri="{FF2B5EF4-FFF2-40B4-BE49-F238E27FC236}">
                <a16:creationId xmlns:a16="http://schemas.microsoft.com/office/drawing/2014/main" id="{52EA2223-D8E1-77DA-D101-DFCD3DC98210}"/>
              </a:ext>
            </a:extLst>
          </p:cNvPr>
          <p:cNvSpPr>
            <a:spLocks noGrp="1"/>
          </p:cNvSpPr>
          <p:nvPr>
            <p:ph type="title"/>
          </p:nvPr>
        </p:nvSpPr>
        <p:spPr>
          <a:xfrm>
            <a:off x="551240" y="549274"/>
            <a:ext cx="11088050" cy="930372"/>
          </a:xfrm>
        </p:spPr>
        <p:txBody>
          <a:bodyPr/>
          <a:lstStyle/>
          <a:p>
            <a:r>
              <a:rPr lang="en-US"/>
              <a:t>Click to edit Master title style</a:t>
            </a:r>
          </a:p>
        </p:txBody>
      </p:sp>
      <p:sp>
        <p:nvSpPr>
          <p:cNvPr id="11" name="Text Placeholder 9">
            <a:extLst>
              <a:ext uri="{FF2B5EF4-FFF2-40B4-BE49-F238E27FC236}">
                <a16:creationId xmlns:a16="http://schemas.microsoft.com/office/drawing/2014/main" id="{BC80BDE3-7543-F16D-453F-B5134E4E1B35}"/>
              </a:ext>
            </a:extLst>
          </p:cNvPr>
          <p:cNvSpPr>
            <a:spLocks noGrp="1"/>
          </p:cNvSpPr>
          <p:nvPr>
            <p:ph type="body" sz="quarter" idx="22" hasCustomPrompt="1"/>
          </p:nvPr>
        </p:nvSpPr>
        <p:spPr>
          <a:xfrm>
            <a:off x="550057" y="1634286"/>
            <a:ext cx="5544356"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2" name="Chapter Placeholder 2">
            <a:extLst>
              <a:ext uri="{FF2B5EF4-FFF2-40B4-BE49-F238E27FC236}">
                <a16:creationId xmlns:a16="http://schemas.microsoft.com/office/drawing/2014/main" id="{0AA21B56-8077-BFD8-789F-17BFDAAE3DB4}"/>
              </a:ext>
            </a:extLst>
          </p:cNvPr>
          <p:cNvSpPr>
            <a:spLocks noGrp="1"/>
          </p:cNvSpPr>
          <p:nvPr>
            <p:ph type="body" sz="quarter" idx="13" hasCustomPrompt="1"/>
          </p:nvPr>
        </p:nvSpPr>
        <p:spPr>
          <a:xfrm>
            <a:off x="550720" y="266219"/>
            <a:ext cx="11086865" cy="161001"/>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341076056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3 Boxes">
    <p:spTree>
      <p:nvGrpSpPr>
        <p:cNvPr id="1" name=""/>
        <p:cNvGrpSpPr/>
        <p:nvPr/>
      </p:nvGrpSpPr>
      <p:grpSpPr>
        <a:xfrm>
          <a:off x="0" y="0"/>
          <a:ext cx="0" cy="0"/>
          <a:chOff x="0" y="0"/>
          <a:chExt cx="0" cy="0"/>
        </a:xfrm>
      </p:grpSpPr>
      <p:sp>
        <p:nvSpPr>
          <p:cNvPr id="16" name="Text Placeholder 9">
            <a:extLst>
              <a:ext uri="{FF2B5EF4-FFF2-40B4-BE49-F238E27FC236}">
                <a16:creationId xmlns:a16="http://schemas.microsoft.com/office/drawing/2014/main" id="{4075E3DD-DFAB-FD26-4572-504E4FADE53C}"/>
              </a:ext>
            </a:extLst>
          </p:cNvPr>
          <p:cNvSpPr>
            <a:spLocks noGrp="1"/>
          </p:cNvSpPr>
          <p:nvPr>
            <p:ph type="body" sz="quarter" idx="22"/>
          </p:nvPr>
        </p:nvSpPr>
        <p:spPr>
          <a:xfrm>
            <a:off x="550719" y="1628801"/>
            <a:ext cx="3545077" cy="615553"/>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17" name="Text Placeholder 9">
            <a:extLst>
              <a:ext uri="{FF2B5EF4-FFF2-40B4-BE49-F238E27FC236}">
                <a16:creationId xmlns:a16="http://schemas.microsoft.com/office/drawing/2014/main" id="{8E9CAB7D-9C7B-E2E2-9B30-A81C31152C20}"/>
              </a:ext>
            </a:extLst>
          </p:cNvPr>
          <p:cNvSpPr>
            <a:spLocks noGrp="1"/>
          </p:cNvSpPr>
          <p:nvPr>
            <p:ph type="body" sz="quarter" idx="35"/>
          </p:nvPr>
        </p:nvSpPr>
        <p:spPr>
          <a:xfrm>
            <a:off x="4323008" y="1628801"/>
            <a:ext cx="3545077" cy="615553"/>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23" name="Text Placeholder 9">
            <a:extLst>
              <a:ext uri="{FF2B5EF4-FFF2-40B4-BE49-F238E27FC236}">
                <a16:creationId xmlns:a16="http://schemas.microsoft.com/office/drawing/2014/main" id="{D6B28239-8A4A-2BC4-1B13-1201AC1B835B}"/>
              </a:ext>
            </a:extLst>
          </p:cNvPr>
          <p:cNvSpPr>
            <a:spLocks noGrp="1"/>
          </p:cNvSpPr>
          <p:nvPr>
            <p:ph type="body" sz="quarter" idx="36"/>
          </p:nvPr>
        </p:nvSpPr>
        <p:spPr>
          <a:xfrm>
            <a:off x="8095611" y="1628801"/>
            <a:ext cx="3508463" cy="615553"/>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24" name="Content Placeholder 2">
            <a:extLst>
              <a:ext uri="{FF2B5EF4-FFF2-40B4-BE49-F238E27FC236}">
                <a16:creationId xmlns:a16="http://schemas.microsoft.com/office/drawing/2014/main" id="{0228FE89-58D3-520A-49C5-58E95AF8757A}"/>
              </a:ext>
            </a:extLst>
          </p:cNvPr>
          <p:cNvSpPr>
            <a:spLocks noGrp="1"/>
          </p:cNvSpPr>
          <p:nvPr>
            <p:ph sz="quarter" idx="37"/>
          </p:nvPr>
        </p:nvSpPr>
        <p:spPr>
          <a:xfrm>
            <a:off x="550720" y="2471739"/>
            <a:ext cx="3544011"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25" name="Content Placeholder 2">
            <a:extLst>
              <a:ext uri="{FF2B5EF4-FFF2-40B4-BE49-F238E27FC236}">
                <a16:creationId xmlns:a16="http://schemas.microsoft.com/office/drawing/2014/main" id="{CBF39E6D-DB1F-781A-6BDD-7C107DD91974}"/>
              </a:ext>
            </a:extLst>
          </p:cNvPr>
          <p:cNvSpPr>
            <a:spLocks noGrp="1"/>
          </p:cNvSpPr>
          <p:nvPr>
            <p:ph sz="quarter" idx="43"/>
          </p:nvPr>
        </p:nvSpPr>
        <p:spPr>
          <a:xfrm>
            <a:off x="4321623" y="2471739"/>
            <a:ext cx="3544011"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26" name="Content Placeholder 2">
            <a:extLst>
              <a:ext uri="{FF2B5EF4-FFF2-40B4-BE49-F238E27FC236}">
                <a16:creationId xmlns:a16="http://schemas.microsoft.com/office/drawing/2014/main" id="{1CB95990-A777-8921-215A-C8A73F186031}"/>
              </a:ext>
            </a:extLst>
          </p:cNvPr>
          <p:cNvSpPr>
            <a:spLocks noGrp="1"/>
          </p:cNvSpPr>
          <p:nvPr>
            <p:ph sz="quarter" idx="44"/>
          </p:nvPr>
        </p:nvSpPr>
        <p:spPr>
          <a:xfrm>
            <a:off x="8060062" y="2471739"/>
            <a:ext cx="3544011"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2" name="Date Placeholder 1">
            <a:extLst>
              <a:ext uri="{FF2B5EF4-FFF2-40B4-BE49-F238E27FC236}">
                <a16:creationId xmlns:a16="http://schemas.microsoft.com/office/drawing/2014/main" id="{0C75832D-4FE3-EA04-12B9-E1273FD483F9}"/>
              </a:ext>
            </a:extLst>
          </p:cNvPr>
          <p:cNvSpPr>
            <a:spLocks noGrp="1"/>
          </p:cNvSpPr>
          <p:nvPr>
            <p:ph type="dt" sz="half" idx="45"/>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5B94528A-812C-C7DE-A787-ABF5508E4B6F}"/>
              </a:ext>
            </a:extLst>
          </p:cNvPr>
          <p:cNvSpPr>
            <a:spLocks noGrp="1"/>
          </p:cNvSpPr>
          <p:nvPr>
            <p:ph type="ftr" sz="quarter" idx="46"/>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29042902-22AE-CB28-435A-B90F5D3E43B3}"/>
              </a:ext>
            </a:extLst>
          </p:cNvPr>
          <p:cNvSpPr>
            <a:spLocks noGrp="1"/>
          </p:cNvSpPr>
          <p:nvPr>
            <p:ph type="sldNum" sz="quarter" idx="47"/>
          </p:nvPr>
        </p:nvSpPr>
        <p:spPr/>
        <p:txBody>
          <a:bodyPr/>
          <a:lstStyle/>
          <a:p>
            <a:pPr algn="r"/>
            <a:fld id="{5D9A5160-6218-4E5A-B9E6-B93E3DAE377C}" type="slidenum">
              <a:rPr lang="en-US" smtClean="0"/>
              <a:pPr algn="r"/>
              <a:t>‹#›</a:t>
            </a:fld>
            <a:endParaRPr lang="en-US"/>
          </a:p>
        </p:txBody>
      </p:sp>
      <p:sp>
        <p:nvSpPr>
          <p:cNvPr id="5" name="Title 4">
            <a:extLst>
              <a:ext uri="{FF2B5EF4-FFF2-40B4-BE49-F238E27FC236}">
                <a16:creationId xmlns:a16="http://schemas.microsoft.com/office/drawing/2014/main" id="{7D17B910-3BBD-74AE-2117-34ABBECEE37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8810429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3 Boxes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75832D-4FE3-EA04-12B9-E1273FD483F9}"/>
              </a:ext>
            </a:extLst>
          </p:cNvPr>
          <p:cNvSpPr>
            <a:spLocks noGrp="1"/>
          </p:cNvSpPr>
          <p:nvPr>
            <p:ph type="dt" sz="half" idx="45"/>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5B94528A-812C-C7DE-A787-ABF5508E4B6F}"/>
              </a:ext>
            </a:extLst>
          </p:cNvPr>
          <p:cNvSpPr>
            <a:spLocks noGrp="1"/>
          </p:cNvSpPr>
          <p:nvPr>
            <p:ph type="ftr" sz="quarter" idx="46"/>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29042902-22AE-CB28-435A-B90F5D3E43B3}"/>
              </a:ext>
            </a:extLst>
          </p:cNvPr>
          <p:cNvSpPr>
            <a:spLocks noGrp="1"/>
          </p:cNvSpPr>
          <p:nvPr>
            <p:ph type="sldNum" sz="quarter" idx="47"/>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C00665E5-BDA3-E8BD-B7E9-82C2A9449AC5}"/>
              </a:ext>
            </a:extLst>
          </p:cNvPr>
          <p:cNvSpPr>
            <a:spLocks noGrp="1"/>
          </p:cNvSpPr>
          <p:nvPr>
            <p:ph type="body" sz="quarter" idx="22"/>
          </p:nvPr>
        </p:nvSpPr>
        <p:spPr>
          <a:xfrm>
            <a:off x="550719" y="1628801"/>
            <a:ext cx="3545077" cy="615553"/>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8" name="Text Placeholder 9">
            <a:extLst>
              <a:ext uri="{FF2B5EF4-FFF2-40B4-BE49-F238E27FC236}">
                <a16:creationId xmlns:a16="http://schemas.microsoft.com/office/drawing/2014/main" id="{5DCD0BDB-5B44-5F28-AE7C-A6DDA74FA4C6}"/>
              </a:ext>
            </a:extLst>
          </p:cNvPr>
          <p:cNvSpPr>
            <a:spLocks noGrp="1"/>
          </p:cNvSpPr>
          <p:nvPr>
            <p:ph type="body" sz="quarter" idx="35"/>
          </p:nvPr>
        </p:nvSpPr>
        <p:spPr>
          <a:xfrm>
            <a:off x="4323008" y="1628801"/>
            <a:ext cx="3545077" cy="615553"/>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9" name="Text Placeholder 9">
            <a:extLst>
              <a:ext uri="{FF2B5EF4-FFF2-40B4-BE49-F238E27FC236}">
                <a16:creationId xmlns:a16="http://schemas.microsoft.com/office/drawing/2014/main" id="{E5A9C862-F068-5FA8-B790-33B9E92B9717}"/>
              </a:ext>
            </a:extLst>
          </p:cNvPr>
          <p:cNvSpPr>
            <a:spLocks noGrp="1"/>
          </p:cNvSpPr>
          <p:nvPr>
            <p:ph type="body" sz="quarter" idx="36"/>
          </p:nvPr>
        </p:nvSpPr>
        <p:spPr>
          <a:xfrm>
            <a:off x="8095611" y="1628801"/>
            <a:ext cx="3508463" cy="615553"/>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10" name="Content Placeholder 2">
            <a:extLst>
              <a:ext uri="{FF2B5EF4-FFF2-40B4-BE49-F238E27FC236}">
                <a16:creationId xmlns:a16="http://schemas.microsoft.com/office/drawing/2014/main" id="{03D01268-B758-D427-140C-0987162EAFE5}"/>
              </a:ext>
            </a:extLst>
          </p:cNvPr>
          <p:cNvSpPr>
            <a:spLocks noGrp="1"/>
          </p:cNvSpPr>
          <p:nvPr>
            <p:ph sz="quarter" idx="37"/>
          </p:nvPr>
        </p:nvSpPr>
        <p:spPr>
          <a:xfrm>
            <a:off x="550720" y="2471739"/>
            <a:ext cx="3544011"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1" name="Content Placeholder 2">
            <a:extLst>
              <a:ext uri="{FF2B5EF4-FFF2-40B4-BE49-F238E27FC236}">
                <a16:creationId xmlns:a16="http://schemas.microsoft.com/office/drawing/2014/main" id="{4EAE12CE-6A8B-E8C1-80C3-2C87D81A22C3}"/>
              </a:ext>
            </a:extLst>
          </p:cNvPr>
          <p:cNvSpPr>
            <a:spLocks noGrp="1"/>
          </p:cNvSpPr>
          <p:nvPr>
            <p:ph sz="quarter" idx="43"/>
          </p:nvPr>
        </p:nvSpPr>
        <p:spPr>
          <a:xfrm>
            <a:off x="4321623" y="2471739"/>
            <a:ext cx="3544011"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2" name="Content Placeholder 2">
            <a:extLst>
              <a:ext uri="{FF2B5EF4-FFF2-40B4-BE49-F238E27FC236}">
                <a16:creationId xmlns:a16="http://schemas.microsoft.com/office/drawing/2014/main" id="{A1EE52F1-A13F-231A-A204-62146E8BB729}"/>
              </a:ext>
            </a:extLst>
          </p:cNvPr>
          <p:cNvSpPr>
            <a:spLocks noGrp="1"/>
          </p:cNvSpPr>
          <p:nvPr>
            <p:ph sz="quarter" idx="44"/>
          </p:nvPr>
        </p:nvSpPr>
        <p:spPr>
          <a:xfrm>
            <a:off x="8060062" y="2471739"/>
            <a:ext cx="3544011"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3" name="Title 4">
            <a:extLst>
              <a:ext uri="{FF2B5EF4-FFF2-40B4-BE49-F238E27FC236}">
                <a16:creationId xmlns:a16="http://schemas.microsoft.com/office/drawing/2014/main" id="{A6EAC310-8D5D-2E10-9194-8635143AE73C}"/>
              </a:ext>
            </a:extLst>
          </p:cNvPr>
          <p:cNvSpPr>
            <a:spLocks noGrp="1"/>
          </p:cNvSpPr>
          <p:nvPr>
            <p:ph type="title"/>
          </p:nvPr>
        </p:nvSpPr>
        <p:spPr>
          <a:xfrm>
            <a:off x="551240" y="549274"/>
            <a:ext cx="11088050" cy="930372"/>
          </a:xfrm>
        </p:spPr>
        <p:txBody>
          <a:bodyPr/>
          <a:lstStyle/>
          <a:p>
            <a:r>
              <a:rPr lang="en-US"/>
              <a:t>Click to edit Master title style</a:t>
            </a:r>
          </a:p>
        </p:txBody>
      </p:sp>
      <p:sp>
        <p:nvSpPr>
          <p:cNvPr id="14" name="Chapter Placeholder 2">
            <a:extLst>
              <a:ext uri="{FF2B5EF4-FFF2-40B4-BE49-F238E27FC236}">
                <a16:creationId xmlns:a16="http://schemas.microsoft.com/office/drawing/2014/main" id="{0198E6F0-06BA-7AF7-87A6-64D7D7D3B402}"/>
              </a:ext>
            </a:extLst>
          </p:cNvPr>
          <p:cNvSpPr>
            <a:spLocks noGrp="1"/>
          </p:cNvSpPr>
          <p:nvPr>
            <p:ph type="body" sz="quarter" idx="13" hasCustomPrompt="1"/>
          </p:nvPr>
        </p:nvSpPr>
        <p:spPr>
          <a:xfrm>
            <a:off x="550720" y="266219"/>
            <a:ext cx="11086865" cy="161001"/>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402993072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5" name="Text Placeholder 9">
            <a:extLst>
              <a:ext uri="{FF2B5EF4-FFF2-40B4-BE49-F238E27FC236}">
                <a16:creationId xmlns:a16="http://schemas.microsoft.com/office/drawing/2014/main" id="{A0B15415-1D8C-B1CF-007F-AF25F5E8B5E0}"/>
              </a:ext>
            </a:extLst>
          </p:cNvPr>
          <p:cNvSpPr>
            <a:spLocks noGrp="1"/>
          </p:cNvSpPr>
          <p:nvPr>
            <p:ph type="body" sz="quarter" idx="22"/>
          </p:nvPr>
        </p:nvSpPr>
        <p:spPr>
          <a:xfrm>
            <a:off x="550721" y="1628800"/>
            <a:ext cx="5328750" cy="307777"/>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8" name="Content Placeholder 17">
            <a:extLst>
              <a:ext uri="{FF2B5EF4-FFF2-40B4-BE49-F238E27FC236}">
                <a16:creationId xmlns:a16="http://schemas.microsoft.com/office/drawing/2014/main" id="{88A06028-7957-3D06-79FE-33A3DA8C8299}"/>
              </a:ext>
            </a:extLst>
          </p:cNvPr>
          <p:cNvSpPr>
            <a:spLocks noGrp="1"/>
          </p:cNvSpPr>
          <p:nvPr>
            <p:ph sz="quarter" idx="23"/>
          </p:nvPr>
        </p:nvSpPr>
        <p:spPr>
          <a:xfrm>
            <a:off x="550719" y="2492896"/>
            <a:ext cx="5328750" cy="385075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0" name="Text Placeholder 9">
            <a:extLst>
              <a:ext uri="{FF2B5EF4-FFF2-40B4-BE49-F238E27FC236}">
                <a16:creationId xmlns:a16="http://schemas.microsoft.com/office/drawing/2014/main" id="{DCC3AC80-AAB0-BD9C-DCE4-4B771F2625EE}"/>
              </a:ext>
            </a:extLst>
          </p:cNvPr>
          <p:cNvSpPr>
            <a:spLocks noGrp="1"/>
          </p:cNvSpPr>
          <p:nvPr>
            <p:ph type="body" sz="quarter" idx="24"/>
          </p:nvPr>
        </p:nvSpPr>
        <p:spPr>
          <a:xfrm>
            <a:off x="6308835" y="1628800"/>
            <a:ext cx="5328750" cy="307777"/>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11" name="Content Placeholder 17">
            <a:extLst>
              <a:ext uri="{FF2B5EF4-FFF2-40B4-BE49-F238E27FC236}">
                <a16:creationId xmlns:a16="http://schemas.microsoft.com/office/drawing/2014/main" id="{163C3FEF-254F-65E1-67F0-E654CC319296}"/>
              </a:ext>
            </a:extLst>
          </p:cNvPr>
          <p:cNvSpPr>
            <a:spLocks noGrp="1"/>
          </p:cNvSpPr>
          <p:nvPr>
            <p:ph sz="quarter" idx="25"/>
          </p:nvPr>
        </p:nvSpPr>
        <p:spPr>
          <a:xfrm>
            <a:off x="6308833" y="2492896"/>
            <a:ext cx="5328750" cy="385075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2" name="Date Placeholder 1">
            <a:extLst>
              <a:ext uri="{FF2B5EF4-FFF2-40B4-BE49-F238E27FC236}">
                <a16:creationId xmlns:a16="http://schemas.microsoft.com/office/drawing/2014/main" id="{9E19822C-D354-F2FB-1C56-D296F7B12974}"/>
              </a:ext>
            </a:extLst>
          </p:cNvPr>
          <p:cNvSpPr>
            <a:spLocks noGrp="1"/>
          </p:cNvSpPr>
          <p:nvPr>
            <p:ph type="dt" sz="half" idx="26"/>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79AA8835-108D-EC01-28A9-036F9DC1ED24}"/>
              </a:ext>
            </a:extLst>
          </p:cNvPr>
          <p:cNvSpPr>
            <a:spLocks noGrp="1"/>
          </p:cNvSpPr>
          <p:nvPr>
            <p:ph type="ftr" sz="quarter" idx="27"/>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97F09F6A-36AF-74AE-86F3-4627D658998C}"/>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6" name="Title 5">
            <a:extLst>
              <a:ext uri="{FF2B5EF4-FFF2-40B4-BE49-F238E27FC236}">
                <a16:creationId xmlns:a16="http://schemas.microsoft.com/office/drawing/2014/main" id="{29DB7F80-D4E2-48A2-55A8-57B6588B83A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648606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mparison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19822C-D354-F2FB-1C56-D296F7B12974}"/>
              </a:ext>
            </a:extLst>
          </p:cNvPr>
          <p:cNvSpPr>
            <a:spLocks noGrp="1"/>
          </p:cNvSpPr>
          <p:nvPr>
            <p:ph type="dt" sz="half" idx="26"/>
          </p:nvPr>
        </p:nvSpPr>
        <p:spPr/>
        <p:txBody>
          <a:bodyPr/>
          <a:lstStyle/>
          <a:p>
            <a:pPr>
              <a:spcBef>
                <a:spcPts val="1000"/>
              </a:spcBef>
            </a:pPr>
            <a:r>
              <a:rPr lang="en-IN"/>
              <a:t>Company Confidential © Capgemini 2026. All rights reserved.</a:t>
            </a:r>
            <a:endParaRPr lang="en-US"/>
          </a:p>
        </p:txBody>
      </p:sp>
      <p:sp>
        <p:nvSpPr>
          <p:cNvPr id="3" name="Footer Placeholder 2">
            <a:extLst>
              <a:ext uri="{FF2B5EF4-FFF2-40B4-BE49-F238E27FC236}">
                <a16:creationId xmlns:a16="http://schemas.microsoft.com/office/drawing/2014/main" id="{79AA8835-108D-EC01-28A9-036F9DC1ED24}"/>
              </a:ext>
            </a:extLst>
          </p:cNvPr>
          <p:cNvSpPr>
            <a:spLocks noGrp="1"/>
          </p:cNvSpPr>
          <p:nvPr>
            <p:ph type="ftr" sz="quarter" idx="27"/>
          </p:nvPr>
        </p:nvSpPr>
        <p:spPr/>
        <p:txBody>
          <a:bodyPr/>
          <a:lstStyle/>
          <a:p>
            <a:pPr>
              <a:spcBef>
                <a:spcPts val="1000"/>
              </a:spcBef>
            </a:pPr>
            <a:r>
              <a:rPr lang="en-US"/>
              <a:t>AI Data Copilot - AskData</a:t>
            </a:r>
          </a:p>
        </p:txBody>
      </p:sp>
      <p:sp>
        <p:nvSpPr>
          <p:cNvPr id="4" name="Slide Number Placeholder 3">
            <a:extLst>
              <a:ext uri="{FF2B5EF4-FFF2-40B4-BE49-F238E27FC236}">
                <a16:creationId xmlns:a16="http://schemas.microsoft.com/office/drawing/2014/main" id="{97F09F6A-36AF-74AE-86F3-4627D658998C}"/>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7" name="Text Placeholder 9">
            <a:extLst>
              <a:ext uri="{FF2B5EF4-FFF2-40B4-BE49-F238E27FC236}">
                <a16:creationId xmlns:a16="http://schemas.microsoft.com/office/drawing/2014/main" id="{A9858FC9-E31E-22A5-20E6-DF65368E51BD}"/>
              </a:ext>
            </a:extLst>
          </p:cNvPr>
          <p:cNvSpPr>
            <a:spLocks noGrp="1"/>
          </p:cNvSpPr>
          <p:nvPr>
            <p:ph type="body" sz="quarter" idx="22"/>
          </p:nvPr>
        </p:nvSpPr>
        <p:spPr>
          <a:xfrm>
            <a:off x="550721" y="1628800"/>
            <a:ext cx="5328750" cy="307777"/>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12" name="Content Placeholder 17">
            <a:extLst>
              <a:ext uri="{FF2B5EF4-FFF2-40B4-BE49-F238E27FC236}">
                <a16:creationId xmlns:a16="http://schemas.microsoft.com/office/drawing/2014/main" id="{CCA19B0D-8B57-D85C-1011-1CAC62D2F0F3}"/>
              </a:ext>
            </a:extLst>
          </p:cNvPr>
          <p:cNvSpPr>
            <a:spLocks noGrp="1"/>
          </p:cNvSpPr>
          <p:nvPr>
            <p:ph sz="quarter" idx="23"/>
          </p:nvPr>
        </p:nvSpPr>
        <p:spPr>
          <a:xfrm>
            <a:off x="550719" y="2492896"/>
            <a:ext cx="5328750" cy="385075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3" name="Text Placeholder 9">
            <a:extLst>
              <a:ext uri="{FF2B5EF4-FFF2-40B4-BE49-F238E27FC236}">
                <a16:creationId xmlns:a16="http://schemas.microsoft.com/office/drawing/2014/main" id="{CF6F8FCA-8DFE-AD50-412B-AE814DC29656}"/>
              </a:ext>
            </a:extLst>
          </p:cNvPr>
          <p:cNvSpPr>
            <a:spLocks noGrp="1"/>
          </p:cNvSpPr>
          <p:nvPr>
            <p:ph type="body" sz="quarter" idx="24"/>
          </p:nvPr>
        </p:nvSpPr>
        <p:spPr>
          <a:xfrm>
            <a:off x="6308835" y="1628800"/>
            <a:ext cx="5328750" cy="307777"/>
          </a:xfrm>
          <a:prstGeom prst="rect">
            <a:avLst/>
          </a:prstGeom>
        </p:spPr>
        <p:txBody>
          <a:bodyPr wrap="square">
            <a:spAutoFit/>
          </a:bodyPr>
          <a:lstStyle>
            <a:lvl1pPr>
              <a:defRPr sz="1999" b="1">
                <a:solidFill>
                  <a:schemeClr val="tx2"/>
                </a:solidFill>
                <a:latin typeface="+mn-lt"/>
              </a:defRPr>
            </a:lvl1pPr>
          </a:lstStyle>
          <a:p>
            <a:pPr lvl="0"/>
            <a:r>
              <a:rPr lang="en-US"/>
              <a:t>Click to edit Master text styles</a:t>
            </a:r>
          </a:p>
        </p:txBody>
      </p:sp>
      <p:sp>
        <p:nvSpPr>
          <p:cNvPr id="14" name="Content Placeholder 17">
            <a:extLst>
              <a:ext uri="{FF2B5EF4-FFF2-40B4-BE49-F238E27FC236}">
                <a16:creationId xmlns:a16="http://schemas.microsoft.com/office/drawing/2014/main" id="{343A3AFA-D7DE-39DF-996B-43D9E51B8BE2}"/>
              </a:ext>
            </a:extLst>
          </p:cNvPr>
          <p:cNvSpPr>
            <a:spLocks noGrp="1"/>
          </p:cNvSpPr>
          <p:nvPr>
            <p:ph sz="quarter" idx="25"/>
          </p:nvPr>
        </p:nvSpPr>
        <p:spPr>
          <a:xfrm>
            <a:off x="6308833" y="2492896"/>
            <a:ext cx="5328750" cy="385075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5" name="Title 5">
            <a:extLst>
              <a:ext uri="{FF2B5EF4-FFF2-40B4-BE49-F238E27FC236}">
                <a16:creationId xmlns:a16="http://schemas.microsoft.com/office/drawing/2014/main" id="{D9482294-3454-D856-0C2D-E66155DFBC45}"/>
              </a:ext>
            </a:extLst>
          </p:cNvPr>
          <p:cNvSpPr>
            <a:spLocks noGrp="1"/>
          </p:cNvSpPr>
          <p:nvPr>
            <p:ph type="title"/>
          </p:nvPr>
        </p:nvSpPr>
        <p:spPr>
          <a:xfrm>
            <a:off x="551240" y="549274"/>
            <a:ext cx="11088050" cy="930372"/>
          </a:xfrm>
        </p:spPr>
        <p:txBody>
          <a:bodyPr/>
          <a:lstStyle/>
          <a:p>
            <a:r>
              <a:rPr lang="en-US"/>
              <a:t>Click to edit Master title style</a:t>
            </a:r>
          </a:p>
        </p:txBody>
      </p:sp>
      <p:sp>
        <p:nvSpPr>
          <p:cNvPr id="16" name="Chapter Placeholder 2">
            <a:extLst>
              <a:ext uri="{FF2B5EF4-FFF2-40B4-BE49-F238E27FC236}">
                <a16:creationId xmlns:a16="http://schemas.microsoft.com/office/drawing/2014/main" id="{517FBB4B-5A68-7765-35D5-7BEE297C6AAB}"/>
              </a:ext>
            </a:extLst>
          </p:cNvPr>
          <p:cNvSpPr>
            <a:spLocks noGrp="1"/>
          </p:cNvSpPr>
          <p:nvPr>
            <p:ph type="body" sz="quarter" idx="13" hasCustomPrompt="1"/>
          </p:nvPr>
        </p:nvSpPr>
        <p:spPr>
          <a:xfrm>
            <a:off x="550720" y="266219"/>
            <a:ext cx="11086865" cy="161001"/>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249349204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Photo 1">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6C4F5EE7-6CA6-23D5-2788-911B0B2A43B3}"/>
              </a:ext>
            </a:extLst>
          </p:cNvPr>
          <p:cNvSpPr>
            <a:spLocks noGrp="1"/>
          </p:cNvSpPr>
          <p:nvPr>
            <p:ph type="pic" sz="quarter" idx="10" hasCustomPrompt="1"/>
          </p:nvPr>
        </p:nvSpPr>
        <p:spPr>
          <a:xfrm>
            <a:off x="7941675" y="1"/>
            <a:ext cx="4247151"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46783FFD-9F48-C402-1C8B-428607819FB0}"/>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86AD5ECD-D6D3-FD2C-E095-2E1A79FDA02A}"/>
              </a:ext>
            </a:extLst>
          </p:cNvPr>
          <p:cNvSpPr>
            <a:spLocks noGrp="1"/>
          </p:cNvSpPr>
          <p:nvPr>
            <p:ph type="ftr" sz="quarter" idx="25"/>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C3781C8A-9DD0-4577-58C6-4DB8551B5B02}"/>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AE6646BC-32F6-9AC6-5DA3-6CA08C229501}"/>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
        <p:nvSpPr>
          <p:cNvPr id="16" name="Text Placeholder 9">
            <a:extLst>
              <a:ext uri="{FF2B5EF4-FFF2-40B4-BE49-F238E27FC236}">
                <a16:creationId xmlns:a16="http://schemas.microsoft.com/office/drawing/2014/main" id="{935FD019-48D6-983C-6B94-E0976FB8783C}"/>
              </a:ext>
            </a:extLst>
          </p:cNvPr>
          <p:cNvSpPr>
            <a:spLocks noGrp="1"/>
          </p:cNvSpPr>
          <p:nvPr>
            <p:ph type="body" sz="quarter" idx="22" hasCustomPrompt="1"/>
          </p:nvPr>
        </p:nvSpPr>
        <p:spPr>
          <a:xfrm>
            <a:off x="550057" y="1634286"/>
            <a:ext cx="698295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17" name="Title 4">
            <a:extLst>
              <a:ext uri="{FF2B5EF4-FFF2-40B4-BE49-F238E27FC236}">
                <a16:creationId xmlns:a16="http://schemas.microsoft.com/office/drawing/2014/main" id="{FC4953BF-CA63-7307-BB05-264598E5B859}"/>
              </a:ext>
            </a:extLst>
          </p:cNvPr>
          <p:cNvSpPr>
            <a:spLocks noGrp="1"/>
          </p:cNvSpPr>
          <p:nvPr>
            <p:ph type="title"/>
          </p:nvPr>
        </p:nvSpPr>
        <p:spPr>
          <a:xfrm>
            <a:off x="551240" y="549274"/>
            <a:ext cx="6982957" cy="930372"/>
          </a:xfrm>
        </p:spPr>
        <p:txBody>
          <a:bodyPr/>
          <a:lstStyle/>
          <a:p>
            <a:r>
              <a:rPr lang="en-US"/>
              <a:t>Click to edit Master title style</a:t>
            </a:r>
          </a:p>
        </p:txBody>
      </p:sp>
      <p:sp>
        <p:nvSpPr>
          <p:cNvPr id="18" name="Content Placeholder 5">
            <a:extLst>
              <a:ext uri="{FF2B5EF4-FFF2-40B4-BE49-F238E27FC236}">
                <a16:creationId xmlns:a16="http://schemas.microsoft.com/office/drawing/2014/main" id="{AEC7E24F-95DB-9C78-60A3-E8139D06C8F3}"/>
              </a:ext>
            </a:extLst>
          </p:cNvPr>
          <p:cNvSpPr>
            <a:spLocks noGrp="1"/>
          </p:cNvSpPr>
          <p:nvPr>
            <p:ph sz="quarter" idx="31"/>
          </p:nvPr>
        </p:nvSpPr>
        <p:spPr>
          <a:xfrm>
            <a:off x="551240" y="2132856"/>
            <a:ext cx="698295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36608642"/>
      </p:ext>
    </p:extLst>
  </p:cSld>
  <p:clrMapOvr>
    <a:masterClrMapping/>
  </p:clrMapOvr>
  <p:extLst>
    <p:ext uri="{DCECCB84-F9BA-43D5-87BE-67443E8EF086}">
      <p15:sldGuideLst xmlns:p15="http://schemas.microsoft.com/office/powerpoint/2012/main">
        <p15:guide id="1" pos="511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Photo 1 Chapterbox">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6C4F5EE7-6CA6-23D5-2788-911B0B2A43B3}"/>
              </a:ext>
            </a:extLst>
          </p:cNvPr>
          <p:cNvSpPr>
            <a:spLocks noGrp="1"/>
          </p:cNvSpPr>
          <p:nvPr>
            <p:ph type="pic" sz="quarter" idx="10" hasCustomPrompt="1"/>
          </p:nvPr>
        </p:nvSpPr>
        <p:spPr>
          <a:xfrm>
            <a:off x="7941675" y="1"/>
            <a:ext cx="4247151"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46783FFD-9F48-C402-1C8B-428607819FB0}"/>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86AD5ECD-D6D3-FD2C-E095-2E1A79FDA02A}"/>
              </a:ext>
            </a:extLst>
          </p:cNvPr>
          <p:cNvSpPr>
            <a:spLocks noGrp="1"/>
          </p:cNvSpPr>
          <p:nvPr>
            <p:ph type="ftr" sz="quarter" idx="25"/>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C3781C8A-9DD0-4577-58C6-4DB8551B5B02}"/>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4" name="Logo Placeholder 7">
            <a:extLst>
              <a:ext uri="{FF2B5EF4-FFF2-40B4-BE49-F238E27FC236}">
                <a16:creationId xmlns:a16="http://schemas.microsoft.com/office/drawing/2014/main" id="{3BF0ED60-C129-C9C6-4501-946318C0FF02}"/>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
        <p:nvSpPr>
          <p:cNvPr id="7" name="Text Placeholder 9">
            <a:extLst>
              <a:ext uri="{FF2B5EF4-FFF2-40B4-BE49-F238E27FC236}">
                <a16:creationId xmlns:a16="http://schemas.microsoft.com/office/drawing/2014/main" id="{B273940D-E1AD-EA8E-78DF-498922FA8A2F}"/>
              </a:ext>
            </a:extLst>
          </p:cNvPr>
          <p:cNvSpPr>
            <a:spLocks noGrp="1"/>
          </p:cNvSpPr>
          <p:nvPr>
            <p:ph type="body" sz="quarter" idx="22" hasCustomPrompt="1"/>
          </p:nvPr>
        </p:nvSpPr>
        <p:spPr>
          <a:xfrm>
            <a:off x="550057" y="1634286"/>
            <a:ext cx="698295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9" name="Title 4">
            <a:extLst>
              <a:ext uri="{FF2B5EF4-FFF2-40B4-BE49-F238E27FC236}">
                <a16:creationId xmlns:a16="http://schemas.microsoft.com/office/drawing/2014/main" id="{F3029A13-E493-A8ED-E3D0-507AF2339260}"/>
              </a:ext>
            </a:extLst>
          </p:cNvPr>
          <p:cNvSpPr>
            <a:spLocks noGrp="1"/>
          </p:cNvSpPr>
          <p:nvPr>
            <p:ph type="title"/>
          </p:nvPr>
        </p:nvSpPr>
        <p:spPr>
          <a:xfrm>
            <a:off x="551240" y="549274"/>
            <a:ext cx="6982957" cy="930372"/>
          </a:xfrm>
        </p:spPr>
        <p:txBody>
          <a:bodyPr/>
          <a:lstStyle/>
          <a:p>
            <a:r>
              <a:rPr lang="en-US"/>
              <a:t>Click to edit Master title style</a:t>
            </a:r>
          </a:p>
        </p:txBody>
      </p:sp>
      <p:sp>
        <p:nvSpPr>
          <p:cNvPr id="13" name="Content Placeholder 5">
            <a:extLst>
              <a:ext uri="{FF2B5EF4-FFF2-40B4-BE49-F238E27FC236}">
                <a16:creationId xmlns:a16="http://schemas.microsoft.com/office/drawing/2014/main" id="{633CAED3-6535-92CF-7EA8-42F3243AE7D0}"/>
              </a:ext>
            </a:extLst>
          </p:cNvPr>
          <p:cNvSpPr>
            <a:spLocks noGrp="1"/>
          </p:cNvSpPr>
          <p:nvPr>
            <p:ph sz="quarter" idx="31"/>
          </p:nvPr>
        </p:nvSpPr>
        <p:spPr>
          <a:xfrm>
            <a:off x="551240" y="2132856"/>
            <a:ext cx="698295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hapter Placeholder 2">
            <a:extLst>
              <a:ext uri="{FF2B5EF4-FFF2-40B4-BE49-F238E27FC236}">
                <a16:creationId xmlns:a16="http://schemas.microsoft.com/office/drawing/2014/main" id="{937EC11D-9FEA-3207-FBA5-942D0A99E49C}"/>
              </a:ext>
            </a:extLst>
          </p:cNvPr>
          <p:cNvSpPr>
            <a:spLocks noGrp="1"/>
          </p:cNvSpPr>
          <p:nvPr>
            <p:ph type="body" sz="quarter" idx="13" hasCustomPrompt="1"/>
          </p:nvPr>
        </p:nvSpPr>
        <p:spPr>
          <a:xfrm>
            <a:off x="550720" y="266220"/>
            <a:ext cx="6982051" cy="151263"/>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4201662661"/>
      </p:ext>
    </p:extLst>
  </p:cSld>
  <p:clrMapOvr>
    <a:masterClrMapping/>
  </p:clrMapOvr>
  <p:extLst>
    <p:ext uri="{DCECCB84-F9BA-43D5-87BE-67443E8EF086}">
      <p15:sldGuideLst xmlns:p15="http://schemas.microsoft.com/office/powerpoint/2012/main">
        <p15:guide id="1" pos="511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 Photo 2">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97BD40BB-A2F0-F646-3CC2-596CC4195838}"/>
              </a:ext>
            </a:extLst>
          </p:cNvPr>
          <p:cNvSpPr>
            <a:spLocks noGrp="1"/>
          </p:cNvSpPr>
          <p:nvPr>
            <p:ph type="pic" sz="quarter" idx="18" hasCustomPrompt="1"/>
          </p:nvPr>
        </p:nvSpPr>
        <p:spPr>
          <a:xfrm>
            <a:off x="6094350" y="1"/>
            <a:ext cx="6094476"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6132EE43-B817-E2F8-9E7F-509C8F5C333F}"/>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9D40FDFE-5D39-1793-49A7-C223A0B5A728}"/>
              </a:ext>
            </a:extLst>
          </p:cNvPr>
          <p:cNvSpPr>
            <a:spLocks noGrp="1"/>
          </p:cNvSpPr>
          <p:nvPr>
            <p:ph type="ftr" sz="quarter" idx="25"/>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D3F18AC0-D398-EFCE-8D4E-EBBC42BA70A1}"/>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F1E24017-441F-489D-7EA7-E9C24BDAD8CE}"/>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
        <p:nvSpPr>
          <p:cNvPr id="4" name="Text Placeholder 9">
            <a:extLst>
              <a:ext uri="{FF2B5EF4-FFF2-40B4-BE49-F238E27FC236}">
                <a16:creationId xmlns:a16="http://schemas.microsoft.com/office/drawing/2014/main" id="{E82105FD-7542-270F-7352-05CF2F1A1301}"/>
              </a:ext>
            </a:extLst>
          </p:cNvPr>
          <p:cNvSpPr>
            <a:spLocks noGrp="1"/>
          </p:cNvSpPr>
          <p:nvPr>
            <p:ph type="body" sz="quarter" idx="22" hasCustomPrompt="1"/>
          </p:nvPr>
        </p:nvSpPr>
        <p:spPr>
          <a:xfrm>
            <a:off x="550057" y="1634286"/>
            <a:ext cx="511123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8" name="Title 4">
            <a:extLst>
              <a:ext uri="{FF2B5EF4-FFF2-40B4-BE49-F238E27FC236}">
                <a16:creationId xmlns:a16="http://schemas.microsoft.com/office/drawing/2014/main" id="{7E0ED469-AF66-6808-9971-F90514B01F21}"/>
              </a:ext>
            </a:extLst>
          </p:cNvPr>
          <p:cNvSpPr>
            <a:spLocks noGrp="1"/>
          </p:cNvSpPr>
          <p:nvPr>
            <p:ph type="title"/>
          </p:nvPr>
        </p:nvSpPr>
        <p:spPr>
          <a:xfrm>
            <a:off x="551240" y="549274"/>
            <a:ext cx="5111237" cy="930372"/>
          </a:xfrm>
        </p:spPr>
        <p:txBody>
          <a:bodyPr/>
          <a:lstStyle/>
          <a:p>
            <a:r>
              <a:rPr lang="en-US"/>
              <a:t>Click to edit Master title style</a:t>
            </a:r>
          </a:p>
        </p:txBody>
      </p:sp>
      <p:sp>
        <p:nvSpPr>
          <p:cNvPr id="9" name="Content Placeholder 5">
            <a:extLst>
              <a:ext uri="{FF2B5EF4-FFF2-40B4-BE49-F238E27FC236}">
                <a16:creationId xmlns:a16="http://schemas.microsoft.com/office/drawing/2014/main" id="{8214CFC2-24F6-6CA0-147F-B56E32136118}"/>
              </a:ext>
            </a:extLst>
          </p:cNvPr>
          <p:cNvSpPr>
            <a:spLocks noGrp="1"/>
          </p:cNvSpPr>
          <p:nvPr>
            <p:ph sz="quarter" idx="31"/>
          </p:nvPr>
        </p:nvSpPr>
        <p:spPr>
          <a:xfrm>
            <a:off x="551240" y="2132856"/>
            <a:ext cx="511123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2882670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 Photo 2 Chapterbox">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97BD40BB-A2F0-F646-3CC2-596CC4195838}"/>
              </a:ext>
            </a:extLst>
          </p:cNvPr>
          <p:cNvSpPr>
            <a:spLocks noGrp="1"/>
          </p:cNvSpPr>
          <p:nvPr>
            <p:ph type="pic" sz="quarter" idx="18" hasCustomPrompt="1"/>
          </p:nvPr>
        </p:nvSpPr>
        <p:spPr>
          <a:xfrm>
            <a:off x="6094350" y="1"/>
            <a:ext cx="6094476"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6132EE43-B817-E2F8-9E7F-509C8F5C333F}"/>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9D40FDFE-5D39-1793-49A7-C223A0B5A728}"/>
              </a:ext>
            </a:extLst>
          </p:cNvPr>
          <p:cNvSpPr>
            <a:spLocks noGrp="1"/>
          </p:cNvSpPr>
          <p:nvPr>
            <p:ph type="ftr" sz="quarter" idx="25"/>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D3F18AC0-D398-EFCE-8D4E-EBBC42BA70A1}"/>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B32B524C-36D8-214C-7B43-091DB75F191F}"/>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
        <p:nvSpPr>
          <p:cNvPr id="4" name="Text Placeholder 9">
            <a:extLst>
              <a:ext uri="{FF2B5EF4-FFF2-40B4-BE49-F238E27FC236}">
                <a16:creationId xmlns:a16="http://schemas.microsoft.com/office/drawing/2014/main" id="{996F9181-C057-270C-1482-2E5EF4D4FDA6}"/>
              </a:ext>
            </a:extLst>
          </p:cNvPr>
          <p:cNvSpPr>
            <a:spLocks noGrp="1"/>
          </p:cNvSpPr>
          <p:nvPr>
            <p:ph type="body" sz="quarter" idx="22" hasCustomPrompt="1"/>
          </p:nvPr>
        </p:nvSpPr>
        <p:spPr>
          <a:xfrm>
            <a:off x="550057" y="1634286"/>
            <a:ext cx="511123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9" name="Title 4">
            <a:extLst>
              <a:ext uri="{FF2B5EF4-FFF2-40B4-BE49-F238E27FC236}">
                <a16:creationId xmlns:a16="http://schemas.microsoft.com/office/drawing/2014/main" id="{99BF8019-65AA-9B32-C80C-D9AA0C654AFD}"/>
              </a:ext>
            </a:extLst>
          </p:cNvPr>
          <p:cNvSpPr>
            <a:spLocks noGrp="1"/>
          </p:cNvSpPr>
          <p:nvPr>
            <p:ph type="title"/>
          </p:nvPr>
        </p:nvSpPr>
        <p:spPr>
          <a:xfrm>
            <a:off x="551240" y="549274"/>
            <a:ext cx="5111237" cy="930372"/>
          </a:xfrm>
        </p:spPr>
        <p:txBody>
          <a:bodyPr/>
          <a:lstStyle/>
          <a:p>
            <a:r>
              <a:rPr lang="en-US"/>
              <a:t>Click to edit Master title style</a:t>
            </a:r>
          </a:p>
        </p:txBody>
      </p:sp>
      <p:sp>
        <p:nvSpPr>
          <p:cNvPr id="13" name="Content Placeholder 5">
            <a:extLst>
              <a:ext uri="{FF2B5EF4-FFF2-40B4-BE49-F238E27FC236}">
                <a16:creationId xmlns:a16="http://schemas.microsoft.com/office/drawing/2014/main" id="{A479EEE0-B2C4-D132-D3CB-B4FB16D1D6A0}"/>
              </a:ext>
            </a:extLst>
          </p:cNvPr>
          <p:cNvSpPr>
            <a:spLocks noGrp="1"/>
          </p:cNvSpPr>
          <p:nvPr>
            <p:ph sz="quarter" idx="31"/>
          </p:nvPr>
        </p:nvSpPr>
        <p:spPr>
          <a:xfrm>
            <a:off x="551240" y="2132856"/>
            <a:ext cx="511123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hapter Placeholder 2">
            <a:extLst>
              <a:ext uri="{FF2B5EF4-FFF2-40B4-BE49-F238E27FC236}">
                <a16:creationId xmlns:a16="http://schemas.microsoft.com/office/drawing/2014/main" id="{4A59B460-E10E-1660-E567-B4AB0E3F3C38}"/>
              </a:ext>
            </a:extLst>
          </p:cNvPr>
          <p:cNvSpPr>
            <a:spLocks noGrp="1"/>
          </p:cNvSpPr>
          <p:nvPr>
            <p:ph type="body" sz="quarter" idx="13" hasCustomPrompt="1"/>
          </p:nvPr>
        </p:nvSpPr>
        <p:spPr>
          <a:xfrm>
            <a:off x="550720" y="266220"/>
            <a:ext cx="5110574" cy="151263"/>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329155621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Photo 3">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DD7751A-AC4E-473A-B544-73973FAE9468}"/>
              </a:ext>
            </a:extLst>
          </p:cNvPr>
          <p:cNvSpPr>
            <a:spLocks noGrp="1"/>
          </p:cNvSpPr>
          <p:nvPr>
            <p:ph type="pic" sz="quarter" idx="19" hasCustomPrompt="1"/>
          </p:nvPr>
        </p:nvSpPr>
        <p:spPr>
          <a:xfrm>
            <a:off x="2" y="0"/>
            <a:ext cx="4241016" cy="6858000"/>
          </a:xfrm>
          <a:prstGeom prst="rect">
            <a:avLst/>
          </a:prstGeom>
          <a:solidFill>
            <a:schemeClr val="bg1">
              <a:lumMod val="95000"/>
            </a:schemeClr>
          </a:solidFill>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7C228C6D-3BD8-F7A9-DA9D-DCE9B373CC09}"/>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81656793-2C07-1E16-6CE1-3C4AD69759DF}"/>
              </a:ext>
            </a:extLst>
          </p:cNvPr>
          <p:cNvSpPr>
            <a:spLocks noGrp="1"/>
          </p:cNvSpPr>
          <p:nvPr>
            <p:ph type="ftr" sz="quarter" idx="25"/>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C166A976-F780-55C8-4310-792D90B73CC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A565FC55-C9E0-8386-F514-48C3B7C08BBF}"/>
              </a:ext>
            </a:extLst>
          </p:cNvPr>
          <p:cNvSpPr>
            <a:spLocks noGrp="1"/>
          </p:cNvSpPr>
          <p:nvPr>
            <p:ph type="body" sz="quarter" idx="22" hasCustomPrompt="1"/>
          </p:nvPr>
        </p:nvSpPr>
        <p:spPr>
          <a:xfrm>
            <a:off x="4653965" y="1634286"/>
            <a:ext cx="698295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6" name="Title 4">
            <a:extLst>
              <a:ext uri="{FF2B5EF4-FFF2-40B4-BE49-F238E27FC236}">
                <a16:creationId xmlns:a16="http://schemas.microsoft.com/office/drawing/2014/main" id="{2E864913-7A4C-BC47-749C-8EA82C1F3460}"/>
              </a:ext>
            </a:extLst>
          </p:cNvPr>
          <p:cNvSpPr>
            <a:spLocks noGrp="1"/>
          </p:cNvSpPr>
          <p:nvPr>
            <p:ph type="title"/>
          </p:nvPr>
        </p:nvSpPr>
        <p:spPr>
          <a:xfrm>
            <a:off x="4655148" y="549274"/>
            <a:ext cx="6982957" cy="930372"/>
          </a:xfrm>
        </p:spPr>
        <p:txBody>
          <a:bodyPr/>
          <a:lstStyle/>
          <a:p>
            <a:r>
              <a:rPr lang="en-US"/>
              <a:t>Click to edit Master title style</a:t>
            </a:r>
          </a:p>
        </p:txBody>
      </p:sp>
      <p:sp>
        <p:nvSpPr>
          <p:cNvPr id="8" name="Content Placeholder 5">
            <a:extLst>
              <a:ext uri="{FF2B5EF4-FFF2-40B4-BE49-F238E27FC236}">
                <a16:creationId xmlns:a16="http://schemas.microsoft.com/office/drawing/2014/main" id="{3DAD7E2F-319F-BE0B-BE23-06049D48435D}"/>
              </a:ext>
            </a:extLst>
          </p:cNvPr>
          <p:cNvSpPr>
            <a:spLocks noGrp="1"/>
          </p:cNvSpPr>
          <p:nvPr>
            <p:ph sz="quarter" idx="31"/>
          </p:nvPr>
        </p:nvSpPr>
        <p:spPr>
          <a:xfrm>
            <a:off x="4655148" y="2132856"/>
            <a:ext cx="698295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2188503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 Photo 3 Chapterbox">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DD7751A-AC4E-473A-B544-73973FAE9468}"/>
              </a:ext>
            </a:extLst>
          </p:cNvPr>
          <p:cNvSpPr>
            <a:spLocks noGrp="1"/>
          </p:cNvSpPr>
          <p:nvPr>
            <p:ph type="pic" sz="quarter" idx="19" hasCustomPrompt="1"/>
          </p:nvPr>
        </p:nvSpPr>
        <p:spPr>
          <a:xfrm>
            <a:off x="2" y="0"/>
            <a:ext cx="4241016" cy="6858000"/>
          </a:xfrm>
          <a:prstGeom prst="rect">
            <a:avLst/>
          </a:prstGeom>
          <a:solidFill>
            <a:schemeClr val="bg1">
              <a:lumMod val="95000"/>
            </a:schemeClr>
          </a:solidFill>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7C228C6D-3BD8-F7A9-DA9D-DCE9B373CC09}"/>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81656793-2C07-1E16-6CE1-3C4AD69759DF}"/>
              </a:ext>
            </a:extLst>
          </p:cNvPr>
          <p:cNvSpPr>
            <a:spLocks noGrp="1"/>
          </p:cNvSpPr>
          <p:nvPr>
            <p:ph type="ftr" sz="quarter" idx="25"/>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C166A976-F780-55C8-4310-792D90B73CC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CBEA6FBE-B35F-FDFB-0A0C-E6D7CB1D2878}"/>
              </a:ext>
            </a:extLst>
          </p:cNvPr>
          <p:cNvSpPr>
            <a:spLocks noGrp="1"/>
          </p:cNvSpPr>
          <p:nvPr>
            <p:ph type="body" sz="quarter" idx="22" hasCustomPrompt="1"/>
          </p:nvPr>
        </p:nvSpPr>
        <p:spPr>
          <a:xfrm>
            <a:off x="4653965" y="1634286"/>
            <a:ext cx="6982957"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9" name="Title 4">
            <a:extLst>
              <a:ext uri="{FF2B5EF4-FFF2-40B4-BE49-F238E27FC236}">
                <a16:creationId xmlns:a16="http://schemas.microsoft.com/office/drawing/2014/main" id="{A1AA51F8-C182-DAF5-4FEA-53839C3797E8}"/>
              </a:ext>
            </a:extLst>
          </p:cNvPr>
          <p:cNvSpPr>
            <a:spLocks noGrp="1"/>
          </p:cNvSpPr>
          <p:nvPr>
            <p:ph type="title"/>
          </p:nvPr>
        </p:nvSpPr>
        <p:spPr>
          <a:xfrm>
            <a:off x="4655148" y="549274"/>
            <a:ext cx="6982957" cy="930372"/>
          </a:xfrm>
        </p:spPr>
        <p:txBody>
          <a:bodyPr/>
          <a:lstStyle/>
          <a:p>
            <a:r>
              <a:rPr lang="en-US"/>
              <a:t>Click to edit Master title style</a:t>
            </a:r>
          </a:p>
        </p:txBody>
      </p:sp>
      <p:sp>
        <p:nvSpPr>
          <p:cNvPr id="13" name="Content Placeholder 5">
            <a:extLst>
              <a:ext uri="{FF2B5EF4-FFF2-40B4-BE49-F238E27FC236}">
                <a16:creationId xmlns:a16="http://schemas.microsoft.com/office/drawing/2014/main" id="{CEB0183E-EAE6-947E-A4B9-331A991402A1}"/>
              </a:ext>
            </a:extLst>
          </p:cNvPr>
          <p:cNvSpPr>
            <a:spLocks noGrp="1"/>
          </p:cNvSpPr>
          <p:nvPr>
            <p:ph sz="quarter" idx="31"/>
          </p:nvPr>
        </p:nvSpPr>
        <p:spPr>
          <a:xfrm>
            <a:off x="4655148" y="2132856"/>
            <a:ext cx="6982957"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hapter Placeholder 2">
            <a:extLst>
              <a:ext uri="{FF2B5EF4-FFF2-40B4-BE49-F238E27FC236}">
                <a16:creationId xmlns:a16="http://schemas.microsoft.com/office/drawing/2014/main" id="{A135B96E-A880-0991-4B6E-A591E9B65964}"/>
              </a:ext>
            </a:extLst>
          </p:cNvPr>
          <p:cNvSpPr>
            <a:spLocks noGrp="1"/>
          </p:cNvSpPr>
          <p:nvPr>
            <p:ph type="body" sz="quarter" idx="13" hasCustomPrompt="1"/>
          </p:nvPr>
        </p:nvSpPr>
        <p:spPr>
          <a:xfrm>
            <a:off x="4654628" y="266220"/>
            <a:ext cx="6982051" cy="151263"/>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109889892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ntent Photo 4">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0"/>
            <a:ext cx="6094413" cy="6858000"/>
          </a:xfrm>
          <a:prstGeom prst="rect">
            <a:avLst/>
          </a:prstGeom>
          <a:solidFill>
            <a:schemeClr val="bg1">
              <a:lumMod val="95000"/>
            </a:schemeClr>
          </a:solidFill>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F18ACBAA-5616-6B76-6F3E-019A776E4E01}"/>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84A3242F-2D46-5913-5CA7-B4AB8C7C413D}"/>
              </a:ext>
            </a:extLst>
          </p:cNvPr>
          <p:cNvSpPr>
            <a:spLocks noGrp="1"/>
          </p:cNvSpPr>
          <p:nvPr>
            <p:ph type="ftr" sz="quarter" idx="25"/>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D72DABC1-51BB-C9B2-6119-ED5F9C849345}"/>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5AD8D628-6C3F-5725-7D6C-4D172AFCFA27}"/>
              </a:ext>
            </a:extLst>
          </p:cNvPr>
          <p:cNvSpPr>
            <a:spLocks noGrp="1"/>
          </p:cNvSpPr>
          <p:nvPr>
            <p:ph type="body" sz="quarter" idx="22" hasCustomPrompt="1"/>
          </p:nvPr>
        </p:nvSpPr>
        <p:spPr>
          <a:xfrm>
            <a:off x="6597153" y="1634286"/>
            <a:ext cx="5039768"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6" name="Title 4">
            <a:extLst>
              <a:ext uri="{FF2B5EF4-FFF2-40B4-BE49-F238E27FC236}">
                <a16:creationId xmlns:a16="http://schemas.microsoft.com/office/drawing/2014/main" id="{A4159BB2-FE6F-6556-D582-03780A441E3A}"/>
              </a:ext>
            </a:extLst>
          </p:cNvPr>
          <p:cNvSpPr>
            <a:spLocks noGrp="1"/>
          </p:cNvSpPr>
          <p:nvPr>
            <p:ph type="title"/>
          </p:nvPr>
        </p:nvSpPr>
        <p:spPr>
          <a:xfrm>
            <a:off x="6598337" y="549274"/>
            <a:ext cx="5039768" cy="930372"/>
          </a:xfrm>
        </p:spPr>
        <p:txBody>
          <a:bodyPr/>
          <a:lstStyle/>
          <a:p>
            <a:r>
              <a:rPr lang="en-US"/>
              <a:t>Click to edit Master title style</a:t>
            </a:r>
          </a:p>
        </p:txBody>
      </p:sp>
      <p:sp>
        <p:nvSpPr>
          <p:cNvPr id="7" name="Content Placeholder 5">
            <a:extLst>
              <a:ext uri="{FF2B5EF4-FFF2-40B4-BE49-F238E27FC236}">
                <a16:creationId xmlns:a16="http://schemas.microsoft.com/office/drawing/2014/main" id="{387C021A-14D7-948B-96C0-F734A59BFDC8}"/>
              </a:ext>
            </a:extLst>
          </p:cNvPr>
          <p:cNvSpPr>
            <a:spLocks noGrp="1"/>
          </p:cNvSpPr>
          <p:nvPr>
            <p:ph sz="quarter" idx="31"/>
          </p:nvPr>
        </p:nvSpPr>
        <p:spPr>
          <a:xfrm>
            <a:off x="6598337" y="2132856"/>
            <a:ext cx="503976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6248681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Photo Chapterbox">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0"/>
            <a:ext cx="6094413" cy="6858000"/>
          </a:xfrm>
          <a:prstGeom prst="rect">
            <a:avLst/>
          </a:prstGeom>
          <a:solidFill>
            <a:schemeClr val="bg1">
              <a:lumMod val="95000"/>
            </a:schemeClr>
          </a:solidFill>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F18ACBAA-5616-6B76-6F3E-019A776E4E01}"/>
              </a:ext>
            </a:extLst>
          </p:cNvPr>
          <p:cNvSpPr>
            <a:spLocks noGrp="1"/>
          </p:cNvSpPr>
          <p:nvPr>
            <p:ph type="dt" sz="half" idx="24"/>
          </p:nvPr>
        </p:nvSpPr>
        <p:spPr/>
        <p:txBody>
          <a:bodyPr/>
          <a:lstStyle/>
          <a:p>
            <a:pPr>
              <a:spcBef>
                <a:spcPts val="1000"/>
              </a:spcBef>
            </a:pPr>
            <a:r>
              <a:rPr lang="en-IN"/>
              <a:t>Company Confidential © Capgemini 2026. All rights reserved.</a:t>
            </a:r>
            <a:endParaRPr lang="en-US"/>
          </a:p>
        </p:txBody>
      </p:sp>
      <p:sp>
        <p:nvSpPr>
          <p:cNvPr id="11" name="Footer Placeholder 10">
            <a:extLst>
              <a:ext uri="{FF2B5EF4-FFF2-40B4-BE49-F238E27FC236}">
                <a16:creationId xmlns:a16="http://schemas.microsoft.com/office/drawing/2014/main" id="{84A3242F-2D46-5913-5CA7-B4AB8C7C413D}"/>
              </a:ext>
            </a:extLst>
          </p:cNvPr>
          <p:cNvSpPr>
            <a:spLocks noGrp="1"/>
          </p:cNvSpPr>
          <p:nvPr>
            <p:ph type="ftr" sz="quarter" idx="25"/>
          </p:nvPr>
        </p:nvSpPr>
        <p:spPr/>
        <p:txBody>
          <a:bodyPr/>
          <a:lstStyle/>
          <a:p>
            <a:pPr>
              <a:spcBef>
                <a:spcPts val="1000"/>
              </a:spcBef>
            </a:pPr>
            <a:r>
              <a:rPr lang="en-US"/>
              <a:t>AI Data Copilot - AskData</a:t>
            </a:r>
          </a:p>
        </p:txBody>
      </p:sp>
      <p:sp>
        <p:nvSpPr>
          <p:cNvPr id="12" name="Slide Number Placeholder 11">
            <a:extLst>
              <a:ext uri="{FF2B5EF4-FFF2-40B4-BE49-F238E27FC236}">
                <a16:creationId xmlns:a16="http://schemas.microsoft.com/office/drawing/2014/main" id="{D72DABC1-51BB-C9B2-6119-ED5F9C849345}"/>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47F7FF35-2721-0BAA-75C4-6C366F98F288}"/>
              </a:ext>
            </a:extLst>
          </p:cNvPr>
          <p:cNvSpPr>
            <a:spLocks noGrp="1"/>
          </p:cNvSpPr>
          <p:nvPr>
            <p:ph type="body" sz="quarter" idx="22" hasCustomPrompt="1"/>
          </p:nvPr>
        </p:nvSpPr>
        <p:spPr>
          <a:xfrm>
            <a:off x="6597153" y="1634286"/>
            <a:ext cx="5039768" cy="307777"/>
          </a:xfrm>
          <a:prstGeom prst="rect">
            <a:avLst/>
          </a:prstGeom>
        </p:spPr>
        <p:txBody>
          <a:bodyPr vert="horz" wrap="square" lIns="0" tIns="0" rIns="0" bIns="0" rtlCol="0">
            <a:spAutoFit/>
          </a:bodyPr>
          <a:lstStyle>
            <a:lvl1pPr>
              <a:defRPr lang="en-US" sz="1999" b="1" smtClean="0">
                <a:solidFill>
                  <a:schemeClr val="tx2"/>
                </a:solidFill>
              </a:defRPr>
            </a:lvl1pPr>
          </a:lstStyle>
          <a:p>
            <a:pPr lvl="0"/>
            <a:r>
              <a:rPr lang="en-GB"/>
              <a:t>Click to edit Master styles</a:t>
            </a:r>
          </a:p>
        </p:txBody>
      </p:sp>
      <p:sp>
        <p:nvSpPr>
          <p:cNvPr id="7" name="Title 4">
            <a:extLst>
              <a:ext uri="{FF2B5EF4-FFF2-40B4-BE49-F238E27FC236}">
                <a16:creationId xmlns:a16="http://schemas.microsoft.com/office/drawing/2014/main" id="{40E338D3-47D6-48A9-A9A2-DE7DEE2FD7CA}"/>
              </a:ext>
            </a:extLst>
          </p:cNvPr>
          <p:cNvSpPr>
            <a:spLocks noGrp="1"/>
          </p:cNvSpPr>
          <p:nvPr>
            <p:ph type="title"/>
          </p:nvPr>
        </p:nvSpPr>
        <p:spPr>
          <a:xfrm>
            <a:off x="6598337" y="549274"/>
            <a:ext cx="5039768" cy="930372"/>
          </a:xfrm>
        </p:spPr>
        <p:txBody>
          <a:bodyPr/>
          <a:lstStyle/>
          <a:p>
            <a:r>
              <a:rPr lang="en-US"/>
              <a:t>Click to edit Master title style</a:t>
            </a:r>
          </a:p>
        </p:txBody>
      </p:sp>
      <p:sp>
        <p:nvSpPr>
          <p:cNvPr id="9" name="Content Placeholder 5">
            <a:extLst>
              <a:ext uri="{FF2B5EF4-FFF2-40B4-BE49-F238E27FC236}">
                <a16:creationId xmlns:a16="http://schemas.microsoft.com/office/drawing/2014/main" id="{033232B2-7C3B-2B58-B586-A9D5EB0DC635}"/>
              </a:ext>
            </a:extLst>
          </p:cNvPr>
          <p:cNvSpPr>
            <a:spLocks noGrp="1"/>
          </p:cNvSpPr>
          <p:nvPr>
            <p:ph sz="quarter" idx="31"/>
          </p:nvPr>
        </p:nvSpPr>
        <p:spPr>
          <a:xfrm>
            <a:off x="6598337" y="2132856"/>
            <a:ext cx="503976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hapter Placeholder 2">
            <a:extLst>
              <a:ext uri="{FF2B5EF4-FFF2-40B4-BE49-F238E27FC236}">
                <a16:creationId xmlns:a16="http://schemas.microsoft.com/office/drawing/2014/main" id="{F68C8930-7643-1654-C79F-A429828E03BC}"/>
              </a:ext>
            </a:extLst>
          </p:cNvPr>
          <p:cNvSpPr>
            <a:spLocks noGrp="1"/>
          </p:cNvSpPr>
          <p:nvPr>
            <p:ph type="body" sz="quarter" idx="13" hasCustomPrompt="1"/>
          </p:nvPr>
        </p:nvSpPr>
        <p:spPr>
          <a:xfrm>
            <a:off x="6597564" y="266220"/>
            <a:ext cx="5039114" cy="151263"/>
          </a:xfrm>
        </p:spPr>
        <p:txBody>
          <a:bodyPr/>
          <a:lstStyle>
            <a:lvl1pPr>
              <a:defRPr sz="1000"/>
            </a:lvl1pPr>
            <a:lvl2pPr>
              <a:defRPr sz="1000"/>
            </a:lvl2pPr>
            <a:lvl3pPr>
              <a:defRPr sz="1000"/>
            </a:lvl3pPr>
            <a:lvl4pPr>
              <a:defRPr sz="900"/>
            </a:lvl4pPr>
            <a:lvl5pPr>
              <a:defRPr sz="900"/>
            </a:lvl5pPr>
          </a:lstStyle>
          <a:p>
            <a:pPr lvl="0"/>
            <a:r>
              <a:rPr lang="en-US"/>
              <a:t>Click to add a chapter here</a:t>
            </a:r>
          </a:p>
        </p:txBody>
      </p:sp>
    </p:spTree>
    <p:extLst>
      <p:ext uri="{BB962C8B-B14F-4D97-AF65-F5344CB8AC3E}">
        <p14:creationId xmlns:p14="http://schemas.microsoft.com/office/powerpoint/2010/main" val="13011499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Photo 6">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1" y="1"/>
            <a:ext cx="12188824" cy="4383654"/>
          </a:xfrm>
          <a:prstGeom prst="rect">
            <a:avLst/>
          </a:prstGeom>
          <a:solidFill>
            <a:schemeClr val="bg1">
              <a:lumMod val="95000"/>
            </a:schemeClr>
          </a:solidFill>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 name="Title 1">
            <a:extLst>
              <a:ext uri="{FF2B5EF4-FFF2-40B4-BE49-F238E27FC236}">
                <a16:creationId xmlns:a16="http://schemas.microsoft.com/office/drawing/2014/main" id="{CA1A3C3A-247E-AD3F-3C93-BDD315BB7F29}"/>
              </a:ext>
            </a:extLst>
          </p:cNvPr>
          <p:cNvSpPr>
            <a:spLocks noGrp="1"/>
          </p:cNvSpPr>
          <p:nvPr>
            <p:ph type="title"/>
          </p:nvPr>
        </p:nvSpPr>
        <p:spPr>
          <a:xfrm>
            <a:off x="550720" y="4581128"/>
            <a:ext cx="4979840" cy="785352"/>
          </a:xfrm>
        </p:spPr>
        <p:txBody>
          <a:bodyPr anchor="t"/>
          <a:lstStyle/>
          <a:p>
            <a:r>
              <a:rPr lang="en-US"/>
              <a:t>Click to edit Master title style</a:t>
            </a:r>
            <a:endParaRPr lang="de-DE"/>
          </a:p>
        </p:txBody>
      </p:sp>
      <p:sp>
        <p:nvSpPr>
          <p:cNvPr id="9" name="Text Placeholder 9">
            <a:extLst>
              <a:ext uri="{FF2B5EF4-FFF2-40B4-BE49-F238E27FC236}">
                <a16:creationId xmlns:a16="http://schemas.microsoft.com/office/drawing/2014/main" id="{34F1BAE4-1DA8-A534-E46A-001AE4E9CADB}"/>
              </a:ext>
            </a:extLst>
          </p:cNvPr>
          <p:cNvSpPr>
            <a:spLocks noGrp="1"/>
          </p:cNvSpPr>
          <p:nvPr>
            <p:ph type="body" sz="quarter" idx="24"/>
          </p:nvPr>
        </p:nvSpPr>
        <p:spPr>
          <a:xfrm>
            <a:off x="550719" y="5854683"/>
            <a:ext cx="5110669" cy="307777"/>
          </a:xfrm>
          <a:prstGeom prst="rect">
            <a:avLst/>
          </a:prstGeom>
        </p:spPr>
        <p:txBody>
          <a:bodyPr wrap="square" anchor="b">
            <a:spAutoFit/>
          </a:bodyPr>
          <a:lstStyle>
            <a:lvl1pPr>
              <a:defRPr sz="1999" b="0">
                <a:solidFill>
                  <a:schemeClr val="tx2"/>
                </a:solidFill>
                <a:latin typeface="+mj-lt"/>
              </a:defRPr>
            </a:lvl1pPr>
          </a:lstStyle>
          <a:p>
            <a:pPr lvl="0"/>
            <a:r>
              <a:rPr lang="en-US"/>
              <a:t>Click to edit Master text styles</a:t>
            </a:r>
          </a:p>
        </p:txBody>
      </p:sp>
      <p:sp>
        <p:nvSpPr>
          <p:cNvPr id="10" name="Content Placeholder 17">
            <a:extLst>
              <a:ext uri="{FF2B5EF4-FFF2-40B4-BE49-F238E27FC236}">
                <a16:creationId xmlns:a16="http://schemas.microsoft.com/office/drawing/2014/main" id="{60E57257-3112-054C-0B58-3B89619EC3E7}"/>
              </a:ext>
            </a:extLst>
          </p:cNvPr>
          <p:cNvSpPr>
            <a:spLocks noGrp="1"/>
          </p:cNvSpPr>
          <p:nvPr>
            <p:ph sz="quarter" idx="25"/>
          </p:nvPr>
        </p:nvSpPr>
        <p:spPr>
          <a:xfrm>
            <a:off x="6091659" y="4581128"/>
            <a:ext cx="5110669" cy="176252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6" name="Date Placeholder 5">
            <a:extLst>
              <a:ext uri="{FF2B5EF4-FFF2-40B4-BE49-F238E27FC236}">
                <a16:creationId xmlns:a16="http://schemas.microsoft.com/office/drawing/2014/main" id="{2F70AC82-D733-3487-AE00-D177A5A43581}"/>
              </a:ext>
            </a:extLst>
          </p:cNvPr>
          <p:cNvSpPr>
            <a:spLocks noGrp="1"/>
          </p:cNvSpPr>
          <p:nvPr>
            <p:ph type="dt" sz="half" idx="26"/>
          </p:nvPr>
        </p:nvSpPr>
        <p:spPr/>
        <p:txBody>
          <a:bodyPr/>
          <a:lstStyle/>
          <a:p>
            <a:pPr>
              <a:spcBef>
                <a:spcPts val="1000"/>
              </a:spcBef>
            </a:pPr>
            <a:r>
              <a:rPr lang="en-IN"/>
              <a:t>Company Confidential © Capgemini 2026. All rights reserved.</a:t>
            </a:r>
            <a:endParaRPr lang="en-US"/>
          </a:p>
        </p:txBody>
      </p:sp>
      <p:sp>
        <p:nvSpPr>
          <p:cNvPr id="13" name="Footer Placeholder 12">
            <a:extLst>
              <a:ext uri="{FF2B5EF4-FFF2-40B4-BE49-F238E27FC236}">
                <a16:creationId xmlns:a16="http://schemas.microsoft.com/office/drawing/2014/main" id="{31E8CB07-AB40-15A0-08C7-BF54DC438B34}"/>
              </a:ext>
            </a:extLst>
          </p:cNvPr>
          <p:cNvSpPr>
            <a:spLocks noGrp="1"/>
          </p:cNvSpPr>
          <p:nvPr>
            <p:ph type="ftr" sz="quarter" idx="27"/>
          </p:nvPr>
        </p:nvSpPr>
        <p:spPr/>
        <p:txBody>
          <a:bodyPr/>
          <a:lstStyle/>
          <a:p>
            <a:pPr>
              <a:spcBef>
                <a:spcPts val="1000"/>
              </a:spcBef>
            </a:pPr>
            <a:r>
              <a:rPr lang="en-US"/>
              <a:t>AI Data Copilot - AskData</a:t>
            </a:r>
          </a:p>
        </p:txBody>
      </p:sp>
      <p:sp>
        <p:nvSpPr>
          <p:cNvPr id="15" name="Slide Number Placeholder 14">
            <a:extLst>
              <a:ext uri="{FF2B5EF4-FFF2-40B4-BE49-F238E27FC236}">
                <a16:creationId xmlns:a16="http://schemas.microsoft.com/office/drawing/2014/main" id="{C41FA911-A4A1-34D1-BF04-9F22140C28D1}"/>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3" name="Logo Placeholder 7">
            <a:extLst>
              <a:ext uri="{FF2B5EF4-FFF2-40B4-BE49-F238E27FC236}">
                <a16:creationId xmlns:a16="http://schemas.microsoft.com/office/drawing/2014/main" id="{33B9F062-225C-9146-1129-335505116C76}"/>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Tree>
    <p:extLst>
      <p:ext uri="{BB962C8B-B14F-4D97-AF65-F5344CB8AC3E}">
        <p14:creationId xmlns:p14="http://schemas.microsoft.com/office/powerpoint/2010/main" val="269014117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ext 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8ABFE959-AAB6-76DF-7517-8AE8C424F99C}"/>
              </a:ext>
            </a:extLst>
          </p:cNvPr>
          <p:cNvSpPr>
            <a:spLocks noGrp="1"/>
          </p:cNvSpPr>
          <p:nvPr>
            <p:ph type="title"/>
          </p:nvPr>
        </p:nvSpPr>
        <p:spPr>
          <a:xfrm>
            <a:off x="2401378" y="1916113"/>
            <a:ext cx="7386069" cy="1512887"/>
          </a:xfrm>
        </p:spPr>
        <p:txBody>
          <a:bodyPr wrap="square" anchor="b">
            <a:noAutofit/>
          </a:bodyPr>
          <a:lstStyle>
            <a:lvl1pPr algn="ctr">
              <a:defRPr sz="3199"/>
            </a:lvl1pPr>
          </a:lstStyle>
          <a:p>
            <a:r>
              <a:rPr lang="en-US"/>
              <a:t>Click to edit Master title style</a:t>
            </a:r>
          </a:p>
        </p:txBody>
      </p:sp>
      <p:sp>
        <p:nvSpPr>
          <p:cNvPr id="6" name="Text Placeholder 8">
            <a:extLst>
              <a:ext uri="{FF2B5EF4-FFF2-40B4-BE49-F238E27FC236}">
                <a16:creationId xmlns:a16="http://schemas.microsoft.com/office/drawing/2014/main" id="{B8EC071D-C9EA-D72D-472D-47AC8DAE4AFA}"/>
              </a:ext>
            </a:extLst>
          </p:cNvPr>
          <p:cNvSpPr>
            <a:spLocks noGrp="1"/>
          </p:cNvSpPr>
          <p:nvPr>
            <p:ph type="body" sz="quarter" idx="13"/>
          </p:nvPr>
        </p:nvSpPr>
        <p:spPr>
          <a:xfrm>
            <a:off x="2401378" y="4025468"/>
            <a:ext cx="7386069" cy="916420"/>
          </a:xfrm>
          <a:prstGeom prst="rect">
            <a:avLst/>
          </a:prstGeom>
        </p:spPr>
        <p:txBody>
          <a:bodyPr wrap="square">
            <a:noAutofit/>
          </a:bodyPr>
          <a:lstStyle>
            <a:lvl1pPr algn="ctr">
              <a:defRPr sz="1999"/>
            </a:lvl1pPr>
            <a:lvl2pPr>
              <a:defRPr sz="1999"/>
            </a:lvl2pPr>
            <a:lvl3pPr>
              <a:defRPr sz="1999"/>
            </a:lvl3pPr>
            <a:lvl4pPr>
              <a:defRPr sz="1999"/>
            </a:lvl4pPr>
            <a:lvl5pPr>
              <a:defRPr sz="1999"/>
            </a:lvl5pPr>
          </a:lstStyle>
          <a:p>
            <a:pPr lvl="0"/>
            <a:r>
              <a:rPr lang="en-US"/>
              <a:t>Click to edit Master text styles</a:t>
            </a:r>
          </a:p>
        </p:txBody>
      </p:sp>
      <p:sp>
        <p:nvSpPr>
          <p:cNvPr id="7" name="Date Placeholder 6">
            <a:extLst>
              <a:ext uri="{FF2B5EF4-FFF2-40B4-BE49-F238E27FC236}">
                <a16:creationId xmlns:a16="http://schemas.microsoft.com/office/drawing/2014/main" id="{1C4C92CE-41EC-4D2F-4311-92100A79FE86}"/>
              </a:ext>
            </a:extLst>
          </p:cNvPr>
          <p:cNvSpPr>
            <a:spLocks noGrp="1"/>
          </p:cNvSpPr>
          <p:nvPr>
            <p:ph type="dt" sz="half" idx="14"/>
          </p:nvPr>
        </p:nvSpPr>
        <p:spPr/>
        <p:txBody>
          <a:bodyPr/>
          <a:lstStyle/>
          <a:p>
            <a:pPr>
              <a:spcBef>
                <a:spcPts val="1000"/>
              </a:spcBef>
            </a:pPr>
            <a:r>
              <a:rPr lang="en-IN"/>
              <a:t>Company Confidential © Capgemini 2026. All rights reserved.</a:t>
            </a:r>
            <a:endParaRPr lang="en-US"/>
          </a:p>
        </p:txBody>
      </p:sp>
      <p:sp>
        <p:nvSpPr>
          <p:cNvPr id="8" name="Footer Placeholder 7">
            <a:extLst>
              <a:ext uri="{FF2B5EF4-FFF2-40B4-BE49-F238E27FC236}">
                <a16:creationId xmlns:a16="http://schemas.microsoft.com/office/drawing/2014/main" id="{8C0A6AFF-C176-E59D-2165-DE17D66BCAA1}"/>
              </a:ext>
            </a:extLst>
          </p:cNvPr>
          <p:cNvSpPr>
            <a:spLocks noGrp="1"/>
          </p:cNvSpPr>
          <p:nvPr>
            <p:ph type="ftr" sz="quarter" idx="15"/>
          </p:nvPr>
        </p:nvSpPr>
        <p:spPr/>
        <p:txBody>
          <a:bodyPr/>
          <a:lstStyle/>
          <a:p>
            <a:pPr>
              <a:spcBef>
                <a:spcPts val="1000"/>
              </a:spcBef>
            </a:pPr>
            <a:r>
              <a:rPr lang="en-US"/>
              <a:t>AI Data Copilot - AskData</a:t>
            </a:r>
          </a:p>
        </p:txBody>
      </p:sp>
      <p:sp>
        <p:nvSpPr>
          <p:cNvPr id="9" name="Slide Number Placeholder 8">
            <a:extLst>
              <a:ext uri="{FF2B5EF4-FFF2-40B4-BE49-F238E27FC236}">
                <a16:creationId xmlns:a16="http://schemas.microsoft.com/office/drawing/2014/main" id="{22B9BB3B-51E8-595D-BE01-2881F99A8D5E}"/>
              </a:ext>
            </a:extLst>
          </p:cNvPr>
          <p:cNvSpPr>
            <a:spLocks noGrp="1"/>
          </p:cNvSpPr>
          <p:nvPr>
            <p:ph type="sldNum" sz="quarter" idx="16"/>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244658036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ext 2">
    <p:spTree>
      <p:nvGrpSpPr>
        <p:cNvPr id="1" name=""/>
        <p:cNvGrpSpPr/>
        <p:nvPr/>
      </p:nvGrpSpPr>
      <p:grpSpPr>
        <a:xfrm>
          <a:off x="0" y="0"/>
          <a:ext cx="0" cy="0"/>
          <a:chOff x="0" y="0"/>
          <a:chExt cx="0" cy="0"/>
        </a:xfrm>
      </p:grpSpPr>
      <p:sp>
        <p:nvSpPr>
          <p:cNvPr id="3" name="Picture Placeholder 10">
            <a:extLst>
              <a:ext uri="{FF2B5EF4-FFF2-40B4-BE49-F238E27FC236}">
                <a16:creationId xmlns:a16="http://schemas.microsoft.com/office/drawing/2014/main" id="{92A14B44-A6BB-FD7D-633A-78C683F4F269}"/>
              </a:ext>
            </a:extLst>
          </p:cNvPr>
          <p:cNvSpPr>
            <a:spLocks noGrp="1"/>
          </p:cNvSpPr>
          <p:nvPr>
            <p:ph type="pic" sz="quarter" idx="14" hasCustomPrompt="1"/>
          </p:nvPr>
        </p:nvSpPr>
        <p:spPr>
          <a:xfrm>
            <a:off x="-1" y="0"/>
            <a:ext cx="12188826"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sp>
        <p:nvSpPr>
          <p:cNvPr id="5" name="Title 1">
            <a:extLst>
              <a:ext uri="{FF2B5EF4-FFF2-40B4-BE49-F238E27FC236}">
                <a16:creationId xmlns:a16="http://schemas.microsoft.com/office/drawing/2014/main" id="{8ABFE959-AAB6-76DF-7517-8AE8C424F99C}"/>
              </a:ext>
            </a:extLst>
          </p:cNvPr>
          <p:cNvSpPr>
            <a:spLocks noGrp="1"/>
          </p:cNvSpPr>
          <p:nvPr>
            <p:ph type="title"/>
          </p:nvPr>
        </p:nvSpPr>
        <p:spPr>
          <a:xfrm>
            <a:off x="2401378" y="1916113"/>
            <a:ext cx="7386069" cy="1512887"/>
          </a:xfrm>
        </p:spPr>
        <p:txBody>
          <a:bodyPr wrap="square" anchor="b">
            <a:noAutofit/>
          </a:bodyPr>
          <a:lstStyle>
            <a:lvl1pPr algn="ctr">
              <a:defRPr sz="3199">
                <a:solidFill>
                  <a:schemeClr val="bg1"/>
                </a:solidFill>
                <a:effectLst>
                  <a:outerShdw blurRad="1016000" dir="5400000" algn="ctr" rotWithShape="0">
                    <a:schemeClr val="tx1">
                      <a:alpha val="49641"/>
                    </a:schemeClr>
                  </a:outerShdw>
                </a:effectLst>
              </a:defRPr>
            </a:lvl1pPr>
          </a:lstStyle>
          <a:p>
            <a:r>
              <a:rPr lang="en-US"/>
              <a:t>Click to edit Master title style</a:t>
            </a:r>
          </a:p>
        </p:txBody>
      </p:sp>
      <p:sp>
        <p:nvSpPr>
          <p:cNvPr id="6" name="Text Placeholder 8">
            <a:extLst>
              <a:ext uri="{FF2B5EF4-FFF2-40B4-BE49-F238E27FC236}">
                <a16:creationId xmlns:a16="http://schemas.microsoft.com/office/drawing/2014/main" id="{B8EC071D-C9EA-D72D-472D-47AC8DAE4AFA}"/>
              </a:ext>
            </a:extLst>
          </p:cNvPr>
          <p:cNvSpPr>
            <a:spLocks noGrp="1"/>
          </p:cNvSpPr>
          <p:nvPr>
            <p:ph type="body" sz="quarter" idx="13"/>
          </p:nvPr>
        </p:nvSpPr>
        <p:spPr>
          <a:xfrm>
            <a:off x="2401378" y="4025468"/>
            <a:ext cx="7386069" cy="916420"/>
          </a:xfrm>
          <a:prstGeom prst="rect">
            <a:avLst/>
          </a:prstGeom>
        </p:spPr>
        <p:txBody>
          <a:bodyPr wrap="square">
            <a:noAutofit/>
          </a:bodyPr>
          <a:lstStyle>
            <a:lvl1pPr algn="ctr">
              <a:defRPr sz="1999">
                <a:solidFill>
                  <a:schemeClr val="bg1"/>
                </a:solidFill>
              </a:defRPr>
            </a:lvl1pPr>
            <a:lvl2pPr>
              <a:defRPr sz="1999"/>
            </a:lvl2pPr>
            <a:lvl3pPr>
              <a:defRPr sz="1999"/>
            </a:lvl3pPr>
            <a:lvl4pPr>
              <a:defRPr sz="1999"/>
            </a:lvl4pPr>
            <a:lvl5pPr>
              <a:defRPr sz="1999"/>
            </a:lvl5pPr>
          </a:lstStyle>
          <a:p>
            <a:pPr lvl="0"/>
            <a:r>
              <a:rPr lang="en-US"/>
              <a:t>Click to edit Master text styles</a:t>
            </a:r>
          </a:p>
        </p:txBody>
      </p:sp>
      <p:sp>
        <p:nvSpPr>
          <p:cNvPr id="8" name="Date Placeholder 7">
            <a:extLst>
              <a:ext uri="{FF2B5EF4-FFF2-40B4-BE49-F238E27FC236}">
                <a16:creationId xmlns:a16="http://schemas.microsoft.com/office/drawing/2014/main" id="{A113035B-9AB2-FCA1-E3D6-B54ADD883094}"/>
              </a:ext>
            </a:extLst>
          </p:cNvPr>
          <p:cNvSpPr>
            <a:spLocks noGrp="1"/>
          </p:cNvSpPr>
          <p:nvPr>
            <p:ph type="dt" sz="half" idx="15"/>
          </p:nvPr>
        </p:nvSpPr>
        <p:spPr/>
        <p:txBody>
          <a:bodyPr/>
          <a:lstStyle/>
          <a:p>
            <a:pPr>
              <a:spcBef>
                <a:spcPts val="1000"/>
              </a:spcBef>
            </a:pPr>
            <a:r>
              <a:rPr lang="en-IN"/>
              <a:t>Company Confidential © Capgemini 2026. All rights reserved.</a:t>
            </a:r>
            <a:endParaRPr lang="en-US"/>
          </a:p>
        </p:txBody>
      </p:sp>
      <p:sp>
        <p:nvSpPr>
          <p:cNvPr id="9" name="Footer Placeholder 8">
            <a:extLst>
              <a:ext uri="{FF2B5EF4-FFF2-40B4-BE49-F238E27FC236}">
                <a16:creationId xmlns:a16="http://schemas.microsoft.com/office/drawing/2014/main" id="{6C422829-3285-536E-9A1D-C1461DD7772E}"/>
              </a:ext>
            </a:extLst>
          </p:cNvPr>
          <p:cNvSpPr>
            <a:spLocks noGrp="1"/>
          </p:cNvSpPr>
          <p:nvPr>
            <p:ph type="ftr" sz="quarter" idx="16"/>
          </p:nvPr>
        </p:nvSpPr>
        <p:spPr/>
        <p:txBody>
          <a:bodyPr/>
          <a:lstStyle/>
          <a:p>
            <a:pPr>
              <a:spcBef>
                <a:spcPts val="1000"/>
              </a:spcBef>
            </a:pPr>
            <a:r>
              <a:rPr lang="en-US"/>
              <a:t>AI Data Copilot - AskData</a:t>
            </a:r>
          </a:p>
        </p:txBody>
      </p:sp>
      <p:sp>
        <p:nvSpPr>
          <p:cNvPr id="14" name="Slide Number Placeholder 13">
            <a:extLst>
              <a:ext uri="{FF2B5EF4-FFF2-40B4-BE49-F238E27FC236}">
                <a16:creationId xmlns:a16="http://schemas.microsoft.com/office/drawing/2014/main" id="{F8824F2D-932D-C110-76B1-E57FB6242005}"/>
              </a:ext>
            </a:extLst>
          </p:cNvPr>
          <p:cNvSpPr>
            <a:spLocks noGrp="1"/>
          </p:cNvSpPr>
          <p:nvPr>
            <p:ph type="sldNum" sz="quarter" idx="17"/>
          </p:nvPr>
        </p:nvSpPr>
        <p:spPr/>
        <p:txBody>
          <a:bodyPr/>
          <a:lstStyle/>
          <a:p>
            <a:pPr algn="r"/>
            <a:fld id="{5D9A5160-6218-4E5A-B9E6-B93E3DAE377C}" type="slidenum">
              <a:rPr lang="en-US" smtClean="0"/>
              <a:pPr algn="r"/>
              <a:t>‹#›</a:t>
            </a:fld>
            <a:endParaRPr lang="en-US"/>
          </a:p>
        </p:txBody>
      </p:sp>
      <p:sp>
        <p:nvSpPr>
          <p:cNvPr id="2" name="Logo Placeholder 7">
            <a:extLst>
              <a:ext uri="{FF2B5EF4-FFF2-40B4-BE49-F238E27FC236}">
                <a16:creationId xmlns:a16="http://schemas.microsoft.com/office/drawing/2014/main" id="{F2C6038E-E13F-AE5B-E1D9-974A91E4E127}"/>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Tree>
    <p:extLst>
      <p:ext uri="{BB962C8B-B14F-4D97-AF65-F5344CB8AC3E}">
        <p14:creationId xmlns:p14="http://schemas.microsoft.com/office/powerpoint/2010/main" val="382234227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nclusion 1">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50CBB0B-9D54-C4B7-F774-A406AEB759DC}"/>
              </a:ext>
            </a:extLst>
          </p:cNvPr>
          <p:cNvSpPr>
            <a:spLocks noGrp="1"/>
          </p:cNvSpPr>
          <p:nvPr>
            <p:ph type="title"/>
          </p:nvPr>
        </p:nvSpPr>
        <p:spPr>
          <a:xfrm>
            <a:off x="550720" y="2154596"/>
            <a:ext cx="4169243" cy="2737444"/>
          </a:xfrm>
        </p:spPr>
        <p:txBody>
          <a:bodyPr anchor="t">
            <a:noAutofit/>
          </a:bodyPr>
          <a:lstStyle>
            <a:lvl1pPr>
              <a:defRPr sz="4799"/>
            </a:lvl1pPr>
          </a:lstStyle>
          <a:p>
            <a:r>
              <a:rPr lang="en-US"/>
              <a:t>Click to edit Master title style</a:t>
            </a:r>
          </a:p>
        </p:txBody>
      </p:sp>
      <p:sp>
        <p:nvSpPr>
          <p:cNvPr id="14" name="Content Placeholder 3">
            <a:extLst>
              <a:ext uri="{FF2B5EF4-FFF2-40B4-BE49-F238E27FC236}">
                <a16:creationId xmlns:a16="http://schemas.microsoft.com/office/drawing/2014/main" id="{D898CD75-E929-80D9-7E35-D845DA59F5F4}"/>
              </a:ext>
            </a:extLst>
          </p:cNvPr>
          <p:cNvSpPr>
            <a:spLocks noGrp="1"/>
          </p:cNvSpPr>
          <p:nvPr>
            <p:ph sz="quarter" idx="17"/>
          </p:nvPr>
        </p:nvSpPr>
        <p:spPr>
          <a:xfrm>
            <a:off x="6094413" y="2154597"/>
            <a:ext cx="5523061" cy="4154128"/>
          </a:xfrm>
          <a:prstGeom prst="rect">
            <a:avLst/>
          </a:prstGeom>
        </p:spPr>
        <p:txBody>
          <a:bodyPr/>
          <a:lstStyle>
            <a:lvl1pPr>
              <a:defRPr sz="1999"/>
            </a:lvl1pPr>
            <a:lvl2pPr>
              <a:defRPr sz="1999"/>
            </a:lvl2pPr>
            <a:lvl3pPr>
              <a:defRPr sz="1999"/>
            </a:lvl3pPr>
            <a:lvl4pPr>
              <a:defRPr sz="1999"/>
            </a:lvl4pPr>
            <a:lvl5pPr>
              <a:defRPr sz="199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3" name="Date Placeholder 2">
            <a:extLst>
              <a:ext uri="{FF2B5EF4-FFF2-40B4-BE49-F238E27FC236}">
                <a16:creationId xmlns:a16="http://schemas.microsoft.com/office/drawing/2014/main" id="{DDEDA374-C587-779E-8AE1-6CD7F4553941}"/>
              </a:ext>
            </a:extLst>
          </p:cNvPr>
          <p:cNvSpPr>
            <a:spLocks noGrp="1"/>
          </p:cNvSpPr>
          <p:nvPr>
            <p:ph type="dt" sz="half" idx="18"/>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1A46EF84-E452-DF73-A462-F323675455D6}"/>
              </a:ext>
            </a:extLst>
          </p:cNvPr>
          <p:cNvSpPr>
            <a:spLocks noGrp="1"/>
          </p:cNvSpPr>
          <p:nvPr>
            <p:ph type="ftr" sz="quarter" idx="19"/>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70216EAB-E162-DA2D-EE00-98D4A5012C1D}"/>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180093160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nclusion 1 Photo">
    <p:spTree>
      <p:nvGrpSpPr>
        <p:cNvPr id="1" name=""/>
        <p:cNvGrpSpPr/>
        <p:nvPr/>
      </p:nvGrpSpPr>
      <p:grpSpPr>
        <a:xfrm>
          <a:off x="0" y="0"/>
          <a:ext cx="0" cy="0"/>
          <a:chOff x="0" y="0"/>
          <a:chExt cx="0" cy="0"/>
        </a:xfrm>
      </p:grpSpPr>
      <p:sp>
        <p:nvSpPr>
          <p:cNvPr id="12" name="Picture Placeholder 10">
            <a:extLst>
              <a:ext uri="{FF2B5EF4-FFF2-40B4-BE49-F238E27FC236}">
                <a16:creationId xmlns:a16="http://schemas.microsoft.com/office/drawing/2014/main" id="{1C08FB90-AF58-85B5-3914-77B3471EE049}"/>
              </a:ext>
            </a:extLst>
          </p:cNvPr>
          <p:cNvSpPr>
            <a:spLocks noGrp="1"/>
          </p:cNvSpPr>
          <p:nvPr>
            <p:ph type="pic" sz="quarter" idx="13" hasCustomPrompt="1"/>
          </p:nvPr>
        </p:nvSpPr>
        <p:spPr>
          <a:xfrm>
            <a:off x="-1" y="0"/>
            <a:ext cx="12188826"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sp>
        <p:nvSpPr>
          <p:cNvPr id="21" name="Title 1">
            <a:extLst>
              <a:ext uri="{FF2B5EF4-FFF2-40B4-BE49-F238E27FC236}">
                <a16:creationId xmlns:a16="http://schemas.microsoft.com/office/drawing/2014/main" id="{28231349-D5BA-64A4-A1C7-EDC789C8DEEB}"/>
              </a:ext>
            </a:extLst>
          </p:cNvPr>
          <p:cNvSpPr>
            <a:spLocks noGrp="1"/>
          </p:cNvSpPr>
          <p:nvPr>
            <p:ph type="title"/>
          </p:nvPr>
        </p:nvSpPr>
        <p:spPr>
          <a:xfrm>
            <a:off x="550720" y="2154596"/>
            <a:ext cx="4169243" cy="2737444"/>
          </a:xfrm>
        </p:spPr>
        <p:txBody>
          <a:bodyPr anchor="t">
            <a:noAutofit/>
          </a:bodyPr>
          <a:lstStyle>
            <a:lvl1pPr>
              <a:defRPr sz="4799"/>
            </a:lvl1pPr>
          </a:lstStyle>
          <a:p>
            <a:r>
              <a:rPr lang="en-US"/>
              <a:t>Click to edit Master title style</a:t>
            </a:r>
          </a:p>
        </p:txBody>
      </p:sp>
      <p:sp>
        <p:nvSpPr>
          <p:cNvPr id="22" name="Content Placeholder 3">
            <a:extLst>
              <a:ext uri="{FF2B5EF4-FFF2-40B4-BE49-F238E27FC236}">
                <a16:creationId xmlns:a16="http://schemas.microsoft.com/office/drawing/2014/main" id="{6B455CB3-CA48-68B3-77F6-EB2C98EE7BD0}"/>
              </a:ext>
            </a:extLst>
          </p:cNvPr>
          <p:cNvSpPr>
            <a:spLocks noGrp="1"/>
          </p:cNvSpPr>
          <p:nvPr>
            <p:ph sz="quarter" idx="17"/>
          </p:nvPr>
        </p:nvSpPr>
        <p:spPr>
          <a:xfrm>
            <a:off x="6094413" y="2154597"/>
            <a:ext cx="5523061" cy="4154128"/>
          </a:xfrm>
          <a:prstGeom prst="rect">
            <a:avLst/>
          </a:prstGeom>
        </p:spPr>
        <p:txBody>
          <a:bodyPr/>
          <a:lstStyle>
            <a:lvl1pPr>
              <a:defRPr sz="1999"/>
            </a:lvl1pPr>
            <a:lvl2pPr>
              <a:defRPr sz="1999"/>
            </a:lvl2pPr>
            <a:lvl3pPr>
              <a:defRPr sz="1999"/>
            </a:lvl3pPr>
            <a:lvl4pPr>
              <a:defRPr sz="1999"/>
            </a:lvl4pPr>
            <a:lvl5pPr>
              <a:defRPr sz="199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Date Placeholder 5">
            <a:extLst>
              <a:ext uri="{FF2B5EF4-FFF2-40B4-BE49-F238E27FC236}">
                <a16:creationId xmlns:a16="http://schemas.microsoft.com/office/drawing/2014/main" id="{A8F2C4DE-6A1C-4BAF-CEDB-0741A198E0C1}"/>
              </a:ext>
            </a:extLst>
          </p:cNvPr>
          <p:cNvSpPr>
            <a:spLocks noGrp="1"/>
          </p:cNvSpPr>
          <p:nvPr>
            <p:ph type="dt" sz="half" idx="18"/>
          </p:nvPr>
        </p:nvSpPr>
        <p:spPr/>
        <p:txBody>
          <a:bodyPr/>
          <a:lstStyle/>
          <a:p>
            <a:pPr>
              <a:spcBef>
                <a:spcPts val="1000"/>
              </a:spcBef>
            </a:pPr>
            <a:r>
              <a:rPr lang="en-IN"/>
              <a:t>Company Confidential © Capgemini 2026. All rights reserved.</a:t>
            </a:r>
            <a:endParaRPr lang="en-US"/>
          </a:p>
        </p:txBody>
      </p:sp>
      <p:sp>
        <p:nvSpPr>
          <p:cNvPr id="7" name="Footer Placeholder 6">
            <a:extLst>
              <a:ext uri="{FF2B5EF4-FFF2-40B4-BE49-F238E27FC236}">
                <a16:creationId xmlns:a16="http://schemas.microsoft.com/office/drawing/2014/main" id="{B5A666D7-760F-C3E7-2C45-537A38AB18BC}"/>
              </a:ext>
            </a:extLst>
          </p:cNvPr>
          <p:cNvSpPr>
            <a:spLocks noGrp="1"/>
          </p:cNvSpPr>
          <p:nvPr>
            <p:ph type="ftr" sz="quarter" idx="19"/>
          </p:nvPr>
        </p:nvSpPr>
        <p:spPr/>
        <p:txBody>
          <a:bodyPr/>
          <a:lstStyle/>
          <a:p>
            <a:pPr>
              <a:spcBef>
                <a:spcPts val="1000"/>
              </a:spcBef>
            </a:pPr>
            <a:r>
              <a:rPr lang="en-US"/>
              <a:t>AI Data Copilot - AskData</a:t>
            </a:r>
          </a:p>
        </p:txBody>
      </p:sp>
      <p:sp>
        <p:nvSpPr>
          <p:cNvPr id="8" name="Slide Number Placeholder 7">
            <a:extLst>
              <a:ext uri="{FF2B5EF4-FFF2-40B4-BE49-F238E27FC236}">
                <a16:creationId xmlns:a16="http://schemas.microsoft.com/office/drawing/2014/main" id="{94953DC7-FBD0-D234-515C-B70C65FA03DD}"/>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
        <p:nvSpPr>
          <p:cNvPr id="2" name="Logo Placeholder 7">
            <a:extLst>
              <a:ext uri="{FF2B5EF4-FFF2-40B4-BE49-F238E27FC236}">
                <a16:creationId xmlns:a16="http://schemas.microsoft.com/office/drawing/2014/main" id="{5459D9FD-10B1-F1DE-30EA-A0D3AFDA68E8}"/>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Tree>
    <p:extLst>
      <p:ext uri="{BB962C8B-B14F-4D97-AF65-F5344CB8AC3E}">
        <p14:creationId xmlns:p14="http://schemas.microsoft.com/office/powerpoint/2010/main" val="18486602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480942" y="1517905"/>
            <a:ext cx="3684072" cy="3185499"/>
          </a:xfrm>
        </p:spPr>
        <p:txBody>
          <a:bodyPr anchor="t">
            <a:noAutofit/>
          </a:bodyPr>
          <a:lstStyle>
            <a:lvl1pPr>
              <a:defRPr sz="2399"/>
            </a:lvl1pPr>
          </a:lstStyle>
          <a:p>
            <a:r>
              <a:rPr lang="en-US"/>
              <a:t>Click to edit Master title style</a:t>
            </a:r>
          </a:p>
        </p:txBody>
      </p:sp>
      <p:sp>
        <p:nvSpPr>
          <p:cNvPr id="4" name="Content Placeholder 3">
            <a:extLst>
              <a:ext uri="{FF2B5EF4-FFF2-40B4-BE49-F238E27FC236}">
                <a16:creationId xmlns:a16="http://schemas.microsoft.com/office/drawing/2014/main" id="{64F9B09F-7191-4FCF-3B0D-173D1B5BE8AA}"/>
              </a:ext>
            </a:extLst>
          </p:cNvPr>
          <p:cNvSpPr>
            <a:spLocks noGrp="1"/>
          </p:cNvSpPr>
          <p:nvPr>
            <p:ph sz="quarter" idx="17"/>
          </p:nvPr>
        </p:nvSpPr>
        <p:spPr>
          <a:xfrm>
            <a:off x="7947026" y="4882896"/>
            <a:ext cx="3670448" cy="1425829"/>
          </a:xfrm>
          <a:prstGeom prst="rect">
            <a:avLst/>
          </a:prstGeom>
        </p:spPr>
        <p:txBody>
          <a:bodyPr/>
          <a:lstStyle>
            <a:lvl1pPr>
              <a:defRPr sz="3199"/>
            </a:lvl1pPr>
            <a:lvl2pPr>
              <a:defRPr sz="3199"/>
            </a:lvl2pPr>
            <a:lvl3pPr>
              <a:defRPr sz="3199"/>
            </a:lvl3pPr>
            <a:lvl4pPr>
              <a:defRPr sz="3199"/>
            </a:lvl4pPr>
            <a:lvl5pPr>
              <a:defRPr sz="3199"/>
            </a:lvl5pPr>
          </a:lstStyle>
          <a:p>
            <a:pPr lvl="0"/>
            <a:r>
              <a:rPr lang="en-US"/>
              <a:t>Click to edit Master text styles</a:t>
            </a:r>
          </a:p>
        </p:txBody>
      </p:sp>
      <p:sp>
        <p:nvSpPr>
          <p:cNvPr id="5" name="Date Placeholder 4">
            <a:extLst>
              <a:ext uri="{FF2B5EF4-FFF2-40B4-BE49-F238E27FC236}">
                <a16:creationId xmlns:a16="http://schemas.microsoft.com/office/drawing/2014/main" id="{958CA01C-7827-82F6-2479-87C946BAD318}"/>
              </a:ext>
            </a:extLst>
          </p:cNvPr>
          <p:cNvSpPr>
            <a:spLocks noGrp="1"/>
          </p:cNvSpPr>
          <p:nvPr>
            <p:ph type="dt" sz="half" idx="18"/>
          </p:nvPr>
        </p:nvSpPr>
        <p:spPr/>
        <p:txBody>
          <a:bodyPr/>
          <a:lstStyle/>
          <a:p>
            <a:pPr>
              <a:spcBef>
                <a:spcPts val="1000"/>
              </a:spcBef>
            </a:pPr>
            <a:r>
              <a:rPr lang="en-IN"/>
              <a:t>Company Confidential © Capgemini 2026. All rights reserved.</a:t>
            </a:r>
            <a:endParaRPr lang="en-US"/>
          </a:p>
        </p:txBody>
      </p:sp>
      <p:sp>
        <p:nvSpPr>
          <p:cNvPr id="6" name="Footer Placeholder 5">
            <a:extLst>
              <a:ext uri="{FF2B5EF4-FFF2-40B4-BE49-F238E27FC236}">
                <a16:creationId xmlns:a16="http://schemas.microsoft.com/office/drawing/2014/main" id="{F5A9AE5F-A9DC-699F-D478-39BC3367EDFE}"/>
              </a:ext>
            </a:extLst>
          </p:cNvPr>
          <p:cNvSpPr>
            <a:spLocks noGrp="1"/>
          </p:cNvSpPr>
          <p:nvPr>
            <p:ph type="ftr" sz="quarter" idx="19"/>
          </p:nvPr>
        </p:nvSpPr>
        <p:spPr/>
        <p:txBody>
          <a:bodyPr/>
          <a:lstStyle/>
          <a:p>
            <a:pPr>
              <a:spcBef>
                <a:spcPts val="1000"/>
              </a:spcBef>
            </a:pPr>
            <a:r>
              <a:rPr lang="en-US"/>
              <a:t>AI Data Copilot - AskData</a:t>
            </a:r>
          </a:p>
        </p:txBody>
      </p:sp>
      <p:sp>
        <p:nvSpPr>
          <p:cNvPr id="7" name="Slide Number Placeholder 6">
            <a:extLst>
              <a:ext uri="{FF2B5EF4-FFF2-40B4-BE49-F238E27FC236}">
                <a16:creationId xmlns:a16="http://schemas.microsoft.com/office/drawing/2014/main" id="{23C200B6-39EA-19E8-344A-F12A2E6EBA26}"/>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274879236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clusion 2 Photo">
    <p:spTree>
      <p:nvGrpSpPr>
        <p:cNvPr id="1" name=""/>
        <p:cNvGrpSpPr/>
        <p:nvPr/>
      </p:nvGrpSpPr>
      <p:grpSpPr>
        <a:xfrm>
          <a:off x="0" y="0"/>
          <a:ext cx="0" cy="0"/>
          <a:chOff x="0" y="0"/>
          <a:chExt cx="0" cy="0"/>
        </a:xfrm>
      </p:grpSpPr>
      <p:sp>
        <p:nvSpPr>
          <p:cNvPr id="3" name="Picture Placeholder 10">
            <a:extLst>
              <a:ext uri="{FF2B5EF4-FFF2-40B4-BE49-F238E27FC236}">
                <a16:creationId xmlns:a16="http://schemas.microsoft.com/office/drawing/2014/main" id="{B4DEBDB5-5781-B892-9D45-BC7289836339}"/>
              </a:ext>
            </a:extLst>
          </p:cNvPr>
          <p:cNvSpPr>
            <a:spLocks noGrp="1"/>
          </p:cNvSpPr>
          <p:nvPr>
            <p:ph type="pic" sz="quarter" idx="13" hasCustomPrompt="1"/>
          </p:nvPr>
        </p:nvSpPr>
        <p:spPr>
          <a:xfrm>
            <a:off x="-1" y="0"/>
            <a:ext cx="12188826"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480942" y="1517905"/>
            <a:ext cx="3684072" cy="3185499"/>
          </a:xfrm>
        </p:spPr>
        <p:txBody>
          <a:bodyPr anchor="t">
            <a:noAutofit/>
          </a:bodyPr>
          <a:lstStyle>
            <a:lvl1pPr>
              <a:defRPr sz="2399">
                <a:solidFill>
                  <a:schemeClr val="bg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64F9B09F-7191-4FCF-3B0D-173D1B5BE8AA}"/>
              </a:ext>
            </a:extLst>
          </p:cNvPr>
          <p:cNvSpPr>
            <a:spLocks noGrp="1"/>
          </p:cNvSpPr>
          <p:nvPr>
            <p:ph sz="quarter" idx="17"/>
          </p:nvPr>
        </p:nvSpPr>
        <p:spPr>
          <a:xfrm>
            <a:off x="7947026" y="4882896"/>
            <a:ext cx="3670448" cy="1425829"/>
          </a:xfrm>
          <a:prstGeom prst="rect">
            <a:avLst/>
          </a:prstGeom>
        </p:spPr>
        <p:txBody>
          <a:bodyPr/>
          <a:lstStyle>
            <a:lvl1pPr>
              <a:defRPr sz="3199">
                <a:solidFill>
                  <a:schemeClr val="bg1"/>
                </a:solidFill>
              </a:defRPr>
            </a:lvl1pPr>
            <a:lvl2pPr>
              <a:defRPr sz="3199"/>
            </a:lvl2pPr>
            <a:lvl3pPr>
              <a:defRPr sz="3199"/>
            </a:lvl3pPr>
            <a:lvl4pPr>
              <a:defRPr sz="3199"/>
            </a:lvl4pPr>
            <a:lvl5pPr>
              <a:defRPr sz="3199"/>
            </a:lvl5pPr>
          </a:lstStyle>
          <a:p>
            <a:pPr lvl="0"/>
            <a:r>
              <a:rPr lang="en-US"/>
              <a:t>Click to edit Master text styles</a:t>
            </a:r>
          </a:p>
        </p:txBody>
      </p:sp>
      <p:sp>
        <p:nvSpPr>
          <p:cNvPr id="6" name="Date Placeholder 5">
            <a:extLst>
              <a:ext uri="{FF2B5EF4-FFF2-40B4-BE49-F238E27FC236}">
                <a16:creationId xmlns:a16="http://schemas.microsoft.com/office/drawing/2014/main" id="{EAED4CBA-FED0-60CF-6658-5821F1968589}"/>
              </a:ext>
            </a:extLst>
          </p:cNvPr>
          <p:cNvSpPr>
            <a:spLocks noGrp="1"/>
          </p:cNvSpPr>
          <p:nvPr>
            <p:ph type="dt" sz="half" idx="18"/>
          </p:nvPr>
        </p:nvSpPr>
        <p:spPr/>
        <p:txBody>
          <a:bodyPr/>
          <a:lstStyle/>
          <a:p>
            <a:pPr>
              <a:spcBef>
                <a:spcPts val="1000"/>
              </a:spcBef>
            </a:pPr>
            <a:r>
              <a:rPr lang="en-IN"/>
              <a:t>Company Confidential © Capgemini 2026. All rights reserved.</a:t>
            </a:r>
            <a:endParaRPr lang="en-US"/>
          </a:p>
        </p:txBody>
      </p:sp>
      <p:sp>
        <p:nvSpPr>
          <p:cNvPr id="7" name="Footer Placeholder 6">
            <a:extLst>
              <a:ext uri="{FF2B5EF4-FFF2-40B4-BE49-F238E27FC236}">
                <a16:creationId xmlns:a16="http://schemas.microsoft.com/office/drawing/2014/main" id="{973E460F-1F60-3564-8377-BF259B8D5F20}"/>
              </a:ext>
            </a:extLst>
          </p:cNvPr>
          <p:cNvSpPr>
            <a:spLocks noGrp="1"/>
          </p:cNvSpPr>
          <p:nvPr>
            <p:ph type="ftr" sz="quarter" idx="19"/>
          </p:nvPr>
        </p:nvSpPr>
        <p:spPr/>
        <p:txBody>
          <a:bodyPr/>
          <a:lstStyle/>
          <a:p>
            <a:pPr>
              <a:spcBef>
                <a:spcPts val="1000"/>
              </a:spcBef>
            </a:pPr>
            <a:r>
              <a:rPr lang="en-US"/>
              <a:t>AI Data Copilot - AskData</a:t>
            </a:r>
          </a:p>
        </p:txBody>
      </p:sp>
      <p:sp>
        <p:nvSpPr>
          <p:cNvPr id="14" name="Slide Number Placeholder 13">
            <a:extLst>
              <a:ext uri="{FF2B5EF4-FFF2-40B4-BE49-F238E27FC236}">
                <a16:creationId xmlns:a16="http://schemas.microsoft.com/office/drawing/2014/main" id="{0D493F99-C63F-0DED-2802-307160340314}"/>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
        <p:nvSpPr>
          <p:cNvPr id="8" name="Logo Placeholder 7">
            <a:extLst>
              <a:ext uri="{FF2B5EF4-FFF2-40B4-BE49-F238E27FC236}">
                <a16:creationId xmlns:a16="http://schemas.microsoft.com/office/drawing/2014/main" id="{6ED7570D-FB24-0E99-F979-503094A97154}"/>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Tree>
    <p:extLst>
      <p:ext uri="{BB962C8B-B14F-4D97-AF65-F5344CB8AC3E}">
        <p14:creationId xmlns:p14="http://schemas.microsoft.com/office/powerpoint/2010/main" val="24531366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0EB54-2DDF-50B7-9D98-A038DEF17892}"/>
              </a:ext>
            </a:extLst>
          </p:cNvPr>
          <p:cNvSpPr>
            <a:spLocks noGrp="1"/>
          </p:cNvSpPr>
          <p:nvPr>
            <p:ph type="title"/>
          </p:nvPr>
        </p:nvSpPr>
        <p:spPr>
          <a:xfrm>
            <a:off x="7448231" y="2154596"/>
            <a:ext cx="4169243" cy="2737444"/>
          </a:xfrm>
        </p:spPr>
        <p:txBody>
          <a:bodyPr anchor="b">
            <a:noAutofit/>
          </a:bodyPr>
          <a:lstStyle>
            <a:lvl1pPr algn="r">
              <a:defRPr sz="4799"/>
            </a:lvl1pPr>
          </a:lstStyle>
          <a:p>
            <a:r>
              <a:rPr lang="en-US"/>
              <a:t>Click to edit Master title style</a:t>
            </a:r>
          </a:p>
        </p:txBody>
      </p:sp>
      <p:sp>
        <p:nvSpPr>
          <p:cNvPr id="3" name="Date Placeholder 2">
            <a:extLst>
              <a:ext uri="{FF2B5EF4-FFF2-40B4-BE49-F238E27FC236}">
                <a16:creationId xmlns:a16="http://schemas.microsoft.com/office/drawing/2014/main" id="{AE44684F-D794-29DA-96BD-7FDCFE9BBC83}"/>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810692F0-1502-0611-DB5D-DCB4C1B2D896}"/>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D9D88EBB-9A16-B41B-C8AC-2FB3BD40ECDE}"/>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247307427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lusion 3 Photo">
    <p:spTree>
      <p:nvGrpSpPr>
        <p:cNvPr id="1" name=""/>
        <p:cNvGrpSpPr/>
        <p:nvPr/>
      </p:nvGrpSpPr>
      <p:grpSpPr>
        <a:xfrm>
          <a:off x="0" y="0"/>
          <a:ext cx="0" cy="0"/>
          <a:chOff x="0" y="0"/>
          <a:chExt cx="0" cy="0"/>
        </a:xfrm>
      </p:grpSpPr>
      <p:sp>
        <p:nvSpPr>
          <p:cNvPr id="12" name="Picture Placeholder 10">
            <a:extLst>
              <a:ext uri="{FF2B5EF4-FFF2-40B4-BE49-F238E27FC236}">
                <a16:creationId xmlns:a16="http://schemas.microsoft.com/office/drawing/2014/main" id="{1C08FB90-AF58-85B5-3914-77B3471EE049}"/>
              </a:ext>
            </a:extLst>
          </p:cNvPr>
          <p:cNvSpPr>
            <a:spLocks noGrp="1"/>
          </p:cNvSpPr>
          <p:nvPr>
            <p:ph type="pic" sz="quarter" idx="13" hasCustomPrompt="1"/>
          </p:nvPr>
        </p:nvSpPr>
        <p:spPr>
          <a:xfrm>
            <a:off x="-1" y="0"/>
            <a:ext cx="12188826"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a:t>Insert Picture and send </a:t>
            </a:r>
            <a:r>
              <a:rPr lang="de-DE" err="1"/>
              <a:t>to</a:t>
            </a:r>
            <a:r>
              <a:rPr lang="de-DE"/>
              <a:t> back</a:t>
            </a:r>
          </a:p>
        </p:txBody>
      </p:sp>
      <p:sp>
        <p:nvSpPr>
          <p:cNvPr id="21" name="Title 1">
            <a:extLst>
              <a:ext uri="{FF2B5EF4-FFF2-40B4-BE49-F238E27FC236}">
                <a16:creationId xmlns:a16="http://schemas.microsoft.com/office/drawing/2014/main" id="{28231349-D5BA-64A4-A1C7-EDC789C8DEEB}"/>
              </a:ext>
            </a:extLst>
          </p:cNvPr>
          <p:cNvSpPr>
            <a:spLocks noGrp="1"/>
          </p:cNvSpPr>
          <p:nvPr>
            <p:ph type="title"/>
          </p:nvPr>
        </p:nvSpPr>
        <p:spPr>
          <a:xfrm>
            <a:off x="7448231" y="2154596"/>
            <a:ext cx="4169243" cy="2737444"/>
          </a:xfrm>
        </p:spPr>
        <p:txBody>
          <a:bodyPr anchor="b">
            <a:noAutofit/>
          </a:bodyPr>
          <a:lstStyle>
            <a:lvl1pPr algn="r">
              <a:defRPr sz="4799">
                <a:solidFill>
                  <a:schemeClr val="bg1"/>
                </a:solidFill>
              </a:defRPr>
            </a:lvl1pPr>
          </a:lstStyle>
          <a:p>
            <a:r>
              <a:rPr lang="en-US"/>
              <a:t>Click to edit Master title style</a:t>
            </a:r>
          </a:p>
        </p:txBody>
      </p:sp>
      <p:sp>
        <p:nvSpPr>
          <p:cNvPr id="6" name="Date Placeholder 5">
            <a:extLst>
              <a:ext uri="{FF2B5EF4-FFF2-40B4-BE49-F238E27FC236}">
                <a16:creationId xmlns:a16="http://schemas.microsoft.com/office/drawing/2014/main" id="{A4A388B3-FA4E-30F1-CC6B-BEF5D50CA00B}"/>
              </a:ext>
            </a:extLst>
          </p:cNvPr>
          <p:cNvSpPr>
            <a:spLocks noGrp="1"/>
          </p:cNvSpPr>
          <p:nvPr>
            <p:ph type="dt" sz="half" idx="14"/>
          </p:nvPr>
        </p:nvSpPr>
        <p:spPr/>
        <p:txBody>
          <a:bodyPr/>
          <a:lstStyle/>
          <a:p>
            <a:pPr>
              <a:spcBef>
                <a:spcPts val="1000"/>
              </a:spcBef>
            </a:pPr>
            <a:r>
              <a:rPr lang="en-IN"/>
              <a:t>Company Confidential © Capgemini 2026. All rights reserved.</a:t>
            </a:r>
            <a:endParaRPr lang="en-US"/>
          </a:p>
        </p:txBody>
      </p:sp>
      <p:sp>
        <p:nvSpPr>
          <p:cNvPr id="7" name="Footer Placeholder 6">
            <a:extLst>
              <a:ext uri="{FF2B5EF4-FFF2-40B4-BE49-F238E27FC236}">
                <a16:creationId xmlns:a16="http://schemas.microsoft.com/office/drawing/2014/main" id="{8AC7AD12-0DD4-D7FD-F186-59426836A189}"/>
              </a:ext>
            </a:extLst>
          </p:cNvPr>
          <p:cNvSpPr>
            <a:spLocks noGrp="1"/>
          </p:cNvSpPr>
          <p:nvPr>
            <p:ph type="ftr" sz="quarter" idx="15"/>
          </p:nvPr>
        </p:nvSpPr>
        <p:spPr/>
        <p:txBody>
          <a:bodyPr/>
          <a:lstStyle/>
          <a:p>
            <a:pPr>
              <a:spcBef>
                <a:spcPts val="1000"/>
              </a:spcBef>
            </a:pPr>
            <a:r>
              <a:rPr lang="en-US"/>
              <a:t>AI Data Copilot - AskData</a:t>
            </a:r>
          </a:p>
        </p:txBody>
      </p:sp>
      <p:sp>
        <p:nvSpPr>
          <p:cNvPr id="8" name="Slide Number Placeholder 7">
            <a:extLst>
              <a:ext uri="{FF2B5EF4-FFF2-40B4-BE49-F238E27FC236}">
                <a16:creationId xmlns:a16="http://schemas.microsoft.com/office/drawing/2014/main" id="{18457B4D-EEFD-198C-15F3-0A77696494B6}"/>
              </a:ext>
            </a:extLst>
          </p:cNvPr>
          <p:cNvSpPr>
            <a:spLocks noGrp="1"/>
          </p:cNvSpPr>
          <p:nvPr>
            <p:ph type="sldNum" sz="quarter" idx="16"/>
          </p:nvPr>
        </p:nvSpPr>
        <p:spPr/>
        <p:txBody>
          <a:bodyPr/>
          <a:lstStyle/>
          <a:p>
            <a:pPr algn="r"/>
            <a:fld id="{5D9A5160-6218-4E5A-B9E6-B93E3DAE377C}" type="slidenum">
              <a:rPr lang="en-US" smtClean="0"/>
              <a:pPr algn="r"/>
              <a:t>‹#›</a:t>
            </a:fld>
            <a:endParaRPr lang="en-US"/>
          </a:p>
        </p:txBody>
      </p:sp>
      <p:sp>
        <p:nvSpPr>
          <p:cNvPr id="2" name="Logo Placeholder 7">
            <a:extLst>
              <a:ext uri="{FF2B5EF4-FFF2-40B4-BE49-F238E27FC236}">
                <a16:creationId xmlns:a16="http://schemas.microsoft.com/office/drawing/2014/main" id="{84DB15FA-DBE5-94F0-C763-DAB527467EF9}"/>
              </a:ext>
            </a:extLst>
          </p:cNvPr>
          <p:cNvSpPr>
            <a:spLocks noGrp="1"/>
          </p:cNvSpPr>
          <p:nvPr>
            <p:ph type="body" sz="quarter" idx="40" hasCustomPrompt="1"/>
          </p:nvPr>
        </p:nvSpPr>
        <p:spPr>
          <a:xfrm>
            <a:off x="11762562" y="128961"/>
            <a:ext cx="26897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a:t>Spade</a:t>
            </a:r>
          </a:p>
        </p:txBody>
      </p:sp>
    </p:spTree>
    <p:extLst>
      <p:ext uri="{BB962C8B-B14F-4D97-AF65-F5344CB8AC3E}">
        <p14:creationId xmlns:p14="http://schemas.microsoft.com/office/powerpoint/2010/main" val="309326580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E9A7C0-1B19-CA66-4300-296F0EE9926E}"/>
              </a:ext>
            </a:extLst>
          </p:cNvPr>
          <p:cNvSpPr/>
          <p:nvPr userDrawn="1">
            <p:custDataLst>
              <p:tags r:id="rId1"/>
            </p:custDataLst>
          </p:nvPr>
        </p:nvSpPr>
        <p:spPr>
          <a:xfrm>
            <a:off x="6094412" y="854465"/>
            <a:ext cx="2239697" cy="1031051"/>
          </a:xfrm>
          <a:prstGeom prst="rect">
            <a:avLst/>
          </a:prstGeom>
        </p:spPr>
        <p:txBody>
          <a:bodyPr wrap="square" lIns="0" tIns="0" rIns="0" bIns="0">
            <a:spAutoFit/>
          </a:bodyPr>
          <a:lstStyle/>
          <a:p>
            <a:pPr>
              <a:spcAft>
                <a:spcPts val="600"/>
              </a:spcAft>
            </a:pPr>
            <a:r>
              <a:rPr lang="en-US" sz="1200" b="0" i="0">
                <a:solidFill>
                  <a:schemeClr val="tx1"/>
                </a:solidFill>
                <a:cs typeface="Arial"/>
              </a:rPr>
              <a:t>Name, Last Name</a:t>
            </a:r>
          </a:p>
          <a:p>
            <a:pPr>
              <a:lnSpc>
                <a:spcPts val="1200"/>
              </a:lnSpc>
            </a:pPr>
            <a:r>
              <a:rPr lang="en-US" sz="1000" b="0" i="0">
                <a:solidFill>
                  <a:schemeClr val="tx1"/>
                </a:solidFill>
                <a:cs typeface="Arial"/>
              </a:rPr>
              <a:t>Title/Role</a:t>
            </a:r>
          </a:p>
          <a:p>
            <a:pPr>
              <a:lnSpc>
                <a:spcPts val="1200"/>
              </a:lnSpc>
            </a:pPr>
            <a:r>
              <a:rPr lang="en-US" sz="1000" b="0" i="0">
                <a:solidFill>
                  <a:schemeClr val="tx1"/>
                </a:solidFill>
                <a:cs typeface="Arial"/>
              </a:rPr>
              <a:t>Capgemini Office (Optional)</a:t>
            </a:r>
          </a:p>
          <a:p>
            <a:pPr>
              <a:lnSpc>
                <a:spcPts val="1200"/>
              </a:lnSpc>
            </a:pPr>
            <a:r>
              <a:rPr lang="en-US" sz="1000" b="0" i="0">
                <a:solidFill>
                  <a:schemeClr val="tx1"/>
                </a:solidFill>
                <a:cs typeface="Arial"/>
              </a:rPr>
              <a:t>Address Line 1</a:t>
            </a:r>
          </a:p>
          <a:p>
            <a:pPr>
              <a:lnSpc>
                <a:spcPts val="1200"/>
              </a:lnSpc>
            </a:pPr>
            <a:r>
              <a:rPr lang="en-US" sz="1000" b="0" i="0">
                <a:solidFill>
                  <a:schemeClr val="tx1"/>
                </a:solidFill>
                <a:cs typeface="Arial"/>
              </a:rPr>
              <a:t>Address Line 2 </a:t>
            </a:r>
          </a:p>
          <a:p>
            <a:pPr>
              <a:lnSpc>
                <a:spcPts val="1200"/>
              </a:lnSpc>
            </a:pPr>
            <a:r>
              <a:rPr lang="en-US" sz="1000" b="0" i="0">
                <a:solidFill>
                  <a:schemeClr val="tx1"/>
                </a:solidFill>
                <a:cs typeface="Arial"/>
              </a:rPr>
              <a:t>Address Line 3</a:t>
            </a:r>
          </a:p>
        </p:txBody>
      </p:sp>
      <p:sp>
        <p:nvSpPr>
          <p:cNvPr id="8" name="Rectangle 7">
            <a:extLst>
              <a:ext uri="{FF2B5EF4-FFF2-40B4-BE49-F238E27FC236}">
                <a16:creationId xmlns:a16="http://schemas.microsoft.com/office/drawing/2014/main" id="{BC47918D-2D25-E44E-317A-2C575CFA6201}"/>
              </a:ext>
            </a:extLst>
          </p:cNvPr>
          <p:cNvSpPr/>
          <p:nvPr userDrawn="1">
            <p:custDataLst>
              <p:tags r:id="rId2"/>
            </p:custDataLst>
          </p:nvPr>
        </p:nvSpPr>
        <p:spPr>
          <a:xfrm>
            <a:off x="9497522" y="854465"/>
            <a:ext cx="2239697" cy="1031051"/>
          </a:xfrm>
          <a:prstGeom prst="rect">
            <a:avLst/>
          </a:prstGeom>
        </p:spPr>
        <p:txBody>
          <a:bodyPr wrap="square" lIns="0" tIns="0" rIns="0" bIns="0">
            <a:spAutoFit/>
          </a:bodyPr>
          <a:lstStyle/>
          <a:p>
            <a:pPr>
              <a:spcAft>
                <a:spcPts val="600"/>
              </a:spcAft>
            </a:pPr>
            <a:r>
              <a:rPr lang="en-US" sz="1200" b="0" i="0">
                <a:solidFill>
                  <a:schemeClr val="tx1"/>
                </a:solidFill>
                <a:cs typeface="Arial"/>
              </a:rPr>
              <a:t>Name, Last Name</a:t>
            </a:r>
          </a:p>
          <a:p>
            <a:pPr>
              <a:lnSpc>
                <a:spcPts val="1200"/>
              </a:lnSpc>
            </a:pPr>
            <a:r>
              <a:rPr lang="en-US" sz="1000" b="0" i="0">
                <a:solidFill>
                  <a:schemeClr val="tx1"/>
                </a:solidFill>
                <a:cs typeface="Arial"/>
              </a:rPr>
              <a:t>Title/Role</a:t>
            </a:r>
          </a:p>
          <a:p>
            <a:pPr>
              <a:lnSpc>
                <a:spcPts val="1200"/>
              </a:lnSpc>
            </a:pPr>
            <a:r>
              <a:rPr lang="en-US" sz="1000" b="0" i="0">
                <a:solidFill>
                  <a:schemeClr val="tx1"/>
                </a:solidFill>
                <a:cs typeface="Arial"/>
              </a:rPr>
              <a:t>Capgemini Office (Optional)</a:t>
            </a:r>
          </a:p>
          <a:p>
            <a:pPr>
              <a:lnSpc>
                <a:spcPts val="1200"/>
              </a:lnSpc>
            </a:pPr>
            <a:r>
              <a:rPr lang="en-US" sz="1000" b="0" i="0">
                <a:solidFill>
                  <a:schemeClr val="tx1"/>
                </a:solidFill>
                <a:cs typeface="Arial"/>
              </a:rPr>
              <a:t>Address Line 1</a:t>
            </a:r>
          </a:p>
          <a:p>
            <a:pPr>
              <a:lnSpc>
                <a:spcPts val="1200"/>
              </a:lnSpc>
            </a:pPr>
            <a:r>
              <a:rPr lang="en-US" sz="1000" b="0" i="0">
                <a:solidFill>
                  <a:schemeClr val="tx1"/>
                </a:solidFill>
                <a:cs typeface="Arial"/>
              </a:rPr>
              <a:t>Address Line 2 </a:t>
            </a:r>
          </a:p>
          <a:p>
            <a:pPr>
              <a:lnSpc>
                <a:spcPts val="1200"/>
              </a:lnSpc>
            </a:pPr>
            <a:r>
              <a:rPr lang="en-US" sz="1000" b="0" i="0">
                <a:solidFill>
                  <a:schemeClr val="tx1"/>
                </a:solidFill>
                <a:cs typeface="Arial"/>
              </a:rPr>
              <a:t>Address Line 3</a:t>
            </a:r>
          </a:p>
        </p:txBody>
      </p:sp>
      <p:sp>
        <p:nvSpPr>
          <p:cNvPr id="9" name="Rectangle 8">
            <a:extLst>
              <a:ext uri="{FF2B5EF4-FFF2-40B4-BE49-F238E27FC236}">
                <a16:creationId xmlns:a16="http://schemas.microsoft.com/office/drawing/2014/main" id="{223DD2BC-6CFE-2C0D-CC83-30E20FA868FB}"/>
              </a:ext>
            </a:extLst>
          </p:cNvPr>
          <p:cNvSpPr/>
          <p:nvPr userDrawn="1">
            <p:custDataLst>
              <p:tags r:id="rId3"/>
            </p:custDataLst>
          </p:nvPr>
        </p:nvSpPr>
        <p:spPr>
          <a:xfrm>
            <a:off x="6094412" y="2118390"/>
            <a:ext cx="2239697" cy="1031051"/>
          </a:xfrm>
          <a:prstGeom prst="rect">
            <a:avLst/>
          </a:prstGeom>
        </p:spPr>
        <p:txBody>
          <a:bodyPr wrap="square" lIns="0" tIns="0" rIns="0" bIns="0">
            <a:spAutoFit/>
          </a:bodyPr>
          <a:lstStyle/>
          <a:p>
            <a:pPr>
              <a:spcAft>
                <a:spcPts val="600"/>
              </a:spcAft>
            </a:pPr>
            <a:r>
              <a:rPr lang="en-US" sz="1200" b="0" i="0">
                <a:solidFill>
                  <a:schemeClr val="tx1"/>
                </a:solidFill>
                <a:cs typeface="Arial"/>
              </a:rPr>
              <a:t>Name, Last Name</a:t>
            </a:r>
          </a:p>
          <a:p>
            <a:pPr>
              <a:lnSpc>
                <a:spcPts val="1200"/>
              </a:lnSpc>
            </a:pPr>
            <a:r>
              <a:rPr lang="en-US" sz="1000" b="0" i="0">
                <a:solidFill>
                  <a:schemeClr val="tx1"/>
                </a:solidFill>
                <a:cs typeface="Arial"/>
              </a:rPr>
              <a:t>Title/Role</a:t>
            </a:r>
          </a:p>
          <a:p>
            <a:pPr>
              <a:lnSpc>
                <a:spcPts val="1200"/>
              </a:lnSpc>
            </a:pPr>
            <a:r>
              <a:rPr lang="en-US" sz="1000" b="0" i="0">
                <a:solidFill>
                  <a:schemeClr val="tx1"/>
                </a:solidFill>
                <a:cs typeface="Arial"/>
              </a:rPr>
              <a:t>Capgemini Office (Optional)</a:t>
            </a:r>
          </a:p>
          <a:p>
            <a:pPr>
              <a:lnSpc>
                <a:spcPts val="1200"/>
              </a:lnSpc>
            </a:pPr>
            <a:r>
              <a:rPr lang="en-US" sz="1000" b="0" i="0">
                <a:solidFill>
                  <a:schemeClr val="tx1"/>
                </a:solidFill>
                <a:cs typeface="Arial"/>
              </a:rPr>
              <a:t>Address Line 1</a:t>
            </a:r>
          </a:p>
          <a:p>
            <a:pPr>
              <a:lnSpc>
                <a:spcPts val="1200"/>
              </a:lnSpc>
            </a:pPr>
            <a:r>
              <a:rPr lang="en-US" sz="1000" b="0" i="0">
                <a:solidFill>
                  <a:schemeClr val="tx1"/>
                </a:solidFill>
                <a:cs typeface="Arial"/>
              </a:rPr>
              <a:t>Address Line 2 </a:t>
            </a:r>
          </a:p>
          <a:p>
            <a:pPr>
              <a:lnSpc>
                <a:spcPts val="1200"/>
              </a:lnSpc>
            </a:pPr>
            <a:r>
              <a:rPr lang="en-US" sz="1000" b="0" i="0">
                <a:solidFill>
                  <a:schemeClr val="tx1"/>
                </a:solidFill>
                <a:cs typeface="Arial"/>
              </a:rPr>
              <a:t>Address Line 3</a:t>
            </a:r>
          </a:p>
        </p:txBody>
      </p:sp>
      <p:sp>
        <p:nvSpPr>
          <p:cNvPr id="10" name="Rectangle 9">
            <a:extLst>
              <a:ext uri="{FF2B5EF4-FFF2-40B4-BE49-F238E27FC236}">
                <a16:creationId xmlns:a16="http://schemas.microsoft.com/office/drawing/2014/main" id="{4CD48234-BC4B-8C1A-A80D-4730B8F6FA54}"/>
              </a:ext>
            </a:extLst>
          </p:cNvPr>
          <p:cNvSpPr/>
          <p:nvPr userDrawn="1">
            <p:custDataLst>
              <p:tags r:id="rId4"/>
            </p:custDataLst>
          </p:nvPr>
        </p:nvSpPr>
        <p:spPr>
          <a:xfrm>
            <a:off x="9497522" y="2118390"/>
            <a:ext cx="2239697" cy="1031051"/>
          </a:xfrm>
          <a:prstGeom prst="rect">
            <a:avLst/>
          </a:prstGeom>
        </p:spPr>
        <p:txBody>
          <a:bodyPr wrap="square" lIns="0" tIns="0" rIns="0" bIns="0">
            <a:spAutoFit/>
          </a:bodyPr>
          <a:lstStyle/>
          <a:p>
            <a:pPr>
              <a:spcAft>
                <a:spcPts val="600"/>
              </a:spcAft>
            </a:pPr>
            <a:r>
              <a:rPr lang="en-US" sz="1200" b="0" i="0">
                <a:solidFill>
                  <a:schemeClr val="tx1"/>
                </a:solidFill>
                <a:cs typeface="Arial"/>
              </a:rPr>
              <a:t>Name, Last Name</a:t>
            </a:r>
          </a:p>
          <a:p>
            <a:pPr>
              <a:lnSpc>
                <a:spcPts val="1200"/>
              </a:lnSpc>
            </a:pPr>
            <a:r>
              <a:rPr lang="en-US" sz="1000" b="0" i="0">
                <a:solidFill>
                  <a:schemeClr val="tx1"/>
                </a:solidFill>
                <a:cs typeface="Arial"/>
              </a:rPr>
              <a:t>Title/Role</a:t>
            </a:r>
          </a:p>
          <a:p>
            <a:pPr>
              <a:lnSpc>
                <a:spcPts val="1200"/>
              </a:lnSpc>
            </a:pPr>
            <a:r>
              <a:rPr lang="en-US" sz="1000" b="0" i="0">
                <a:solidFill>
                  <a:schemeClr val="tx1"/>
                </a:solidFill>
                <a:cs typeface="Arial"/>
              </a:rPr>
              <a:t>Capgemini Office (Optional)</a:t>
            </a:r>
          </a:p>
          <a:p>
            <a:pPr>
              <a:lnSpc>
                <a:spcPts val="1200"/>
              </a:lnSpc>
            </a:pPr>
            <a:r>
              <a:rPr lang="en-US" sz="1000" b="0" i="0">
                <a:solidFill>
                  <a:schemeClr val="tx1"/>
                </a:solidFill>
                <a:cs typeface="Arial"/>
              </a:rPr>
              <a:t>Address Line 1</a:t>
            </a:r>
          </a:p>
          <a:p>
            <a:pPr>
              <a:lnSpc>
                <a:spcPts val="1200"/>
              </a:lnSpc>
            </a:pPr>
            <a:r>
              <a:rPr lang="en-US" sz="1000" b="0" i="0">
                <a:solidFill>
                  <a:schemeClr val="tx1"/>
                </a:solidFill>
                <a:cs typeface="Arial"/>
              </a:rPr>
              <a:t>Address Line 2 </a:t>
            </a:r>
          </a:p>
          <a:p>
            <a:pPr>
              <a:lnSpc>
                <a:spcPts val="1200"/>
              </a:lnSpc>
            </a:pPr>
            <a:r>
              <a:rPr lang="en-US" sz="1000" b="0" i="0">
                <a:solidFill>
                  <a:schemeClr val="tx1"/>
                </a:solidFill>
                <a:cs typeface="Arial"/>
              </a:rPr>
              <a:t>Address Line 3</a:t>
            </a:r>
          </a:p>
        </p:txBody>
      </p:sp>
      <p:sp>
        <p:nvSpPr>
          <p:cNvPr id="12" name="Rectangle 11">
            <a:extLst>
              <a:ext uri="{FF2B5EF4-FFF2-40B4-BE49-F238E27FC236}">
                <a16:creationId xmlns:a16="http://schemas.microsoft.com/office/drawing/2014/main" id="{F2AB464E-5373-7E4D-F692-A0E675F2B196}"/>
              </a:ext>
            </a:extLst>
          </p:cNvPr>
          <p:cNvSpPr/>
          <p:nvPr userDrawn="1"/>
        </p:nvSpPr>
        <p:spPr>
          <a:xfrm>
            <a:off x="8901970" y="6053226"/>
            <a:ext cx="2878975" cy="400110"/>
          </a:xfrm>
          <a:prstGeom prst="rect">
            <a:avLst/>
          </a:prstGeom>
        </p:spPr>
        <p:txBody>
          <a:bodyPr wrap="square" lIns="0" tIns="0" rIns="0" bIns="0" anchor="b" anchorCtr="0">
            <a:spAutoFit/>
          </a:bodyPr>
          <a:lstStyle/>
          <a:p>
            <a:pPr>
              <a:spcAft>
                <a:spcPts val="600"/>
              </a:spcAft>
            </a:pPr>
            <a:r>
              <a:rPr lang="en-US" sz="700" b="0" i="0" noProof="0">
                <a:solidFill>
                  <a:schemeClr val="tx1"/>
                </a:solidFill>
                <a:latin typeface="+mn-lt"/>
                <a:cs typeface="Arial"/>
              </a:rPr>
              <a:t>This presentation contains information that may be privileged or confidential and is the property of the Capgemini Group.</a:t>
            </a:r>
          </a:p>
          <a:p>
            <a:pPr>
              <a:spcAft>
                <a:spcPts val="600"/>
              </a:spcAft>
            </a:pPr>
            <a:r>
              <a:rPr lang="en-US" sz="700" b="0" i="0" noProof="0">
                <a:solidFill>
                  <a:schemeClr val="tx1"/>
                </a:solidFill>
                <a:latin typeface="+mn-lt"/>
                <a:cs typeface="Arial"/>
              </a:rPr>
              <a:t>Copyright © 2025 Capgemini. All rights reserved.</a:t>
            </a:r>
          </a:p>
        </p:txBody>
      </p:sp>
      <p:grpSp>
        <p:nvGrpSpPr>
          <p:cNvPr id="13" name="Group 2">
            <a:extLst>
              <a:ext uri="{FF2B5EF4-FFF2-40B4-BE49-F238E27FC236}">
                <a16:creationId xmlns:a16="http://schemas.microsoft.com/office/drawing/2014/main" id="{05772BD3-A81C-1CF6-82C7-FB11ED473A69}"/>
              </a:ext>
            </a:extLst>
          </p:cNvPr>
          <p:cNvGrpSpPr>
            <a:grpSpLocks noChangeAspect="1"/>
          </p:cNvGrpSpPr>
          <p:nvPr userDrawn="1"/>
        </p:nvGrpSpPr>
        <p:grpSpPr>
          <a:xfrm>
            <a:off x="550719" y="6021288"/>
            <a:ext cx="1871513" cy="420870"/>
            <a:chOff x="5094083" y="5360390"/>
            <a:chExt cx="3039349" cy="683316"/>
          </a:xfrm>
          <a:solidFill>
            <a:schemeClr val="tx2"/>
          </a:solidFill>
        </p:grpSpPr>
        <p:sp>
          <p:nvSpPr>
            <p:cNvPr id="14" name="Freeform: Shape 4">
              <a:extLst>
                <a:ext uri="{FF2B5EF4-FFF2-40B4-BE49-F238E27FC236}">
                  <a16:creationId xmlns:a16="http://schemas.microsoft.com/office/drawing/2014/main" id="{65F4C06B-3F4B-043B-465F-2B296AB672AA}"/>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799"/>
            </a:p>
          </p:txBody>
        </p:sp>
        <p:sp>
          <p:nvSpPr>
            <p:cNvPr id="15" name="Freeform: Shape 5">
              <a:extLst>
                <a:ext uri="{FF2B5EF4-FFF2-40B4-BE49-F238E27FC236}">
                  <a16:creationId xmlns:a16="http://schemas.microsoft.com/office/drawing/2014/main" id="{0453F664-4E3E-18BB-40D3-004FB3A82BF3}"/>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799"/>
            </a:p>
          </p:txBody>
        </p:sp>
        <p:sp>
          <p:nvSpPr>
            <p:cNvPr id="16" name="Freeform: Shape 6">
              <a:extLst>
                <a:ext uri="{FF2B5EF4-FFF2-40B4-BE49-F238E27FC236}">
                  <a16:creationId xmlns:a16="http://schemas.microsoft.com/office/drawing/2014/main" id="{3AB8D922-277A-8D02-3B17-31150F2469B1}"/>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799"/>
            </a:p>
          </p:txBody>
        </p:sp>
        <p:sp>
          <p:nvSpPr>
            <p:cNvPr id="17" name="Freeform: Shape 7">
              <a:extLst>
                <a:ext uri="{FF2B5EF4-FFF2-40B4-BE49-F238E27FC236}">
                  <a16:creationId xmlns:a16="http://schemas.microsoft.com/office/drawing/2014/main" id="{3D3851EE-A1E2-2A22-50AE-7CA5E1ABE91F}"/>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799"/>
            </a:p>
          </p:txBody>
        </p:sp>
        <p:sp>
          <p:nvSpPr>
            <p:cNvPr id="18" name="Freeform: Shape 8">
              <a:extLst>
                <a:ext uri="{FF2B5EF4-FFF2-40B4-BE49-F238E27FC236}">
                  <a16:creationId xmlns:a16="http://schemas.microsoft.com/office/drawing/2014/main" id="{5A7D9DCF-973E-E84F-5D6E-861D2543EC15}"/>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799"/>
            </a:p>
          </p:txBody>
        </p:sp>
      </p:grpSp>
      <p:sp>
        <p:nvSpPr>
          <p:cNvPr id="46" name="Rectangle 45">
            <a:extLst>
              <a:ext uri="{FF2B5EF4-FFF2-40B4-BE49-F238E27FC236}">
                <a16:creationId xmlns:a16="http://schemas.microsoft.com/office/drawing/2014/main" id="{518C19CA-236B-538A-7BAE-5BEFF8D5CC22}"/>
              </a:ext>
            </a:extLst>
          </p:cNvPr>
          <p:cNvSpPr/>
          <p:nvPr userDrawn="1"/>
        </p:nvSpPr>
        <p:spPr>
          <a:xfrm>
            <a:off x="550720" y="2834640"/>
            <a:ext cx="4344044" cy="8102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126" rtl="0" eaLnBrk="1" fontAlgn="auto" latinLnBrk="0" hangingPunct="1">
              <a:lnSpc>
                <a:spcPts val="1200"/>
              </a:lnSpc>
              <a:spcBef>
                <a:spcPts val="0"/>
              </a:spcBef>
              <a:spcAft>
                <a:spcPts val="0"/>
              </a:spcAft>
              <a:buClrTx/>
              <a:buSzTx/>
              <a:buFontTx/>
              <a:buNone/>
              <a:tabLst/>
              <a:defRPr/>
            </a:pPr>
            <a:r>
              <a:rPr lang="en-US" sz="1100" b="1" i="0" kern="1200">
                <a:solidFill>
                  <a:schemeClr val="tx2"/>
                </a:solidFill>
                <a:latin typeface="Ubuntu" panose="020B0504030602030204" pitchFamily="34" charset="0"/>
                <a:ea typeface="+mn-ea"/>
                <a:cs typeface="+mn-cs"/>
              </a:rPr>
              <a:t>Make it real.</a:t>
            </a:r>
          </a:p>
          <a:p>
            <a:pPr marL="0" marR="0" lvl="0" indent="0" algn="l" defTabSz="914126" rtl="0" eaLnBrk="1" fontAlgn="auto" latinLnBrk="0" hangingPunct="1">
              <a:lnSpc>
                <a:spcPts val="1200"/>
              </a:lnSpc>
              <a:spcBef>
                <a:spcPts val="0"/>
              </a:spcBef>
              <a:spcAft>
                <a:spcPts val="0"/>
              </a:spcAft>
              <a:buClrTx/>
              <a:buSzTx/>
              <a:buFontTx/>
              <a:buNone/>
              <a:tabLst/>
              <a:defRPr/>
            </a:pPr>
            <a:r>
              <a:rPr lang="en-US" sz="1050" b="0" i="0">
                <a:solidFill>
                  <a:schemeClr val="tx1"/>
                </a:solidFill>
                <a:latin typeface="Ubuntu" panose="020B0504030602030204" pitchFamily="34" charset="0"/>
              </a:rPr>
              <a:t>w</a:t>
            </a:r>
            <a:r>
              <a:rPr lang="en-US" sz="1050">
                <a:solidFill>
                  <a:schemeClr val="tx1"/>
                </a:solidFill>
                <a:latin typeface="Ubuntu" panose="020B0504030602030204" pitchFamily="34" charset="0"/>
              </a:rPr>
              <a:t>ww.capgemini.com</a:t>
            </a:r>
          </a:p>
        </p:txBody>
      </p:sp>
      <p:sp>
        <p:nvSpPr>
          <p:cNvPr id="47" name="Rectangle 46">
            <a:extLst>
              <a:ext uri="{FF2B5EF4-FFF2-40B4-BE49-F238E27FC236}">
                <a16:creationId xmlns:a16="http://schemas.microsoft.com/office/drawing/2014/main" id="{5177A11C-B996-1AA2-5148-35CA703F28CC}"/>
              </a:ext>
            </a:extLst>
          </p:cNvPr>
          <p:cNvSpPr/>
          <p:nvPr userDrawn="1"/>
        </p:nvSpPr>
        <p:spPr>
          <a:xfrm>
            <a:off x="550721" y="854464"/>
            <a:ext cx="4247365" cy="18544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indent="0" algn="just" defTabSz="914126"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a:ln>
                  <a:noFill/>
                </a:ln>
                <a:solidFill>
                  <a:schemeClr val="tx1"/>
                </a:solidFill>
                <a:effectLst/>
                <a:uLnTx/>
                <a:uFillTx/>
                <a:latin typeface="+mn-lt"/>
                <a:ea typeface="+mn-ea"/>
                <a:cs typeface="+mn-cs"/>
              </a:rPr>
              <a:t>About Capgemini</a:t>
            </a:r>
          </a:p>
          <a:p>
            <a:pPr marL="0" marR="0" lvl="0" indent="0" algn="just" defTabSz="914126" rtl="0" eaLnBrk="1" fontAlgn="auto" latinLnBrk="0" hangingPunct="1">
              <a:lnSpc>
                <a:spcPct val="100000"/>
              </a:lnSpc>
              <a:spcBef>
                <a:spcPts val="0"/>
              </a:spcBef>
              <a:spcAft>
                <a:spcPts val="0"/>
              </a:spcAft>
              <a:buClrTx/>
              <a:buSzTx/>
              <a:buFontTx/>
              <a:buNone/>
              <a:tabLst/>
              <a:defRPr/>
            </a:pPr>
            <a:r>
              <a:rPr lang="en-GB" sz="900">
                <a:solidFill>
                  <a:schemeClr val="tx1"/>
                </a:solidFill>
              </a:rPr>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420,000 team members in more than 50 countries. We deliver end-to-end services and solutions with our deep industry expertise and strong partner ecosystem, leveraging our capabilities across strategy, technology, design, engineering and business operations. The Group reported 2024 global revenues of €22.1 billion.</a:t>
            </a:r>
            <a:endParaRPr kumimoji="0" lang="en-US" sz="900" b="0" i="0" u="none" strike="noStrike" kern="1200" cap="none" spc="0" normalizeH="0" baseline="0" noProof="0">
              <a:ln>
                <a:noFill/>
              </a:ln>
              <a:solidFill>
                <a:schemeClr val="tx1"/>
              </a:solidFill>
              <a:effectLst/>
              <a:uLnTx/>
              <a:uFillTx/>
              <a:latin typeface="+mn-lt"/>
              <a:ea typeface="+mn-ea"/>
              <a:cs typeface="+mn-cs"/>
            </a:endParaRPr>
          </a:p>
        </p:txBody>
      </p:sp>
      <p:sp>
        <p:nvSpPr>
          <p:cNvPr id="2" name="Rectangle 1">
            <a:extLst>
              <a:ext uri="{FF2B5EF4-FFF2-40B4-BE49-F238E27FC236}">
                <a16:creationId xmlns:a16="http://schemas.microsoft.com/office/drawing/2014/main" id="{B4F0B3F9-CBA2-7856-C464-2561C30F55EA}"/>
              </a:ext>
            </a:extLst>
          </p:cNvPr>
          <p:cNvSpPr/>
          <p:nvPr userDrawn="1"/>
        </p:nvSpPr>
        <p:spPr>
          <a:xfrm>
            <a:off x="470308" y="3657600"/>
            <a:ext cx="4344044" cy="5543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126" rtl="0" eaLnBrk="1" fontAlgn="auto" latinLnBrk="0" hangingPunct="1">
              <a:lnSpc>
                <a:spcPts val="1200"/>
              </a:lnSpc>
              <a:spcBef>
                <a:spcPts val="0"/>
              </a:spcBef>
              <a:spcAft>
                <a:spcPts val="0"/>
              </a:spcAft>
              <a:buClrTx/>
              <a:buSzTx/>
              <a:buFontTx/>
              <a:buNone/>
              <a:tabLst/>
              <a:defRPr/>
            </a:pPr>
            <a:endParaRPr lang="en-US" sz="1600">
              <a:solidFill>
                <a:schemeClr val="tx2"/>
              </a:solidFill>
              <a:latin typeface="Ubuntu" panose="020B0504030602030204" pitchFamily="34" charset="0"/>
            </a:endParaRPr>
          </a:p>
        </p:txBody>
      </p:sp>
      <p:grpSp>
        <p:nvGrpSpPr>
          <p:cNvPr id="3" name="Group 2">
            <a:extLst>
              <a:ext uri="{FF2B5EF4-FFF2-40B4-BE49-F238E27FC236}">
                <a16:creationId xmlns:a16="http://schemas.microsoft.com/office/drawing/2014/main" id="{032EA5D1-01BC-8547-E583-F4461E337B07}"/>
              </a:ext>
            </a:extLst>
          </p:cNvPr>
          <p:cNvGrpSpPr/>
          <p:nvPr userDrawn="1"/>
        </p:nvGrpSpPr>
        <p:grpSpPr>
          <a:xfrm>
            <a:off x="8901969" y="5569004"/>
            <a:ext cx="1950562" cy="335280"/>
            <a:chOff x="8904288" y="5569004"/>
            <a:chExt cx="1951070" cy="335280"/>
          </a:xfrm>
        </p:grpSpPr>
        <p:pic>
          <p:nvPicPr>
            <p:cNvPr id="4" name="Picture 3">
              <a:hlinkClick r:id="rId6"/>
              <a:extLst>
                <a:ext uri="{FF2B5EF4-FFF2-40B4-BE49-F238E27FC236}">
                  <a16:creationId xmlns:a16="http://schemas.microsoft.com/office/drawing/2014/main" id="{C1B41439-3F63-921A-4BD5-954D4B0AE65E}"/>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chemeClr val="tx1"/>
              </a:solidFill>
            </a:ln>
          </p:spPr>
        </p:pic>
        <p:pic>
          <p:nvPicPr>
            <p:cNvPr id="5" name="Picture 4">
              <a:hlinkClick r:id="rId8"/>
              <a:extLst>
                <a:ext uri="{FF2B5EF4-FFF2-40B4-BE49-F238E27FC236}">
                  <a16:creationId xmlns:a16="http://schemas.microsoft.com/office/drawing/2014/main" id="{37B0DA3B-A3DD-C023-D858-9A326B5F72BD}"/>
                </a:ext>
              </a:extLst>
            </p:cNvPr>
            <p:cNvPicPr>
              <a:picLocks noChangeAspect="1"/>
            </p:cNvPicPr>
            <p:nvPr userDrawn="1"/>
          </p:nvPicPr>
          <p:blipFill rotWithShape="1">
            <a:blip r:embed="rId9" cstate="screen">
              <a:extLs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chemeClr val="tx1"/>
              </a:solidFill>
            </a:ln>
          </p:spPr>
        </p:pic>
        <p:pic>
          <p:nvPicPr>
            <p:cNvPr id="6" name="Picture 5">
              <a:hlinkClick r:id="rId10"/>
              <a:extLst>
                <a:ext uri="{FF2B5EF4-FFF2-40B4-BE49-F238E27FC236}">
                  <a16:creationId xmlns:a16="http://schemas.microsoft.com/office/drawing/2014/main" id="{3394EDB2-3A11-9E1B-C773-9456BC7E3880}"/>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chemeClr val="tx1"/>
              </a:solidFill>
            </a:ln>
          </p:spPr>
        </p:pic>
        <p:pic>
          <p:nvPicPr>
            <p:cNvPr id="11" name="Picture 10">
              <a:hlinkClick r:id="rId12"/>
              <a:extLst>
                <a:ext uri="{FF2B5EF4-FFF2-40B4-BE49-F238E27FC236}">
                  <a16:creationId xmlns:a16="http://schemas.microsoft.com/office/drawing/2014/main" id="{3C9E59E1-109A-2B7A-17AB-C8C07EDBA3F4}"/>
                </a:ext>
              </a:extLst>
            </p:cNvPr>
            <p:cNvPicPr>
              <a:picLocks noChangeAspect="1"/>
            </p:cNvPicPr>
            <p:nvPr userDrawn="1"/>
          </p:nvPicPr>
          <p:blipFill rotWithShape="1">
            <a:blip r:embed="rId13" cstate="screen">
              <a:extLs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chemeClr val="tx1"/>
              </a:solidFill>
            </a:ln>
          </p:spPr>
        </p:pic>
        <p:pic>
          <p:nvPicPr>
            <p:cNvPr id="21" name="Picture 20">
              <a:hlinkClick r:id="rId14"/>
              <a:extLst>
                <a:ext uri="{FF2B5EF4-FFF2-40B4-BE49-F238E27FC236}">
                  <a16:creationId xmlns:a16="http://schemas.microsoft.com/office/drawing/2014/main" id="{9C4FF414-462F-3E96-E9B0-58F7C38DE8F7}"/>
                </a:ext>
              </a:extLst>
            </p:cNvPr>
            <p:cNvPicPr>
              <a:picLocks noChangeAspect="1"/>
            </p:cNvPicPr>
            <p:nvPr userDrawn="1"/>
          </p:nvPicPr>
          <p:blipFill rotWithShape="1">
            <a:blip r:embed="rId15" cstate="screen">
              <a:extLs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chemeClr val="tx1"/>
              </a:solidFill>
            </a:ln>
          </p:spPr>
        </p:pic>
      </p:grpSp>
      <p:sp>
        <p:nvSpPr>
          <p:cNvPr id="19" name="Rectangle 18">
            <a:extLst>
              <a:ext uri="{FF2B5EF4-FFF2-40B4-BE49-F238E27FC236}">
                <a16:creationId xmlns:a16="http://schemas.microsoft.com/office/drawing/2014/main" id="{AB8926FF-D001-F0F8-2F91-96975E5F641A}"/>
              </a:ext>
            </a:extLst>
          </p:cNvPr>
          <p:cNvSpPr/>
          <p:nvPr userDrawn="1"/>
        </p:nvSpPr>
        <p:spPr>
          <a:xfrm rot="16200000">
            <a:off x="1824954" y="3339025"/>
            <a:ext cx="6857998" cy="179953"/>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PL" sz="1400" b="0" i="0" u="none" strike="noStrike" kern="1200" cap="none" spc="0" normalizeH="0" baseline="0" noProof="0" err="1">
              <a:ln>
                <a:noFill/>
              </a:ln>
              <a:solidFill>
                <a:srgbClr val="000000"/>
              </a:solidFill>
              <a:effectLst/>
              <a:uLnTx/>
              <a:uFillTx/>
              <a:latin typeface="Ubuntu"/>
              <a:ea typeface="+mn-ea"/>
              <a:cs typeface="+mn-cs"/>
            </a:endParaRPr>
          </a:p>
        </p:txBody>
      </p:sp>
    </p:spTree>
    <p:extLst>
      <p:ext uri="{BB962C8B-B14F-4D97-AF65-F5344CB8AC3E}">
        <p14:creationId xmlns:p14="http://schemas.microsoft.com/office/powerpoint/2010/main" val="36977606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E828FFA5-3FBC-D174-A267-398AD796B6A1}"/>
              </a:ext>
            </a:extLst>
          </p:cNvPr>
          <p:cNvSpPr/>
          <p:nvPr userDrawn="1"/>
        </p:nvSpPr>
        <p:spPr>
          <a:xfrm>
            <a:off x="550719" y="3325369"/>
            <a:ext cx="4344044"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126" rtl="0" eaLnBrk="1" fontAlgn="auto" latinLnBrk="0" hangingPunct="1">
              <a:lnSpc>
                <a:spcPts val="1200"/>
              </a:lnSpc>
              <a:spcBef>
                <a:spcPts val="0"/>
              </a:spcBef>
              <a:spcAft>
                <a:spcPts val="0"/>
              </a:spcAft>
              <a:buClrTx/>
              <a:buSzTx/>
              <a:buFontTx/>
              <a:buNone/>
              <a:tabLst/>
              <a:defRPr/>
            </a:pPr>
            <a:r>
              <a:rPr lang="en-US" sz="1100" b="1" i="0" kern="1200">
                <a:solidFill>
                  <a:schemeClr val="tx2"/>
                </a:solidFill>
                <a:latin typeface="+mn-lt"/>
                <a:ea typeface="+mn-ea"/>
                <a:cs typeface="+mn-cs"/>
              </a:rPr>
              <a:t>Make it real.</a:t>
            </a:r>
          </a:p>
          <a:p>
            <a:pPr marL="0" marR="0" lvl="0" indent="0" algn="l" defTabSz="914126" rtl="0" eaLnBrk="1" fontAlgn="auto" latinLnBrk="0" hangingPunct="1">
              <a:lnSpc>
                <a:spcPts val="1200"/>
              </a:lnSpc>
              <a:spcBef>
                <a:spcPts val="0"/>
              </a:spcBef>
              <a:spcAft>
                <a:spcPts val="0"/>
              </a:spcAft>
              <a:buClrTx/>
              <a:buSzTx/>
              <a:buFontTx/>
              <a:buNone/>
              <a:tabLst/>
              <a:defRPr/>
            </a:pPr>
            <a:r>
              <a:rPr lang="en-US" sz="1050" b="0" i="0">
                <a:solidFill>
                  <a:schemeClr val="tx1"/>
                </a:solidFill>
                <a:latin typeface="+mn-lt"/>
              </a:rPr>
              <a:t>w</a:t>
            </a:r>
            <a:r>
              <a:rPr lang="en-US" sz="1050">
                <a:solidFill>
                  <a:schemeClr val="tx1"/>
                </a:solidFill>
                <a:latin typeface="+mn-lt"/>
              </a:rPr>
              <a:t>ww.capgemini.com</a:t>
            </a:r>
          </a:p>
        </p:txBody>
      </p:sp>
      <p:sp>
        <p:nvSpPr>
          <p:cNvPr id="30" name="Rectangle 29">
            <a:extLst>
              <a:ext uri="{FF2B5EF4-FFF2-40B4-BE49-F238E27FC236}">
                <a16:creationId xmlns:a16="http://schemas.microsoft.com/office/drawing/2014/main" id="{42F7D594-54F5-66A3-9AE8-EFE5D6CA5A39}"/>
              </a:ext>
            </a:extLst>
          </p:cNvPr>
          <p:cNvSpPr/>
          <p:nvPr userDrawn="1"/>
        </p:nvSpPr>
        <p:spPr>
          <a:xfrm>
            <a:off x="550720" y="1384201"/>
            <a:ext cx="4247365" cy="18287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126"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a:ln>
                  <a:noFill/>
                </a:ln>
                <a:solidFill>
                  <a:schemeClr val="tx1"/>
                </a:solidFill>
                <a:effectLst/>
                <a:uLnTx/>
                <a:uFillTx/>
                <a:latin typeface="+mn-lt"/>
                <a:ea typeface="+mn-ea"/>
                <a:cs typeface="+mn-cs"/>
              </a:rPr>
              <a:t>About Capgemini</a:t>
            </a:r>
          </a:p>
          <a:p>
            <a:pPr marL="0" marR="0" lvl="0" indent="0" algn="just" defTabSz="914126" rtl="0" eaLnBrk="1" fontAlgn="auto" latinLnBrk="0" hangingPunct="1">
              <a:lnSpc>
                <a:spcPct val="100000"/>
              </a:lnSpc>
              <a:spcBef>
                <a:spcPts val="0"/>
              </a:spcBef>
              <a:spcAft>
                <a:spcPts val="0"/>
              </a:spcAft>
              <a:buClrTx/>
              <a:buSzTx/>
              <a:buFontTx/>
              <a:buNone/>
              <a:tabLst/>
              <a:defRPr/>
            </a:pPr>
            <a:r>
              <a:rPr lang="en-GB" sz="900">
                <a:solidFill>
                  <a:schemeClr val="tx1"/>
                </a:solidFill>
              </a:rPr>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420,000 team members in more than 50 countries. We deliver end-to-end services and solutions with our deep industry expertise and strong partner ecosystem, leveraging our capabilities across strategy, technology, design, engineering and business operations. The Group reported 2024 global revenues of €22.1 billion.</a:t>
            </a:r>
            <a:endParaRPr kumimoji="0" lang="en-US" sz="900" b="0" i="0" u="none" strike="noStrike" kern="1200" cap="none" spc="0" normalizeH="0" baseline="0" noProof="0">
              <a:ln>
                <a:noFill/>
              </a:ln>
              <a:solidFill>
                <a:schemeClr val="tx1"/>
              </a:solidFill>
              <a:effectLst/>
              <a:uLnTx/>
              <a:uFillTx/>
              <a:latin typeface="+mn-lt"/>
              <a:ea typeface="+mn-ea"/>
              <a:cs typeface="+mn-cs"/>
            </a:endParaRPr>
          </a:p>
        </p:txBody>
      </p:sp>
      <p:sp>
        <p:nvSpPr>
          <p:cNvPr id="31" name="Rectangle 30">
            <a:extLst>
              <a:ext uri="{FF2B5EF4-FFF2-40B4-BE49-F238E27FC236}">
                <a16:creationId xmlns:a16="http://schemas.microsoft.com/office/drawing/2014/main" id="{C78622B2-B191-08A7-15CB-8C95D883649E}"/>
              </a:ext>
            </a:extLst>
          </p:cNvPr>
          <p:cNvSpPr/>
          <p:nvPr userDrawn="1"/>
        </p:nvSpPr>
        <p:spPr>
          <a:xfrm>
            <a:off x="8901970" y="6053226"/>
            <a:ext cx="2878975" cy="400110"/>
          </a:xfrm>
          <a:prstGeom prst="rect">
            <a:avLst/>
          </a:prstGeom>
        </p:spPr>
        <p:txBody>
          <a:bodyPr wrap="square" lIns="0" tIns="0" rIns="0" bIns="0" anchor="b" anchorCtr="0">
            <a:spAutoFit/>
          </a:bodyPr>
          <a:lstStyle/>
          <a:p>
            <a:pPr>
              <a:spcAft>
                <a:spcPts val="600"/>
              </a:spcAft>
            </a:pPr>
            <a:r>
              <a:rPr lang="en-US" sz="700" b="0" i="0" noProof="0">
                <a:solidFill>
                  <a:schemeClr val="tx1"/>
                </a:solidFill>
                <a:latin typeface="+mn-lt"/>
                <a:cs typeface="Arial"/>
              </a:rPr>
              <a:t>This presentation contains information that may be privileged or confidential and is the property of the Capgemini Group.</a:t>
            </a:r>
          </a:p>
          <a:p>
            <a:pPr>
              <a:spcAft>
                <a:spcPts val="600"/>
              </a:spcAft>
            </a:pPr>
            <a:r>
              <a:rPr lang="en-US" sz="700" b="0" i="0" noProof="0">
                <a:solidFill>
                  <a:schemeClr val="tx1"/>
                </a:solidFill>
                <a:latin typeface="+mn-lt"/>
                <a:cs typeface="Arial"/>
              </a:rPr>
              <a:t>Copyright © 2025 Capgemini. All rights reserved.</a:t>
            </a:r>
          </a:p>
        </p:txBody>
      </p:sp>
      <p:grpSp>
        <p:nvGrpSpPr>
          <p:cNvPr id="43" name="Group 2">
            <a:extLst>
              <a:ext uri="{FF2B5EF4-FFF2-40B4-BE49-F238E27FC236}">
                <a16:creationId xmlns:a16="http://schemas.microsoft.com/office/drawing/2014/main" id="{CD4310B4-5ADE-C2D0-DB4C-AF69D93A1DF5}"/>
              </a:ext>
            </a:extLst>
          </p:cNvPr>
          <p:cNvGrpSpPr>
            <a:grpSpLocks noChangeAspect="1"/>
          </p:cNvGrpSpPr>
          <p:nvPr userDrawn="1"/>
        </p:nvGrpSpPr>
        <p:grpSpPr>
          <a:xfrm>
            <a:off x="550718" y="6021288"/>
            <a:ext cx="1871513" cy="420870"/>
            <a:chOff x="5094083" y="5360390"/>
            <a:chExt cx="3039349" cy="683316"/>
          </a:xfrm>
          <a:solidFill>
            <a:schemeClr val="tx2"/>
          </a:solidFill>
        </p:grpSpPr>
        <p:sp>
          <p:nvSpPr>
            <p:cNvPr id="44" name="Freeform: Shape 4">
              <a:extLst>
                <a:ext uri="{FF2B5EF4-FFF2-40B4-BE49-F238E27FC236}">
                  <a16:creationId xmlns:a16="http://schemas.microsoft.com/office/drawing/2014/main" id="{089E09DC-D2DF-E25B-B85C-6EA1D98E1CA5}"/>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799"/>
            </a:p>
          </p:txBody>
        </p:sp>
        <p:sp>
          <p:nvSpPr>
            <p:cNvPr id="45" name="Freeform: Shape 5">
              <a:extLst>
                <a:ext uri="{FF2B5EF4-FFF2-40B4-BE49-F238E27FC236}">
                  <a16:creationId xmlns:a16="http://schemas.microsoft.com/office/drawing/2014/main" id="{CFFDC692-B337-393E-311F-6135E50AC69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799"/>
            </a:p>
          </p:txBody>
        </p:sp>
        <p:sp>
          <p:nvSpPr>
            <p:cNvPr id="46" name="Freeform: Shape 6">
              <a:extLst>
                <a:ext uri="{FF2B5EF4-FFF2-40B4-BE49-F238E27FC236}">
                  <a16:creationId xmlns:a16="http://schemas.microsoft.com/office/drawing/2014/main" id="{79F624AF-8CAF-1C4F-6AF4-0D3BAB6883DE}"/>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799"/>
            </a:p>
          </p:txBody>
        </p:sp>
        <p:sp>
          <p:nvSpPr>
            <p:cNvPr id="47" name="Freeform: Shape 7">
              <a:extLst>
                <a:ext uri="{FF2B5EF4-FFF2-40B4-BE49-F238E27FC236}">
                  <a16:creationId xmlns:a16="http://schemas.microsoft.com/office/drawing/2014/main" id="{CC7B72C0-ED2F-06D1-872B-CC0A248A4A55}"/>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799"/>
            </a:p>
          </p:txBody>
        </p:sp>
        <p:sp>
          <p:nvSpPr>
            <p:cNvPr id="48" name="Freeform: Shape 8">
              <a:extLst>
                <a:ext uri="{FF2B5EF4-FFF2-40B4-BE49-F238E27FC236}">
                  <a16:creationId xmlns:a16="http://schemas.microsoft.com/office/drawing/2014/main" id="{4387627B-473F-668B-D2BC-7D0705259BFC}"/>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799"/>
            </a:p>
          </p:txBody>
        </p:sp>
      </p:grpSp>
      <p:grpSp>
        <p:nvGrpSpPr>
          <p:cNvPr id="2" name="Group 1">
            <a:extLst>
              <a:ext uri="{FF2B5EF4-FFF2-40B4-BE49-F238E27FC236}">
                <a16:creationId xmlns:a16="http://schemas.microsoft.com/office/drawing/2014/main" id="{33CF6172-FAD6-301F-3990-BA19BDCBDD10}"/>
              </a:ext>
            </a:extLst>
          </p:cNvPr>
          <p:cNvGrpSpPr/>
          <p:nvPr userDrawn="1"/>
        </p:nvGrpSpPr>
        <p:grpSpPr>
          <a:xfrm>
            <a:off x="8901969" y="5569004"/>
            <a:ext cx="1950562" cy="335280"/>
            <a:chOff x="8904288" y="5569004"/>
            <a:chExt cx="1951070" cy="335280"/>
          </a:xfrm>
        </p:grpSpPr>
        <p:pic>
          <p:nvPicPr>
            <p:cNvPr id="3" name="Picture 2">
              <a:hlinkClick r:id="rId2"/>
              <a:extLst>
                <a:ext uri="{FF2B5EF4-FFF2-40B4-BE49-F238E27FC236}">
                  <a16:creationId xmlns:a16="http://schemas.microsoft.com/office/drawing/2014/main" id="{C80B44BA-49DA-9F84-82D3-870627147924}"/>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chemeClr val="tx1"/>
              </a:solidFill>
            </a:ln>
          </p:spPr>
        </p:pic>
        <p:pic>
          <p:nvPicPr>
            <p:cNvPr id="4" name="Picture 3">
              <a:hlinkClick r:id="rId4"/>
              <a:extLst>
                <a:ext uri="{FF2B5EF4-FFF2-40B4-BE49-F238E27FC236}">
                  <a16:creationId xmlns:a16="http://schemas.microsoft.com/office/drawing/2014/main" id="{3F910AE5-DC10-6A3E-284B-4AA4EADB83AB}"/>
                </a:ext>
              </a:extLst>
            </p:cNvPr>
            <p:cNvPicPr>
              <a:picLocks noChangeAspect="1"/>
            </p:cNvPicPr>
            <p:nvPr userDrawn="1"/>
          </p:nvPicPr>
          <p:blipFill rotWithShape="1">
            <a:blip r:embed="rId5" cstate="screen">
              <a:extLs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chemeClr val="tx1"/>
              </a:solidFill>
            </a:ln>
          </p:spPr>
        </p:pic>
        <p:pic>
          <p:nvPicPr>
            <p:cNvPr id="5" name="Picture 4">
              <a:hlinkClick r:id="rId6"/>
              <a:extLst>
                <a:ext uri="{FF2B5EF4-FFF2-40B4-BE49-F238E27FC236}">
                  <a16:creationId xmlns:a16="http://schemas.microsoft.com/office/drawing/2014/main" id="{38FCE476-10F1-8A4F-DF82-27A04965BB65}"/>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chemeClr val="tx1"/>
              </a:solidFill>
            </a:ln>
          </p:spPr>
        </p:pic>
        <p:pic>
          <p:nvPicPr>
            <p:cNvPr id="6" name="Picture 5">
              <a:hlinkClick r:id="rId8"/>
              <a:extLst>
                <a:ext uri="{FF2B5EF4-FFF2-40B4-BE49-F238E27FC236}">
                  <a16:creationId xmlns:a16="http://schemas.microsoft.com/office/drawing/2014/main" id="{97AF43E1-E2D3-3572-59C0-6B864F4B3F70}"/>
                </a:ext>
              </a:extLst>
            </p:cNvPr>
            <p:cNvPicPr>
              <a:picLocks noChangeAspect="1"/>
            </p:cNvPicPr>
            <p:nvPr userDrawn="1"/>
          </p:nvPicPr>
          <p:blipFill rotWithShape="1">
            <a:blip r:embed="rId9" cstate="screen">
              <a:extLs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chemeClr val="tx1"/>
              </a:solidFill>
            </a:ln>
          </p:spPr>
        </p:pic>
        <p:pic>
          <p:nvPicPr>
            <p:cNvPr id="7" name="Picture 6">
              <a:hlinkClick r:id="rId10"/>
              <a:extLst>
                <a:ext uri="{FF2B5EF4-FFF2-40B4-BE49-F238E27FC236}">
                  <a16:creationId xmlns:a16="http://schemas.microsoft.com/office/drawing/2014/main" id="{FE9806D4-7438-2762-EAEC-92F2B68803AC}"/>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chemeClr val="tx1"/>
              </a:solidFill>
            </a:ln>
          </p:spPr>
        </p:pic>
      </p:grpSp>
    </p:spTree>
    <p:extLst>
      <p:ext uri="{BB962C8B-B14F-4D97-AF65-F5344CB8AC3E}">
        <p14:creationId xmlns:p14="http://schemas.microsoft.com/office/powerpoint/2010/main" val="361615954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D1D17019-0BF4-2D81-E041-AFBAAFE615A7}"/>
              </a:ext>
            </a:extLst>
          </p:cNvPr>
          <p:cNvSpPr/>
          <p:nvPr userDrawn="1"/>
        </p:nvSpPr>
        <p:spPr>
          <a:xfrm>
            <a:off x="8144458" y="0"/>
            <a:ext cx="4044367" cy="6858000"/>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43" name="Group 2">
            <a:extLst>
              <a:ext uri="{FF2B5EF4-FFF2-40B4-BE49-F238E27FC236}">
                <a16:creationId xmlns:a16="http://schemas.microsoft.com/office/drawing/2014/main" id="{CD4310B4-5ADE-C2D0-DB4C-AF69D93A1DF5}"/>
              </a:ext>
            </a:extLst>
          </p:cNvPr>
          <p:cNvGrpSpPr>
            <a:grpSpLocks noChangeAspect="1"/>
          </p:cNvGrpSpPr>
          <p:nvPr userDrawn="1"/>
        </p:nvGrpSpPr>
        <p:grpSpPr>
          <a:xfrm>
            <a:off x="550719" y="6021288"/>
            <a:ext cx="1871513" cy="420870"/>
            <a:chOff x="5094083" y="5360390"/>
            <a:chExt cx="3039349" cy="683316"/>
          </a:xfrm>
          <a:solidFill>
            <a:schemeClr val="tx2"/>
          </a:solidFill>
        </p:grpSpPr>
        <p:sp>
          <p:nvSpPr>
            <p:cNvPr id="44" name="Freeform: Shape 4">
              <a:extLst>
                <a:ext uri="{FF2B5EF4-FFF2-40B4-BE49-F238E27FC236}">
                  <a16:creationId xmlns:a16="http://schemas.microsoft.com/office/drawing/2014/main" id="{089E09DC-D2DF-E25B-B85C-6EA1D98E1CA5}"/>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799">
                <a:solidFill>
                  <a:schemeClr val="bg1"/>
                </a:solidFill>
              </a:endParaRPr>
            </a:p>
          </p:txBody>
        </p:sp>
        <p:sp>
          <p:nvSpPr>
            <p:cNvPr id="45" name="Freeform: Shape 5">
              <a:extLst>
                <a:ext uri="{FF2B5EF4-FFF2-40B4-BE49-F238E27FC236}">
                  <a16:creationId xmlns:a16="http://schemas.microsoft.com/office/drawing/2014/main" id="{CFFDC692-B337-393E-311F-6135E50AC69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799">
                <a:solidFill>
                  <a:schemeClr val="bg1"/>
                </a:solidFill>
              </a:endParaRPr>
            </a:p>
          </p:txBody>
        </p:sp>
        <p:sp>
          <p:nvSpPr>
            <p:cNvPr id="46" name="Freeform: Shape 6">
              <a:extLst>
                <a:ext uri="{FF2B5EF4-FFF2-40B4-BE49-F238E27FC236}">
                  <a16:creationId xmlns:a16="http://schemas.microsoft.com/office/drawing/2014/main" id="{79F624AF-8CAF-1C4F-6AF4-0D3BAB6883DE}"/>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799">
                <a:solidFill>
                  <a:schemeClr val="bg1"/>
                </a:solidFill>
              </a:endParaRPr>
            </a:p>
          </p:txBody>
        </p:sp>
        <p:sp>
          <p:nvSpPr>
            <p:cNvPr id="47" name="Freeform: Shape 7">
              <a:extLst>
                <a:ext uri="{FF2B5EF4-FFF2-40B4-BE49-F238E27FC236}">
                  <a16:creationId xmlns:a16="http://schemas.microsoft.com/office/drawing/2014/main" id="{CC7B72C0-ED2F-06D1-872B-CC0A248A4A55}"/>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799">
                <a:solidFill>
                  <a:schemeClr val="bg1"/>
                </a:solidFill>
              </a:endParaRPr>
            </a:p>
          </p:txBody>
        </p:sp>
        <p:sp>
          <p:nvSpPr>
            <p:cNvPr id="48" name="Freeform: Shape 8">
              <a:extLst>
                <a:ext uri="{FF2B5EF4-FFF2-40B4-BE49-F238E27FC236}">
                  <a16:creationId xmlns:a16="http://schemas.microsoft.com/office/drawing/2014/main" id="{4387627B-473F-668B-D2BC-7D0705259BFC}"/>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799">
                <a:solidFill>
                  <a:schemeClr val="bg1"/>
                </a:solidFill>
              </a:endParaRPr>
            </a:p>
          </p:txBody>
        </p:sp>
      </p:grpSp>
      <p:sp>
        <p:nvSpPr>
          <p:cNvPr id="2" name="Rectangle 1">
            <a:extLst>
              <a:ext uri="{FF2B5EF4-FFF2-40B4-BE49-F238E27FC236}">
                <a16:creationId xmlns:a16="http://schemas.microsoft.com/office/drawing/2014/main" id="{BFA81E17-F832-B5EB-3D5D-25AE712EB4A5}"/>
              </a:ext>
            </a:extLst>
          </p:cNvPr>
          <p:cNvSpPr/>
          <p:nvPr userDrawn="1"/>
        </p:nvSpPr>
        <p:spPr>
          <a:xfrm>
            <a:off x="8901970" y="6053226"/>
            <a:ext cx="2878975" cy="400110"/>
          </a:xfrm>
          <a:prstGeom prst="rect">
            <a:avLst/>
          </a:prstGeom>
        </p:spPr>
        <p:txBody>
          <a:bodyPr wrap="square" lIns="0" tIns="0" rIns="0" bIns="0" anchor="b" anchorCtr="0">
            <a:spAutoFit/>
          </a:bodyPr>
          <a:lstStyle/>
          <a:p>
            <a:pPr>
              <a:spcAft>
                <a:spcPts val="600"/>
              </a:spcAft>
            </a:pPr>
            <a:r>
              <a:rPr lang="en-US" sz="700" b="0" i="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700" b="0" i="0" noProof="0">
                <a:solidFill>
                  <a:schemeClr val="bg1"/>
                </a:solidFill>
                <a:latin typeface="+mn-lt"/>
                <a:cs typeface="Arial"/>
              </a:rPr>
              <a:t>Copyright © 2025 Capgemini. All rights reserved.</a:t>
            </a:r>
          </a:p>
        </p:txBody>
      </p:sp>
      <p:sp>
        <p:nvSpPr>
          <p:cNvPr id="9" name="Rectangle 8">
            <a:extLst>
              <a:ext uri="{FF2B5EF4-FFF2-40B4-BE49-F238E27FC236}">
                <a16:creationId xmlns:a16="http://schemas.microsoft.com/office/drawing/2014/main" id="{FA5EFF19-B281-F0C9-FB01-070197B8DB96}"/>
              </a:ext>
            </a:extLst>
          </p:cNvPr>
          <p:cNvSpPr/>
          <p:nvPr userDrawn="1"/>
        </p:nvSpPr>
        <p:spPr>
          <a:xfrm>
            <a:off x="550721" y="1384201"/>
            <a:ext cx="4247365" cy="17567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126"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a:ln>
                  <a:noFill/>
                </a:ln>
                <a:solidFill>
                  <a:schemeClr val="tx1"/>
                </a:solidFill>
                <a:effectLst/>
                <a:uLnTx/>
                <a:uFillTx/>
                <a:latin typeface="+mn-lt"/>
                <a:ea typeface="+mn-ea"/>
                <a:cs typeface="+mn-cs"/>
              </a:rPr>
              <a:t>About Capgemini</a:t>
            </a:r>
          </a:p>
          <a:p>
            <a:pPr marL="0" marR="0" lvl="0" indent="0" algn="just" defTabSz="914126" rtl="0" eaLnBrk="1" fontAlgn="auto" latinLnBrk="0" hangingPunct="1">
              <a:lnSpc>
                <a:spcPct val="100000"/>
              </a:lnSpc>
              <a:spcBef>
                <a:spcPts val="0"/>
              </a:spcBef>
              <a:spcAft>
                <a:spcPts val="0"/>
              </a:spcAft>
              <a:buClrTx/>
              <a:buSzTx/>
              <a:buFontTx/>
              <a:buNone/>
              <a:tabLst/>
              <a:defRPr/>
            </a:pPr>
            <a:r>
              <a:rPr lang="en-GB" sz="900">
                <a:solidFill>
                  <a:schemeClr val="tx1"/>
                </a:solidFill>
              </a:rPr>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420,000 team members in more than 50 countries. We deliver end-to-end services and solutions with our deep industry expertise and strong partner ecosystem, leveraging our capabilities across strategy, technology, design, engineering and business operations. The Group reported 2024 global revenues of €22.1 billion.</a:t>
            </a:r>
            <a:endParaRPr kumimoji="0" lang="en-US" sz="900" b="0" i="0" u="none" strike="noStrike" kern="1200" cap="none" spc="0" normalizeH="0" baseline="0" noProof="0">
              <a:ln>
                <a:noFill/>
              </a:ln>
              <a:solidFill>
                <a:schemeClr val="tx1"/>
              </a:solidFill>
              <a:effectLst/>
              <a:uLnTx/>
              <a:uFillTx/>
              <a:latin typeface="+mn-lt"/>
              <a:ea typeface="+mn-ea"/>
              <a:cs typeface="+mn-cs"/>
            </a:endParaRPr>
          </a:p>
        </p:txBody>
      </p:sp>
      <p:sp>
        <p:nvSpPr>
          <p:cNvPr id="10" name="Rectangle 9">
            <a:extLst>
              <a:ext uri="{FF2B5EF4-FFF2-40B4-BE49-F238E27FC236}">
                <a16:creationId xmlns:a16="http://schemas.microsoft.com/office/drawing/2014/main" id="{456848E4-9E3E-BD1A-A82D-C9F95359644C}"/>
              </a:ext>
            </a:extLst>
          </p:cNvPr>
          <p:cNvSpPr/>
          <p:nvPr userDrawn="1"/>
        </p:nvSpPr>
        <p:spPr>
          <a:xfrm>
            <a:off x="550720" y="3325369"/>
            <a:ext cx="4344044"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126" rtl="0" eaLnBrk="1" fontAlgn="auto" latinLnBrk="0" hangingPunct="1">
              <a:lnSpc>
                <a:spcPts val="1200"/>
              </a:lnSpc>
              <a:spcBef>
                <a:spcPts val="0"/>
              </a:spcBef>
              <a:spcAft>
                <a:spcPts val="0"/>
              </a:spcAft>
              <a:buClrTx/>
              <a:buSzTx/>
              <a:buFontTx/>
              <a:buNone/>
              <a:tabLst/>
              <a:defRPr/>
            </a:pPr>
            <a:r>
              <a:rPr lang="en-US" sz="1100" b="1" i="0" kern="1200">
                <a:solidFill>
                  <a:schemeClr val="tx2"/>
                </a:solidFill>
                <a:latin typeface="+mn-lt"/>
                <a:ea typeface="+mn-ea"/>
                <a:cs typeface="+mn-cs"/>
              </a:rPr>
              <a:t>Make it real.</a:t>
            </a:r>
          </a:p>
          <a:p>
            <a:pPr marL="0" marR="0" lvl="0" indent="0" algn="l" defTabSz="914126" rtl="0" eaLnBrk="1" fontAlgn="auto" latinLnBrk="0" hangingPunct="1">
              <a:lnSpc>
                <a:spcPts val="1200"/>
              </a:lnSpc>
              <a:spcBef>
                <a:spcPts val="0"/>
              </a:spcBef>
              <a:spcAft>
                <a:spcPts val="0"/>
              </a:spcAft>
              <a:buClrTx/>
              <a:buSzTx/>
              <a:buFontTx/>
              <a:buNone/>
              <a:tabLst/>
              <a:defRPr/>
            </a:pPr>
            <a:r>
              <a:rPr lang="en-US" sz="1050" b="0" i="0">
                <a:solidFill>
                  <a:schemeClr val="tx1"/>
                </a:solidFill>
                <a:latin typeface="+mn-lt"/>
              </a:rPr>
              <a:t>w</a:t>
            </a:r>
            <a:r>
              <a:rPr lang="en-US" sz="1050">
                <a:solidFill>
                  <a:schemeClr val="tx1"/>
                </a:solidFill>
                <a:latin typeface="+mn-lt"/>
              </a:rPr>
              <a:t>ww.capgemini.com</a:t>
            </a:r>
          </a:p>
        </p:txBody>
      </p:sp>
      <p:sp>
        <p:nvSpPr>
          <p:cNvPr id="11" name="Rectangle 10">
            <a:extLst>
              <a:ext uri="{FF2B5EF4-FFF2-40B4-BE49-F238E27FC236}">
                <a16:creationId xmlns:a16="http://schemas.microsoft.com/office/drawing/2014/main" id="{243A1DDC-0EE3-87D7-B55C-C8336892FA90}"/>
              </a:ext>
            </a:extLst>
          </p:cNvPr>
          <p:cNvSpPr/>
          <p:nvPr userDrawn="1"/>
        </p:nvSpPr>
        <p:spPr>
          <a:xfrm rot="16200000">
            <a:off x="4625483" y="3339025"/>
            <a:ext cx="6857998" cy="179953"/>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2" name="Group 11">
            <a:extLst>
              <a:ext uri="{FF2B5EF4-FFF2-40B4-BE49-F238E27FC236}">
                <a16:creationId xmlns:a16="http://schemas.microsoft.com/office/drawing/2014/main" id="{78E9408B-4A36-9F64-5766-AC150B683248}"/>
              </a:ext>
            </a:extLst>
          </p:cNvPr>
          <p:cNvGrpSpPr/>
          <p:nvPr userDrawn="1"/>
        </p:nvGrpSpPr>
        <p:grpSpPr>
          <a:xfrm>
            <a:off x="8901969" y="5569004"/>
            <a:ext cx="1950562" cy="335280"/>
            <a:chOff x="8904288" y="5569004"/>
            <a:chExt cx="1951070" cy="335280"/>
          </a:xfrm>
        </p:grpSpPr>
        <p:pic>
          <p:nvPicPr>
            <p:cNvPr id="13" name="Picture 12">
              <a:hlinkClick r:id="rId2"/>
              <a:extLst>
                <a:ext uri="{FF2B5EF4-FFF2-40B4-BE49-F238E27FC236}">
                  <a16:creationId xmlns:a16="http://schemas.microsoft.com/office/drawing/2014/main" id="{594B397F-1305-520D-FD72-252F047C02CE}"/>
                </a:ext>
              </a:extLst>
            </p:cNvPr>
            <p:cNvPicPr>
              <a:picLocks noChangeAspect="1"/>
            </p:cNvPicPr>
            <p:nvPr userDrawn="1"/>
          </p:nvPicPr>
          <p:blipFill rotWithShape="1">
            <a:blip r:embed="rId3" cstate="screen">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chemeClr val="bg1"/>
              </a:solidFill>
            </a:ln>
          </p:spPr>
        </p:pic>
        <p:pic>
          <p:nvPicPr>
            <p:cNvPr id="14" name="Picture 13">
              <a:hlinkClick r:id="rId5"/>
              <a:extLst>
                <a:ext uri="{FF2B5EF4-FFF2-40B4-BE49-F238E27FC236}">
                  <a16:creationId xmlns:a16="http://schemas.microsoft.com/office/drawing/2014/main" id="{2B8F14F5-4F4C-8CAB-B032-78509603B748}"/>
                </a:ext>
              </a:extLst>
            </p:cNvPr>
            <p:cNvPicPr>
              <a:picLocks noChangeAspect="1"/>
            </p:cNvPicPr>
            <p:nvPr userDrawn="1"/>
          </p:nvPicPr>
          <p:blipFill rotWithShape="1">
            <a:blip r:embed="rId6" cstate="screen">
              <a:lum bright="70000" contrast="-70000"/>
              <a:extLst>
                <a:ext uri="{BEBA8EAE-BF5A-486C-A8C5-ECC9F3942E4B}">
                  <a14:imgProps xmlns:a14="http://schemas.microsoft.com/office/drawing/2010/main">
                    <a14:imgLayer r:embed="rId7">
                      <a14:imgEffect>
                        <a14:artisticPhotocopy/>
                      </a14:imgEffect>
                    </a14:imgLayer>
                  </a14:imgProps>
                </a:ex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chemeClr val="bg1"/>
              </a:solidFill>
            </a:ln>
          </p:spPr>
        </p:pic>
        <p:pic>
          <p:nvPicPr>
            <p:cNvPr id="15" name="Picture 14">
              <a:hlinkClick r:id="rId8"/>
              <a:extLst>
                <a:ext uri="{FF2B5EF4-FFF2-40B4-BE49-F238E27FC236}">
                  <a16:creationId xmlns:a16="http://schemas.microsoft.com/office/drawing/2014/main" id="{2FB6738B-5AD4-93DE-628B-7F9F226AE057}"/>
                </a:ext>
              </a:extLst>
            </p:cNvPr>
            <p:cNvPicPr>
              <a:picLocks noChangeAspect="1"/>
            </p:cNvPicPr>
            <p:nvPr userDrawn="1"/>
          </p:nvPicPr>
          <p:blipFill rotWithShape="1">
            <a:blip r:embed="rId9" cstate="screen">
              <a:lum bright="70000" contrast="-70000"/>
              <a:extLst>
                <a:ext uri="{BEBA8EAE-BF5A-486C-A8C5-ECC9F3942E4B}">
                  <a14:imgProps xmlns:a14="http://schemas.microsoft.com/office/drawing/2010/main">
                    <a14:imgLayer r:embed="rId10">
                      <a14:imgEffect>
                        <a14:artisticPhotocopy/>
                      </a14:imgEffect>
                    </a14:imgLayer>
                  </a14:imgProps>
                </a:ex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chemeClr val="bg1"/>
              </a:solidFill>
            </a:ln>
          </p:spPr>
        </p:pic>
        <p:pic>
          <p:nvPicPr>
            <p:cNvPr id="16" name="Picture 15">
              <a:hlinkClick r:id="rId11"/>
              <a:extLst>
                <a:ext uri="{FF2B5EF4-FFF2-40B4-BE49-F238E27FC236}">
                  <a16:creationId xmlns:a16="http://schemas.microsoft.com/office/drawing/2014/main" id="{9B12A264-9803-3563-7FDB-B00341420E93}"/>
                </a:ext>
              </a:extLst>
            </p:cNvPr>
            <p:cNvPicPr>
              <a:picLocks noChangeAspect="1"/>
            </p:cNvPicPr>
            <p:nvPr userDrawn="1"/>
          </p:nvPicPr>
          <p:blipFill rotWithShape="1">
            <a:blip r:embed="rId12" cstate="screen">
              <a:lum bright="70000" contrast="-70000"/>
              <a:extLst>
                <a:ext uri="{BEBA8EAE-BF5A-486C-A8C5-ECC9F3942E4B}">
                  <a14:imgProps xmlns:a14="http://schemas.microsoft.com/office/drawing/2010/main">
                    <a14:imgLayer r:embed="rId13">
                      <a14:imgEffect>
                        <a14:artisticPhotocopy/>
                      </a14:imgEffect>
                    </a14:imgLayer>
                  </a14:imgProps>
                </a:ex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chemeClr val="bg1"/>
              </a:solidFill>
            </a:ln>
          </p:spPr>
        </p:pic>
        <p:pic>
          <p:nvPicPr>
            <p:cNvPr id="18" name="Picture 17">
              <a:hlinkClick r:id="rId14"/>
              <a:extLst>
                <a:ext uri="{FF2B5EF4-FFF2-40B4-BE49-F238E27FC236}">
                  <a16:creationId xmlns:a16="http://schemas.microsoft.com/office/drawing/2014/main" id="{55679AC9-828E-26B9-8BA5-EB55C80AF8BA}"/>
                </a:ext>
              </a:extLst>
            </p:cNvPr>
            <p:cNvPicPr>
              <a:picLocks noChangeAspect="1"/>
            </p:cNvPicPr>
            <p:nvPr userDrawn="1"/>
          </p:nvPicPr>
          <p:blipFill rotWithShape="1">
            <a:blip r:embed="rId15" cstate="screen">
              <a:lum bright="70000" contrast="-70000"/>
              <a:extLst>
                <a:ext uri="{BEBA8EAE-BF5A-486C-A8C5-ECC9F3942E4B}">
                  <a14:imgProps xmlns:a14="http://schemas.microsoft.com/office/drawing/2010/main">
                    <a14:imgLayer r:embed="rId16">
                      <a14:imgEffect>
                        <a14:artisticPhotocopy/>
                      </a14:imgEffect>
                    </a14:imgLayer>
                  </a14:imgProps>
                </a:ex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chemeClr val="bg1"/>
              </a:solidFill>
            </a:ln>
          </p:spPr>
        </p:pic>
      </p:grpSp>
    </p:spTree>
    <p:extLst>
      <p:ext uri="{BB962C8B-B14F-4D97-AF65-F5344CB8AC3E}">
        <p14:creationId xmlns:p14="http://schemas.microsoft.com/office/powerpoint/2010/main" val="400283776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141809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chemeClr val="accent4"/>
        </a:solidFill>
        <a:effectLst/>
      </p:bgPr>
    </p:bg>
    <p:spTree>
      <p:nvGrpSpPr>
        <p:cNvPr id="1" name=""/>
        <p:cNvGrpSpPr/>
        <p:nvPr/>
      </p:nvGrpSpPr>
      <p:grpSpPr>
        <a:xfrm>
          <a:off x="0" y="0"/>
          <a:ext cx="0" cy="0"/>
          <a:chOff x="0" y="0"/>
          <a:chExt cx="0" cy="0"/>
        </a:xfrm>
      </p:grpSpPr>
      <p:pic>
        <p:nvPicPr>
          <p:cNvPr id="4" name="Picture Placeholder 6">
            <a:extLst>
              <a:ext uri="{FF2B5EF4-FFF2-40B4-BE49-F238E27FC236}">
                <a16:creationId xmlns:a16="http://schemas.microsoft.com/office/drawing/2014/main" id="{2B3E7159-CE19-F21D-2FBF-039B4C91C01C}"/>
              </a:ext>
            </a:extLst>
          </p:cNvPr>
          <p:cNvPicPr>
            <a:picLocks noChangeAspect="1"/>
          </p:cNvPicPr>
          <p:nvPr userDrawn="1"/>
        </p:nvPicPr>
        <p:blipFill>
          <a:blip r:embed="rId3"/>
          <a:srcRect t="7733" b="7733"/>
          <a:stretch/>
        </p:blipFill>
        <p:spPr>
          <a:xfrm>
            <a:off x="0" y="0"/>
            <a:ext cx="12188825" cy="6858000"/>
          </a:xfrm>
          <a:prstGeom prst="rect">
            <a:avLst/>
          </a:prstGeom>
        </p:spPr>
      </p:pic>
      <p:sp>
        <p:nvSpPr>
          <p:cNvPr id="15" name="Graphic 13">
            <a:extLst>
              <a:ext uri="{FF2B5EF4-FFF2-40B4-BE49-F238E27FC236}">
                <a16:creationId xmlns:a16="http://schemas.microsoft.com/office/drawing/2014/main" id="{5D1B5F70-39A3-4E01-8EEB-A624F6527260}"/>
              </a:ext>
            </a:extLst>
          </p:cNvPr>
          <p:cNvSpPr>
            <a:spLocks noChangeAspect="1"/>
          </p:cNvSpPr>
          <p:nvPr userDrawn="1"/>
        </p:nvSpPr>
        <p:spPr>
          <a:xfrm>
            <a:off x="263284" y="908720"/>
            <a:ext cx="10196595" cy="6192688"/>
          </a:xfrm>
          <a:custGeom>
            <a:avLst/>
            <a:gdLst>
              <a:gd name="connsiteX0" fmla="*/ 36195 w 8117205"/>
              <a:gd name="connsiteY0" fmla="*/ 4710199 h 4710198"/>
              <a:gd name="connsiteX1" fmla="*/ 0 w 8117205"/>
              <a:gd name="connsiteY1" fmla="*/ 4697817 h 4710198"/>
              <a:gd name="connsiteX2" fmla="*/ 538163 w 8117205"/>
              <a:gd name="connsiteY2" fmla="*/ 3739602 h 4710198"/>
              <a:gd name="connsiteX3" fmla="*/ 1340168 w 8117205"/>
              <a:gd name="connsiteY3" fmla="*/ 2915689 h 4710198"/>
              <a:gd name="connsiteX4" fmla="*/ 2613660 w 8117205"/>
              <a:gd name="connsiteY4" fmla="*/ 2190837 h 4710198"/>
              <a:gd name="connsiteX5" fmla="*/ 2621280 w 8117205"/>
              <a:gd name="connsiteY5" fmla="*/ 2187979 h 4710198"/>
              <a:gd name="connsiteX6" fmla="*/ 2628900 w 8117205"/>
              <a:gd name="connsiteY6" fmla="*/ 2191789 h 4710198"/>
              <a:gd name="connsiteX7" fmla="*/ 4513898 w 8117205"/>
              <a:gd name="connsiteY7" fmla="*/ 2830917 h 4710198"/>
              <a:gd name="connsiteX8" fmla="*/ 5841683 w 8117205"/>
              <a:gd name="connsiteY8" fmla="*/ 2599459 h 4710198"/>
              <a:gd name="connsiteX9" fmla="*/ 6102668 w 8117205"/>
              <a:gd name="connsiteY9" fmla="*/ 1288819 h 4710198"/>
              <a:gd name="connsiteX10" fmla="*/ 6256020 w 8117205"/>
              <a:gd name="connsiteY10" fmla="*/ 204874 h 4710198"/>
              <a:gd name="connsiteX11" fmla="*/ 7391400 w 8117205"/>
              <a:gd name="connsiteY11" fmla="*/ 43901 h 4710198"/>
              <a:gd name="connsiteX12" fmla="*/ 8117205 w 8117205"/>
              <a:gd name="connsiteY12" fmla="*/ 242021 h 4710198"/>
              <a:gd name="connsiteX13" fmla="*/ 8102918 w 8117205"/>
              <a:gd name="connsiteY13" fmla="*/ 277264 h 4710198"/>
              <a:gd name="connsiteX14" fmla="*/ 7384733 w 8117205"/>
              <a:gd name="connsiteY14" fmla="*/ 82001 h 4710198"/>
              <a:gd name="connsiteX15" fmla="*/ 6281738 w 8117205"/>
              <a:gd name="connsiteY15" fmla="*/ 233449 h 4710198"/>
              <a:gd name="connsiteX16" fmla="*/ 6139815 w 8117205"/>
              <a:gd name="connsiteY16" fmla="*/ 1279294 h 4710198"/>
              <a:gd name="connsiteX17" fmla="*/ 6187440 w 8117205"/>
              <a:gd name="connsiteY17" fmla="*/ 2101302 h 4710198"/>
              <a:gd name="connsiteX18" fmla="*/ 5866448 w 8117205"/>
              <a:gd name="connsiteY18" fmla="*/ 2629939 h 4710198"/>
              <a:gd name="connsiteX19" fmla="*/ 4510088 w 8117205"/>
              <a:gd name="connsiteY19" fmla="*/ 2869969 h 4710198"/>
              <a:gd name="connsiteX20" fmla="*/ 2620328 w 8117205"/>
              <a:gd name="connsiteY20" fmla="*/ 2230842 h 4710198"/>
              <a:gd name="connsiteX21" fmla="*/ 568643 w 8117205"/>
              <a:gd name="connsiteY21" fmla="*/ 3763414 h 4710198"/>
              <a:gd name="connsiteX22" fmla="*/ 36195 w 8117205"/>
              <a:gd name="connsiteY22" fmla="*/ 4710199 h 4710198"/>
              <a:gd name="connsiteX0" fmla="*/ 36195 w 8117205"/>
              <a:gd name="connsiteY0" fmla="*/ 4710199 h 4710199"/>
              <a:gd name="connsiteX1" fmla="*/ 0 w 8117205"/>
              <a:gd name="connsiteY1" fmla="*/ 4697817 h 4710199"/>
              <a:gd name="connsiteX2" fmla="*/ 538163 w 8117205"/>
              <a:gd name="connsiteY2" fmla="*/ 3739602 h 4710199"/>
              <a:gd name="connsiteX3" fmla="*/ 1340168 w 8117205"/>
              <a:gd name="connsiteY3" fmla="*/ 2915689 h 4710199"/>
              <a:gd name="connsiteX4" fmla="*/ 2613660 w 8117205"/>
              <a:gd name="connsiteY4" fmla="*/ 2190837 h 4710199"/>
              <a:gd name="connsiteX5" fmla="*/ 2621280 w 8117205"/>
              <a:gd name="connsiteY5" fmla="*/ 2187979 h 4710199"/>
              <a:gd name="connsiteX6" fmla="*/ 2628900 w 8117205"/>
              <a:gd name="connsiteY6" fmla="*/ 2191789 h 4710199"/>
              <a:gd name="connsiteX7" fmla="*/ 4513898 w 8117205"/>
              <a:gd name="connsiteY7" fmla="*/ 2830917 h 4710199"/>
              <a:gd name="connsiteX8" fmla="*/ 5841683 w 8117205"/>
              <a:gd name="connsiteY8" fmla="*/ 2599459 h 4710199"/>
              <a:gd name="connsiteX9" fmla="*/ 6102668 w 8117205"/>
              <a:gd name="connsiteY9" fmla="*/ 1288819 h 4710199"/>
              <a:gd name="connsiteX10" fmla="*/ 6256020 w 8117205"/>
              <a:gd name="connsiteY10" fmla="*/ 204874 h 4710199"/>
              <a:gd name="connsiteX11" fmla="*/ 7391400 w 8117205"/>
              <a:gd name="connsiteY11" fmla="*/ 43901 h 4710199"/>
              <a:gd name="connsiteX12" fmla="*/ 8117205 w 8117205"/>
              <a:gd name="connsiteY12" fmla="*/ 242021 h 4710199"/>
              <a:gd name="connsiteX13" fmla="*/ 7384733 w 8117205"/>
              <a:gd name="connsiteY13" fmla="*/ 82001 h 4710199"/>
              <a:gd name="connsiteX14" fmla="*/ 6281738 w 8117205"/>
              <a:gd name="connsiteY14" fmla="*/ 233449 h 4710199"/>
              <a:gd name="connsiteX15" fmla="*/ 6139815 w 8117205"/>
              <a:gd name="connsiteY15" fmla="*/ 1279294 h 4710199"/>
              <a:gd name="connsiteX16" fmla="*/ 6187440 w 8117205"/>
              <a:gd name="connsiteY16" fmla="*/ 2101302 h 4710199"/>
              <a:gd name="connsiteX17" fmla="*/ 5866448 w 8117205"/>
              <a:gd name="connsiteY17" fmla="*/ 2629939 h 4710199"/>
              <a:gd name="connsiteX18" fmla="*/ 4510088 w 8117205"/>
              <a:gd name="connsiteY18" fmla="*/ 2869969 h 4710199"/>
              <a:gd name="connsiteX19" fmla="*/ 2620328 w 8117205"/>
              <a:gd name="connsiteY19" fmla="*/ 2230842 h 4710199"/>
              <a:gd name="connsiteX20" fmla="*/ 568643 w 8117205"/>
              <a:gd name="connsiteY20" fmla="*/ 3763414 h 4710199"/>
              <a:gd name="connsiteX21" fmla="*/ 36195 w 8117205"/>
              <a:gd name="connsiteY21" fmla="*/ 4710199 h 4710199"/>
              <a:gd name="connsiteX0" fmla="*/ 36195 w 7528033"/>
              <a:gd name="connsiteY0" fmla="*/ 4673434 h 4673434"/>
              <a:gd name="connsiteX1" fmla="*/ 0 w 7528033"/>
              <a:gd name="connsiteY1" fmla="*/ 4661052 h 4673434"/>
              <a:gd name="connsiteX2" fmla="*/ 538163 w 7528033"/>
              <a:gd name="connsiteY2" fmla="*/ 3702837 h 4673434"/>
              <a:gd name="connsiteX3" fmla="*/ 1340168 w 7528033"/>
              <a:gd name="connsiteY3" fmla="*/ 2878924 h 4673434"/>
              <a:gd name="connsiteX4" fmla="*/ 2613660 w 7528033"/>
              <a:gd name="connsiteY4" fmla="*/ 2154072 h 4673434"/>
              <a:gd name="connsiteX5" fmla="*/ 2621280 w 7528033"/>
              <a:gd name="connsiteY5" fmla="*/ 2151214 h 4673434"/>
              <a:gd name="connsiteX6" fmla="*/ 2628900 w 7528033"/>
              <a:gd name="connsiteY6" fmla="*/ 2155024 h 4673434"/>
              <a:gd name="connsiteX7" fmla="*/ 4513898 w 7528033"/>
              <a:gd name="connsiteY7" fmla="*/ 2794152 h 4673434"/>
              <a:gd name="connsiteX8" fmla="*/ 5841683 w 7528033"/>
              <a:gd name="connsiteY8" fmla="*/ 2562694 h 4673434"/>
              <a:gd name="connsiteX9" fmla="*/ 6102668 w 7528033"/>
              <a:gd name="connsiteY9" fmla="*/ 1252054 h 4673434"/>
              <a:gd name="connsiteX10" fmla="*/ 6256020 w 7528033"/>
              <a:gd name="connsiteY10" fmla="*/ 168109 h 4673434"/>
              <a:gd name="connsiteX11" fmla="*/ 7391400 w 7528033"/>
              <a:gd name="connsiteY11" fmla="*/ 7136 h 4673434"/>
              <a:gd name="connsiteX12" fmla="*/ 7384733 w 7528033"/>
              <a:gd name="connsiteY12" fmla="*/ 45236 h 4673434"/>
              <a:gd name="connsiteX13" fmla="*/ 6281738 w 7528033"/>
              <a:gd name="connsiteY13" fmla="*/ 196684 h 4673434"/>
              <a:gd name="connsiteX14" fmla="*/ 6139815 w 7528033"/>
              <a:gd name="connsiteY14" fmla="*/ 1242529 h 4673434"/>
              <a:gd name="connsiteX15" fmla="*/ 6187440 w 7528033"/>
              <a:gd name="connsiteY15" fmla="*/ 2064537 h 4673434"/>
              <a:gd name="connsiteX16" fmla="*/ 5866448 w 7528033"/>
              <a:gd name="connsiteY16" fmla="*/ 2593174 h 4673434"/>
              <a:gd name="connsiteX17" fmla="*/ 4510088 w 7528033"/>
              <a:gd name="connsiteY17" fmla="*/ 2833204 h 4673434"/>
              <a:gd name="connsiteX18" fmla="*/ 2620328 w 7528033"/>
              <a:gd name="connsiteY18" fmla="*/ 2194077 h 4673434"/>
              <a:gd name="connsiteX19" fmla="*/ 568643 w 7528033"/>
              <a:gd name="connsiteY19" fmla="*/ 3726649 h 4673434"/>
              <a:gd name="connsiteX20" fmla="*/ 36195 w 7528033"/>
              <a:gd name="connsiteY20" fmla="*/ 4673434 h 4673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528033" h="4673434">
                <a:moveTo>
                  <a:pt x="36195" y="4673434"/>
                </a:moveTo>
                <a:lnTo>
                  <a:pt x="0" y="4661052"/>
                </a:lnTo>
                <a:cubicBezTo>
                  <a:pt x="953" y="4656289"/>
                  <a:pt x="145733" y="4224807"/>
                  <a:pt x="538163" y="3702837"/>
                </a:cubicBezTo>
                <a:cubicBezTo>
                  <a:pt x="768668" y="3396132"/>
                  <a:pt x="1038225" y="3118954"/>
                  <a:pt x="1340168" y="2878924"/>
                </a:cubicBezTo>
                <a:cubicBezTo>
                  <a:pt x="1717358" y="2577934"/>
                  <a:pt x="2145983" y="2334094"/>
                  <a:pt x="2613660" y="2154072"/>
                </a:cubicBezTo>
                <a:lnTo>
                  <a:pt x="2621280" y="2151214"/>
                </a:lnTo>
                <a:lnTo>
                  <a:pt x="2628900" y="2155024"/>
                </a:lnTo>
                <a:cubicBezTo>
                  <a:pt x="3289935" y="2497924"/>
                  <a:pt x="3941445" y="2718904"/>
                  <a:pt x="4513898" y="2794152"/>
                </a:cubicBezTo>
                <a:cubicBezTo>
                  <a:pt x="5095875" y="2871304"/>
                  <a:pt x="5554980" y="2790341"/>
                  <a:pt x="5841683" y="2562694"/>
                </a:cubicBezTo>
                <a:cubicBezTo>
                  <a:pt x="6168390" y="2302662"/>
                  <a:pt x="6257925" y="1849271"/>
                  <a:pt x="6102668" y="1252054"/>
                </a:cubicBezTo>
                <a:cubicBezTo>
                  <a:pt x="5969318" y="741514"/>
                  <a:pt x="6020753" y="376706"/>
                  <a:pt x="6256020" y="168109"/>
                </a:cubicBezTo>
                <a:cubicBezTo>
                  <a:pt x="6480810" y="-31916"/>
                  <a:pt x="7203281" y="27615"/>
                  <a:pt x="7391400" y="7136"/>
                </a:cubicBezTo>
                <a:cubicBezTo>
                  <a:pt x="7579519" y="-13343"/>
                  <a:pt x="7569677" y="13645"/>
                  <a:pt x="7384733" y="45236"/>
                </a:cubicBezTo>
                <a:cubicBezTo>
                  <a:pt x="7199789" y="76827"/>
                  <a:pt x="6550343" y="-41441"/>
                  <a:pt x="6281738" y="196684"/>
                </a:cubicBezTo>
                <a:cubicBezTo>
                  <a:pt x="6058853" y="394804"/>
                  <a:pt x="6011228" y="747229"/>
                  <a:pt x="6139815" y="1242529"/>
                </a:cubicBezTo>
                <a:cubicBezTo>
                  <a:pt x="6221730" y="1557806"/>
                  <a:pt x="6237923" y="1834031"/>
                  <a:pt x="6187440" y="2064537"/>
                </a:cubicBezTo>
                <a:cubicBezTo>
                  <a:pt x="6138863" y="2283612"/>
                  <a:pt x="6031230" y="2460777"/>
                  <a:pt x="5866448" y="2593174"/>
                </a:cubicBezTo>
                <a:cubicBezTo>
                  <a:pt x="5572125" y="2828441"/>
                  <a:pt x="5102543" y="2911309"/>
                  <a:pt x="4510088" y="2833204"/>
                </a:cubicBezTo>
                <a:cubicBezTo>
                  <a:pt x="3935730" y="2757004"/>
                  <a:pt x="3282315" y="2536024"/>
                  <a:pt x="2620328" y="2194077"/>
                </a:cubicBezTo>
                <a:cubicBezTo>
                  <a:pt x="1574483" y="2598889"/>
                  <a:pt x="927735" y="3251352"/>
                  <a:pt x="568643" y="3726649"/>
                </a:cubicBezTo>
                <a:cubicBezTo>
                  <a:pt x="180023" y="4242904"/>
                  <a:pt x="37148" y="4668672"/>
                  <a:pt x="36195" y="4673434"/>
                </a:cubicBezTo>
                <a:close/>
              </a:path>
            </a:pathLst>
          </a:custGeom>
          <a:gradFill>
            <a:gsLst>
              <a:gs pos="99000">
                <a:schemeClr val="accent2">
                  <a:alpha val="0"/>
                </a:schemeClr>
              </a:gs>
              <a:gs pos="32000">
                <a:srgbClr val="12ABDB">
                  <a:alpha val="17000"/>
                </a:srgbClr>
              </a:gs>
              <a:gs pos="17000">
                <a:schemeClr val="accent2">
                  <a:alpha val="0"/>
                </a:schemeClr>
              </a:gs>
              <a:gs pos="49000">
                <a:srgbClr val="12ABDB"/>
              </a:gs>
              <a:gs pos="70000">
                <a:schemeClr val="accent2"/>
              </a:gs>
            </a:gsLst>
            <a:lin ang="16200000" scaled="0"/>
          </a:gradFill>
          <a:ln w="9525" cap="flat">
            <a:noFill/>
            <a:prstDash val="solid"/>
            <a:miter/>
          </a:ln>
        </p:spPr>
        <p:txBody>
          <a:bodyPr rtlCol="0" anchor="ctr"/>
          <a:lstStyle/>
          <a:p>
            <a:endParaRPr lang="de-DE" sz="1799"/>
          </a:p>
        </p:txBody>
      </p:sp>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04707" y="4416883"/>
            <a:ext cx="11376237" cy="307777"/>
          </a:xfrm>
          <a:prstGeom prst="rect">
            <a:avLst/>
          </a:prstGeom>
        </p:spPr>
        <p:txBody>
          <a:bodyPr wrap="square" lIns="36000" tIns="0" rIns="36000">
            <a:spAutoFit/>
          </a:bodyPr>
          <a:lstStyle>
            <a:lvl1pPr marL="0" indent="0" algn="l">
              <a:buNone/>
              <a:defRPr sz="1999">
                <a:solidFill>
                  <a:schemeClr val="bg1"/>
                </a:solidFill>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a:t>Click to edit Master subtitle style</a:t>
            </a:r>
            <a:endParaRPr lang="en-GB"/>
          </a:p>
        </p:txBody>
      </p:sp>
      <p:sp>
        <p:nvSpPr>
          <p:cNvPr id="2" name="Title">
            <a:extLst>
              <a:ext uri="{FF2B5EF4-FFF2-40B4-BE49-F238E27FC236}">
                <a16:creationId xmlns:a16="http://schemas.microsoft.com/office/drawing/2014/main" id="{A5A39C93-A915-45D6-953A-AAC473CA2FEC}"/>
              </a:ext>
            </a:extLst>
          </p:cNvPr>
          <p:cNvSpPr>
            <a:spLocks noGrp="1"/>
          </p:cNvSpPr>
          <p:nvPr>
            <p:ph type="ctrTitle" hasCustomPrompt="1"/>
          </p:nvPr>
        </p:nvSpPr>
        <p:spPr>
          <a:xfrm>
            <a:off x="404708" y="2339649"/>
            <a:ext cx="11383169" cy="2030684"/>
          </a:xfrm>
        </p:spPr>
        <p:txBody>
          <a:bodyPr wrap="square" lIns="36000" rIns="36000" bIns="0" anchor="b" anchorCtr="0">
            <a:spAutoFit/>
          </a:bodyPr>
          <a:lstStyle>
            <a:lvl1pPr algn="l">
              <a:lnSpc>
                <a:spcPct val="100000"/>
              </a:lnSpc>
              <a:tabLst>
                <a:tab pos="1258510" algn="l"/>
              </a:tabLst>
              <a:defRPr sz="6598" b="0" cap="all" baseline="0">
                <a:solidFill>
                  <a:schemeClr val="bg1"/>
                </a:solidFill>
                <a:latin typeface="+mj-lt"/>
              </a:defRPr>
            </a:lvl1pPr>
          </a:lstStyle>
          <a:p>
            <a:r>
              <a:rPr lang="en-US"/>
              <a:t>Click to edit Master 		 	title style</a:t>
            </a:r>
            <a:endParaRPr lang="en-GB"/>
          </a:p>
        </p:txBody>
      </p:sp>
      <p:grpSp>
        <p:nvGrpSpPr>
          <p:cNvPr id="21" name="Graphic 4">
            <a:extLst>
              <a:ext uri="{FF2B5EF4-FFF2-40B4-BE49-F238E27FC236}">
                <a16:creationId xmlns:a16="http://schemas.microsoft.com/office/drawing/2014/main" id="{7BF3ECFE-E58F-4539-85E7-AE81B78DD1BD}"/>
              </a:ext>
            </a:extLst>
          </p:cNvPr>
          <p:cNvGrpSpPr>
            <a:grpSpLocks noChangeAspect="1"/>
          </p:cNvGrpSpPr>
          <p:nvPr userDrawn="1"/>
        </p:nvGrpSpPr>
        <p:grpSpPr>
          <a:xfrm>
            <a:off x="8570615" y="612775"/>
            <a:ext cx="3258387" cy="500422"/>
            <a:chOff x="3176111" y="1257136"/>
            <a:chExt cx="5719756" cy="878207"/>
          </a:xfrm>
        </p:grpSpPr>
        <p:sp>
          <p:nvSpPr>
            <p:cNvPr id="22" name="Freeform: Shape 21">
              <a:extLst>
                <a:ext uri="{FF2B5EF4-FFF2-40B4-BE49-F238E27FC236}">
                  <a16:creationId xmlns:a16="http://schemas.microsoft.com/office/drawing/2014/main" id="{10309AC3-C122-4C74-88E7-99E581BBEC7F}"/>
                </a:ext>
              </a:extLst>
            </p:cNvPr>
            <p:cNvSpPr/>
            <p:nvPr/>
          </p:nvSpPr>
          <p:spPr>
            <a:xfrm>
              <a:off x="8667268" y="1360960"/>
              <a:ext cx="228599" cy="485775"/>
            </a:xfrm>
            <a:custGeom>
              <a:avLst/>
              <a:gdLst>
                <a:gd name="connsiteX0" fmla="*/ 43339 w 228600"/>
                <a:gd name="connsiteY0" fmla="*/ 14764 h 485775"/>
                <a:gd name="connsiteX1" fmla="*/ 90011 w 228600"/>
                <a:gd name="connsiteY1" fmla="*/ 7144 h 485775"/>
                <a:gd name="connsiteX2" fmla="*/ 90011 w 228600"/>
                <a:gd name="connsiteY2" fmla="*/ 118586 h 485775"/>
                <a:gd name="connsiteX3" fmla="*/ 217646 w 228600"/>
                <a:gd name="connsiteY3" fmla="*/ 118586 h 485775"/>
                <a:gd name="connsiteX4" fmla="*/ 217646 w 228600"/>
                <a:gd name="connsiteY4" fmla="*/ 148114 h 485775"/>
                <a:gd name="connsiteX5" fmla="*/ 180499 w 228600"/>
                <a:gd name="connsiteY5" fmla="*/ 185261 h 485775"/>
                <a:gd name="connsiteX6" fmla="*/ 90011 w 228600"/>
                <a:gd name="connsiteY6" fmla="*/ 185261 h 485775"/>
                <a:gd name="connsiteX7" fmla="*/ 90011 w 228600"/>
                <a:gd name="connsiteY7" fmla="*/ 330994 h 485775"/>
                <a:gd name="connsiteX8" fmla="*/ 103346 w 228600"/>
                <a:gd name="connsiteY8" fmla="*/ 392906 h 485775"/>
                <a:gd name="connsiteX9" fmla="*/ 150019 w 228600"/>
                <a:gd name="connsiteY9" fmla="*/ 411004 h 485775"/>
                <a:gd name="connsiteX10" fmla="*/ 190024 w 228600"/>
                <a:gd name="connsiteY10" fmla="*/ 406241 h 485775"/>
                <a:gd name="connsiteX11" fmla="*/ 217646 w 228600"/>
                <a:gd name="connsiteY11" fmla="*/ 397669 h 485775"/>
                <a:gd name="connsiteX12" fmla="*/ 226219 w 228600"/>
                <a:gd name="connsiteY12" fmla="*/ 438626 h 485775"/>
                <a:gd name="connsiteX13" fmla="*/ 205264 w 228600"/>
                <a:gd name="connsiteY13" fmla="*/ 472916 h 485775"/>
                <a:gd name="connsiteX14" fmla="*/ 193834 w 228600"/>
                <a:gd name="connsiteY14" fmla="*/ 475774 h 485775"/>
                <a:gd name="connsiteX15" fmla="*/ 138589 w 228600"/>
                <a:gd name="connsiteY15" fmla="*/ 482441 h 485775"/>
                <a:gd name="connsiteX16" fmla="*/ 74771 w 228600"/>
                <a:gd name="connsiteY16" fmla="*/ 471964 h 485775"/>
                <a:gd name="connsiteX17" fmla="*/ 33814 w 228600"/>
                <a:gd name="connsiteY17" fmla="*/ 442436 h 485775"/>
                <a:gd name="connsiteX18" fmla="*/ 12859 w 228600"/>
                <a:gd name="connsiteY18" fmla="*/ 394811 h 485775"/>
                <a:gd name="connsiteX19" fmla="*/ 7144 w 228600"/>
                <a:gd name="connsiteY19" fmla="*/ 330994 h 485775"/>
                <a:gd name="connsiteX20" fmla="*/ 7144 w 228600"/>
                <a:gd name="connsiteY20" fmla="*/ 56674 h 485775"/>
                <a:gd name="connsiteX21" fmla="*/ 43339 w 228600"/>
                <a:gd name="connsiteY21" fmla="*/ 14764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28600" h="485775">
                  <a:moveTo>
                    <a:pt x="43339" y="14764"/>
                  </a:moveTo>
                  <a:lnTo>
                    <a:pt x="90011" y="7144"/>
                  </a:lnTo>
                  <a:lnTo>
                    <a:pt x="90011" y="118586"/>
                  </a:lnTo>
                  <a:lnTo>
                    <a:pt x="217646" y="118586"/>
                  </a:lnTo>
                  <a:lnTo>
                    <a:pt x="217646" y="148114"/>
                  </a:lnTo>
                  <a:cubicBezTo>
                    <a:pt x="217646" y="168116"/>
                    <a:pt x="201453" y="185261"/>
                    <a:pt x="180499" y="185261"/>
                  </a:cubicBezTo>
                  <a:lnTo>
                    <a:pt x="90011" y="185261"/>
                  </a:lnTo>
                  <a:lnTo>
                    <a:pt x="90011" y="330994"/>
                  </a:lnTo>
                  <a:cubicBezTo>
                    <a:pt x="90011" y="359569"/>
                    <a:pt x="94774" y="380524"/>
                    <a:pt x="103346" y="392906"/>
                  </a:cubicBezTo>
                  <a:cubicBezTo>
                    <a:pt x="112871" y="405289"/>
                    <a:pt x="128111" y="411004"/>
                    <a:pt x="150019" y="411004"/>
                  </a:cubicBezTo>
                  <a:cubicBezTo>
                    <a:pt x="165259" y="411004"/>
                    <a:pt x="178594" y="409099"/>
                    <a:pt x="190024" y="406241"/>
                  </a:cubicBezTo>
                  <a:cubicBezTo>
                    <a:pt x="201453" y="403384"/>
                    <a:pt x="210978" y="400526"/>
                    <a:pt x="217646" y="397669"/>
                  </a:cubicBezTo>
                  <a:lnTo>
                    <a:pt x="226219" y="438626"/>
                  </a:lnTo>
                  <a:cubicBezTo>
                    <a:pt x="229076" y="453866"/>
                    <a:pt x="220503" y="469106"/>
                    <a:pt x="205264" y="472916"/>
                  </a:cubicBezTo>
                  <a:lnTo>
                    <a:pt x="193834" y="475774"/>
                  </a:lnTo>
                  <a:cubicBezTo>
                    <a:pt x="178594" y="480536"/>
                    <a:pt x="159544" y="482441"/>
                    <a:pt x="138589" y="482441"/>
                  </a:cubicBezTo>
                  <a:cubicBezTo>
                    <a:pt x="112871" y="482441"/>
                    <a:pt x="91916" y="478631"/>
                    <a:pt x="74771" y="471964"/>
                  </a:cubicBezTo>
                  <a:cubicBezTo>
                    <a:pt x="57626" y="465296"/>
                    <a:pt x="44291" y="454819"/>
                    <a:pt x="33814" y="442436"/>
                  </a:cubicBezTo>
                  <a:cubicBezTo>
                    <a:pt x="23336" y="429101"/>
                    <a:pt x="16669" y="413861"/>
                    <a:pt x="12859" y="394811"/>
                  </a:cubicBezTo>
                  <a:cubicBezTo>
                    <a:pt x="9049" y="376714"/>
                    <a:pt x="7144" y="354806"/>
                    <a:pt x="7144" y="330994"/>
                  </a:cubicBezTo>
                  <a:lnTo>
                    <a:pt x="7144" y="56674"/>
                  </a:lnTo>
                  <a:cubicBezTo>
                    <a:pt x="7144" y="36671"/>
                    <a:pt x="22384" y="18574"/>
                    <a:pt x="43339" y="14764"/>
                  </a:cubicBez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23" name="Freeform: Shape 22">
              <a:extLst>
                <a:ext uri="{FF2B5EF4-FFF2-40B4-BE49-F238E27FC236}">
                  <a16:creationId xmlns:a16="http://schemas.microsoft.com/office/drawing/2014/main" id="{5B7AA504-1AE3-4045-A6AF-065DAF6C25BF}"/>
                </a:ext>
              </a:extLst>
            </p:cNvPr>
            <p:cNvSpPr/>
            <p:nvPr/>
          </p:nvSpPr>
          <p:spPr>
            <a:xfrm>
              <a:off x="7972896" y="1460972"/>
              <a:ext cx="333375" cy="381000"/>
            </a:xfrm>
            <a:custGeom>
              <a:avLst/>
              <a:gdLst>
                <a:gd name="connsiteX0" fmla="*/ 7144 w 333375"/>
                <a:gd name="connsiteY0" fmla="*/ 196691 h 381000"/>
                <a:gd name="connsiteX1" fmla="*/ 21431 w 333375"/>
                <a:gd name="connsiteY1" fmla="*/ 113824 h 381000"/>
                <a:gd name="connsiteX2" fmla="*/ 58579 w 333375"/>
                <a:gd name="connsiteY2" fmla="*/ 54769 h 381000"/>
                <a:gd name="connsiteX3" fmla="*/ 111919 w 333375"/>
                <a:gd name="connsiteY3" fmla="*/ 19526 h 381000"/>
                <a:gd name="connsiteX4" fmla="*/ 173831 w 333375"/>
                <a:gd name="connsiteY4" fmla="*/ 7144 h 381000"/>
                <a:gd name="connsiteX5" fmla="*/ 289084 w 333375"/>
                <a:gd name="connsiteY5" fmla="*/ 52864 h 381000"/>
                <a:gd name="connsiteX6" fmla="*/ 330041 w 333375"/>
                <a:gd name="connsiteY6" fmla="*/ 189071 h 381000"/>
                <a:gd name="connsiteX7" fmla="*/ 330041 w 333375"/>
                <a:gd name="connsiteY7" fmla="*/ 204311 h 381000"/>
                <a:gd name="connsiteX8" fmla="*/ 329089 w 333375"/>
                <a:gd name="connsiteY8" fmla="*/ 219551 h 381000"/>
                <a:gd name="connsiteX9" fmla="*/ 93822 w 333375"/>
                <a:gd name="connsiteY9" fmla="*/ 219551 h 381000"/>
                <a:gd name="connsiteX10" fmla="*/ 124301 w 333375"/>
                <a:gd name="connsiteY10" fmla="*/ 286226 h 381000"/>
                <a:gd name="connsiteX11" fmla="*/ 202406 w 333375"/>
                <a:gd name="connsiteY11" fmla="*/ 310039 h 381000"/>
                <a:gd name="connsiteX12" fmla="*/ 257651 w 333375"/>
                <a:gd name="connsiteY12" fmla="*/ 304324 h 381000"/>
                <a:gd name="connsiteX13" fmla="*/ 269081 w 333375"/>
                <a:gd name="connsiteY13" fmla="*/ 301466 h 381000"/>
                <a:gd name="connsiteX14" fmla="*/ 301466 w 333375"/>
                <a:gd name="connsiteY14" fmla="*/ 323374 h 381000"/>
                <a:gd name="connsiteX15" fmla="*/ 307181 w 333375"/>
                <a:gd name="connsiteY15" fmla="*/ 360521 h 381000"/>
                <a:gd name="connsiteX16" fmla="*/ 288131 w 333375"/>
                <a:gd name="connsiteY16" fmla="*/ 368141 h 381000"/>
                <a:gd name="connsiteX17" fmla="*/ 260509 w 333375"/>
                <a:gd name="connsiteY17" fmla="*/ 374809 h 381000"/>
                <a:gd name="connsiteX18" fmla="*/ 227172 w 333375"/>
                <a:gd name="connsiteY18" fmla="*/ 379571 h 381000"/>
                <a:gd name="connsiteX19" fmla="*/ 190976 w 333375"/>
                <a:gd name="connsiteY19" fmla="*/ 381476 h 381000"/>
                <a:gd name="connsiteX20" fmla="*/ 109061 w 333375"/>
                <a:gd name="connsiteY20" fmla="*/ 367189 h 381000"/>
                <a:gd name="connsiteX21" fmla="*/ 51911 w 333375"/>
                <a:gd name="connsiteY21" fmla="*/ 328136 h 381000"/>
                <a:gd name="connsiteX22" fmla="*/ 18574 w 333375"/>
                <a:gd name="connsiteY22" fmla="*/ 269081 h 381000"/>
                <a:gd name="connsiteX23" fmla="*/ 7144 w 333375"/>
                <a:gd name="connsiteY23" fmla="*/ 196691 h 381000"/>
                <a:gd name="connsiteX24" fmla="*/ 246222 w 333375"/>
                <a:gd name="connsiteY24" fmla="*/ 159544 h 381000"/>
                <a:gd name="connsiteX25" fmla="*/ 241459 w 333375"/>
                <a:gd name="connsiteY25" fmla="*/ 127159 h 381000"/>
                <a:gd name="connsiteX26" fmla="*/ 227172 w 333375"/>
                <a:gd name="connsiteY26" fmla="*/ 100489 h 381000"/>
                <a:gd name="connsiteX27" fmla="*/ 204311 w 333375"/>
                <a:gd name="connsiteY27" fmla="*/ 82391 h 381000"/>
                <a:gd name="connsiteX28" fmla="*/ 172879 w 333375"/>
                <a:gd name="connsiteY28" fmla="*/ 75724 h 381000"/>
                <a:gd name="connsiteX29" fmla="*/ 139541 w 333375"/>
                <a:gd name="connsiteY29" fmla="*/ 83344 h 381000"/>
                <a:gd name="connsiteX30" fmla="*/ 115729 w 333375"/>
                <a:gd name="connsiteY30" fmla="*/ 102394 h 381000"/>
                <a:gd name="connsiteX31" fmla="*/ 100489 w 333375"/>
                <a:gd name="connsiteY31" fmla="*/ 129064 h 381000"/>
                <a:gd name="connsiteX32" fmla="*/ 92869 w 333375"/>
                <a:gd name="connsiteY32" fmla="*/ 159544 h 381000"/>
                <a:gd name="connsiteX33" fmla="*/ 246222 w 333375"/>
                <a:gd name="connsiteY33" fmla="*/ 159544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33375" h="381000">
                  <a:moveTo>
                    <a:pt x="7144" y="196691"/>
                  </a:moveTo>
                  <a:cubicBezTo>
                    <a:pt x="7144" y="165259"/>
                    <a:pt x="11906" y="137636"/>
                    <a:pt x="21431" y="113824"/>
                  </a:cubicBezTo>
                  <a:cubicBezTo>
                    <a:pt x="30956" y="90011"/>
                    <a:pt x="43339" y="70009"/>
                    <a:pt x="58579" y="54769"/>
                  </a:cubicBezTo>
                  <a:cubicBezTo>
                    <a:pt x="73819" y="38576"/>
                    <a:pt x="91916" y="27146"/>
                    <a:pt x="111919" y="19526"/>
                  </a:cubicBezTo>
                  <a:cubicBezTo>
                    <a:pt x="131922" y="11906"/>
                    <a:pt x="152876" y="7144"/>
                    <a:pt x="173831" y="7144"/>
                  </a:cubicBezTo>
                  <a:cubicBezTo>
                    <a:pt x="223361" y="7144"/>
                    <a:pt x="261461" y="22384"/>
                    <a:pt x="289084" y="52864"/>
                  </a:cubicBezTo>
                  <a:cubicBezTo>
                    <a:pt x="316706" y="83344"/>
                    <a:pt x="330041" y="129064"/>
                    <a:pt x="330041" y="189071"/>
                  </a:cubicBezTo>
                  <a:cubicBezTo>
                    <a:pt x="330041" y="193834"/>
                    <a:pt x="330041" y="198596"/>
                    <a:pt x="330041" y="204311"/>
                  </a:cubicBezTo>
                  <a:cubicBezTo>
                    <a:pt x="330041" y="210026"/>
                    <a:pt x="329089" y="214789"/>
                    <a:pt x="329089" y="219551"/>
                  </a:cubicBezTo>
                  <a:lnTo>
                    <a:pt x="93822" y="219551"/>
                  </a:lnTo>
                  <a:cubicBezTo>
                    <a:pt x="95726" y="248126"/>
                    <a:pt x="106204" y="270034"/>
                    <a:pt x="124301" y="286226"/>
                  </a:cubicBezTo>
                  <a:cubicBezTo>
                    <a:pt x="142399" y="301466"/>
                    <a:pt x="168116" y="310039"/>
                    <a:pt x="202406" y="310039"/>
                  </a:cubicBezTo>
                  <a:cubicBezTo>
                    <a:pt x="222409" y="310039"/>
                    <a:pt x="240506" y="308134"/>
                    <a:pt x="257651" y="304324"/>
                  </a:cubicBezTo>
                  <a:cubicBezTo>
                    <a:pt x="261461" y="303371"/>
                    <a:pt x="266224" y="302419"/>
                    <a:pt x="269081" y="301466"/>
                  </a:cubicBezTo>
                  <a:cubicBezTo>
                    <a:pt x="284322" y="297656"/>
                    <a:pt x="298609" y="308134"/>
                    <a:pt x="301466" y="323374"/>
                  </a:cubicBezTo>
                  <a:lnTo>
                    <a:pt x="307181" y="360521"/>
                  </a:lnTo>
                  <a:cubicBezTo>
                    <a:pt x="302419" y="362426"/>
                    <a:pt x="296704" y="365284"/>
                    <a:pt x="288131" y="368141"/>
                  </a:cubicBezTo>
                  <a:cubicBezTo>
                    <a:pt x="280511" y="370999"/>
                    <a:pt x="270986" y="372904"/>
                    <a:pt x="260509" y="374809"/>
                  </a:cubicBezTo>
                  <a:cubicBezTo>
                    <a:pt x="250031" y="376714"/>
                    <a:pt x="239554" y="378619"/>
                    <a:pt x="227172" y="379571"/>
                  </a:cubicBezTo>
                  <a:cubicBezTo>
                    <a:pt x="214789" y="380524"/>
                    <a:pt x="203359" y="381476"/>
                    <a:pt x="190976" y="381476"/>
                  </a:cubicBezTo>
                  <a:cubicBezTo>
                    <a:pt x="159544" y="381476"/>
                    <a:pt x="131922" y="376714"/>
                    <a:pt x="109061" y="367189"/>
                  </a:cubicBezTo>
                  <a:cubicBezTo>
                    <a:pt x="86201" y="357664"/>
                    <a:pt x="67151" y="345281"/>
                    <a:pt x="51911" y="328136"/>
                  </a:cubicBezTo>
                  <a:cubicBezTo>
                    <a:pt x="36672" y="311944"/>
                    <a:pt x="26194" y="291941"/>
                    <a:pt x="18574" y="269081"/>
                  </a:cubicBezTo>
                  <a:cubicBezTo>
                    <a:pt x="10954" y="248126"/>
                    <a:pt x="7144" y="223361"/>
                    <a:pt x="7144" y="196691"/>
                  </a:cubicBezTo>
                  <a:close/>
                  <a:moveTo>
                    <a:pt x="246222" y="159544"/>
                  </a:moveTo>
                  <a:cubicBezTo>
                    <a:pt x="246222" y="148114"/>
                    <a:pt x="244316" y="137636"/>
                    <a:pt x="241459" y="127159"/>
                  </a:cubicBezTo>
                  <a:cubicBezTo>
                    <a:pt x="238601" y="116681"/>
                    <a:pt x="233839" y="108109"/>
                    <a:pt x="227172" y="100489"/>
                  </a:cubicBezTo>
                  <a:cubicBezTo>
                    <a:pt x="221456" y="92869"/>
                    <a:pt x="213836" y="87154"/>
                    <a:pt x="204311" y="82391"/>
                  </a:cubicBezTo>
                  <a:cubicBezTo>
                    <a:pt x="195739" y="77629"/>
                    <a:pt x="185261" y="75724"/>
                    <a:pt x="172879" y="75724"/>
                  </a:cubicBezTo>
                  <a:cubicBezTo>
                    <a:pt x="160497" y="75724"/>
                    <a:pt x="149066" y="78581"/>
                    <a:pt x="139541" y="83344"/>
                  </a:cubicBezTo>
                  <a:cubicBezTo>
                    <a:pt x="130016" y="88106"/>
                    <a:pt x="121444" y="94774"/>
                    <a:pt x="115729" y="102394"/>
                  </a:cubicBezTo>
                  <a:cubicBezTo>
                    <a:pt x="110014" y="110014"/>
                    <a:pt x="104299" y="118586"/>
                    <a:pt x="100489" y="129064"/>
                  </a:cubicBezTo>
                  <a:cubicBezTo>
                    <a:pt x="96679" y="139541"/>
                    <a:pt x="94774" y="149066"/>
                    <a:pt x="92869" y="159544"/>
                  </a:cubicBezTo>
                  <a:lnTo>
                    <a:pt x="246222" y="159544"/>
                  </a:ln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24" name="Freeform: Shape 23">
              <a:extLst>
                <a:ext uri="{FF2B5EF4-FFF2-40B4-BE49-F238E27FC236}">
                  <a16:creationId xmlns:a16="http://schemas.microsoft.com/office/drawing/2014/main" id="{B5A57C37-16E6-42D6-A260-599049014ADD}"/>
                </a:ext>
              </a:extLst>
            </p:cNvPr>
            <p:cNvSpPr/>
            <p:nvPr/>
          </p:nvSpPr>
          <p:spPr>
            <a:xfrm>
              <a:off x="7182323" y="1317145"/>
              <a:ext cx="114301" cy="114301"/>
            </a:xfrm>
            <a:custGeom>
              <a:avLst/>
              <a:gdLst>
                <a:gd name="connsiteX0" fmla="*/ 109061 w 114300"/>
                <a:gd name="connsiteY0" fmla="*/ 58579 h 114300"/>
                <a:gd name="connsiteX1" fmla="*/ 93821 w 114300"/>
                <a:gd name="connsiteY1" fmla="*/ 95726 h 114300"/>
                <a:gd name="connsiteX2" fmla="*/ 58579 w 114300"/>
                <a:gd name="connsiteY2" fmla="*/ 109061 h 114300"/>
                <a:gd name="connsiteX3" fmla="*/ 22384 w 114300"/>
                <a:gd name="connsiteY3" fmla="*/ 95726 h 114300"/>
                <a:gd name="connsiteX4" fmla="*/ 7144 w 114300"/>
                <a:gd name="connsiteY4" fmla="*/ 58579 h 114300"/>
                <a:gd name="connsiteX5" fmla="*/ 22384 w 114300"/>
                <a:gd name="connsiteY5" fmla="*/ 20479 h 114300"/>
                <a:gd name="connsiteX6" fmla="*/ 58579 w 114300"/>
                <a:gd name="connsiteY6" fmla="*/ 7144 h 114300"/>
                <a:gd name="connsiteX7" fmla="*/ 93821 w 114300"/>
                <a:gd name="connsiteY7" fmla="*/ 20479 h 114300"/>
                <a:gd name="connsiteX8" fmla="*/ 109061 w 114300"/>
                <a:gd name="connsiteY8" fmla="*/ 58579 h 114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00" h="114300">
                  <a:moveTo>
                    <a:pt x="109061" y="58579"/>
                  </a:moveTo>
                  <a:cubicBezTo>
                    <a:pt x="109061" y="73819"/>
                    <a:pt x="104299" y="86201"/>
                    <a:pt x="93821" y="95726"/>
                  </a:cubicBezTo>
                  <a:cubicBezTo>
                    <a:pt x="83344" y="105251"/>
                    <a:pt x="71914" y="109061"/>
                    <a:pt x="58579" y="109061"/>
                  </a:cubicBezTo>
                  <a:cubicBezTo>
                    <a:pt x="44291" y="109061"/>
                    <a:pt x="31909" y="104299"/>
                    <a:pt x="22384" y="95726"/>
                  </a:cubicBezTo>
                  <a:cubicBezTo>
                    <a:pt x="11906" y="86201"/>
                    <a:pt x="7144" y="73819"/>
                    <a:pt x="7144" y="58579"/>
                  </a:cubicBezTo>
                  <a:cubicBezTo>
                    <a:pt x="7144" y="42386"/>
                    <a:pt x="11906" y="30004"/>
                    <a:pt x="22384" y="20479"/>
                  </a:cubicBezTo>
                  <a:cubicBezTo>
                    <a:pt x="32861" y="10954"/>
                    <a:pt x="44291" y="7144"/>
                    <a:pt x="58579" y="7144"/>
                  </a:cubicBezTo>
                  <a:cubicBezTo>
                    <a:pt x="71914" y="7144"/>
                    <a:pt x="84296" y="11906"/>
                    <a:pt x="93821" y="20479"/>
                  </a:cubicBezTo>
                  <a:cubicBezTo>
                    <a:pt x="104299" y="30004"/>
                    <a:pt x="109061" y="43339"/>
                    <a:pt x="109061" y="58579"/>
                  </a:cubicBez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25" name="Freeform: Shape 24">
              <a:extLst>
                <a:ext uri="{FF2B5EF4-FFF2-40B4-BE49-F238E27FC236}">
                  <a16:creationId xmlns:a16="http://schemas.microsoft.com/office/drawing/2014/main" id="{8A008D74-B0E0-42E6-BF3A-A69FDEE3A1CA}"/>
                </a:ext>
              </a:extLst>
            </p:cNvPr>
            <p:cNvSpPr/>
            <p:nvPr/>
          </p:nvSpPr>
          <p:spPr>
            <a:xfrm>
              <a:off x="7192800" y="1473355"/>
              <a:ext cx="95250" cy="371475"/>
            </a:xfrm>
            <a:custGeom>
              <a:avLst/>
              <a:gdLst>
                <a:gd name="connsiteX0" fmla="*/ 90011 w 95250"/>
                <a:gd name="connsiteY0" fmla="*/ 366236 h 371475"/>
                <a:gd name="connsiteX1" fmla="*/ 67151 w 95250"/>
                <a:gd name="connsiteY1" fmla="*/ 366236 h 371475"/>
                <a:gd name="connsiteX2" fmla="*/ 7144 w 95250"/>
                <a:gd name="connsiteY2" fmla="*/ 306229 h 371475"/>
                <a:gd name="connsiteX3" fmla="*/ 7144 w 95250"/>
                <a:gd name="connsiteY3" fmla="*/ 7144 h 371475"/>
                <a:gd name="connsiteX4" fmla="*/ 35719 w 95250"/>
                <a:gd name="connsiteY4" fmla="*/ 7144 h 371475"/>
                <a:gd name="connsiteX5" fmla="*/ 90011 w 95250"/>
                <a:gd name="connsiteY5" fmla="*/ 62389 h 371475"/>
                <a:gd name="connsiteX6" fmla="*/ 90011 w 95250"/>
                <a:gd name="connsiteY6" fmla="*/ 366236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250" h="371475">
                  <a:moveTo>
                    <a:pt x="90011" y="366236"/>
                  </a:moveTo>
                  <a:lnTo>
                    <a:pt x="67151" y="366236"/>
                  </a:lnTo>
                  <a:cubicBezTo>
                    <a:pt x="33814" y="366236"/>
                    <a:pt x="7144" y="339566"/>
                    <a:pt x="7144" y="306229"/>
                  </a:cubicBezTo>
                  <a:lnTo>
                    <a:pt x="7144" y="7144"/>
                  </a:lnTo>
                  <a:lnTo>
                    <a:pt x="35719" y="7144"/>
                  </a:lnTo>
                  <a:cubicBezTo>
                    <a:pt x="66199" y="7144"/>
                    <a:pt x="90011" y="31909"/>
                    <a:pt x="90011" y="62389"/>
                  </a:cubicBezTo>
                  <a:lnTo>
                    <a:pt x="90011" y="366236"/>
                  </a:ln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26" name="Freeform: Shape 25">
              <a:extLst>
                <a:ext uri="{FF2B5EF4-FFF2-40B4-BE49-F238E27FC236}">
                  <a16:creationId xmlns:a16="http://schemas.microsoft.com/office/drawing/2014/main" id="{E292B3DC-1391-48D9-846E-05CEFD0416BB}"/>
                </a:ext>
              </a:extLst>
            </p:cNvPr>
            <p:cNvSpPr/>
            <p:nvPr/>
          </p:nvSpPr>
          <p:spPr>
            <a:xfrm>
              <a:off x="7637617" y="1474308"/>
              <a:ext cx="352426" cy="371475"/>
            </a:xfrm>
            <a:custGeom>
              <a:avLst/>
              <a:gdLst>
                <a:gd name="connsiteX0" fmla="*/ 287179 w 352425"/>
                <a:gd name="connsiteY0" fmla="*/ 7144 h 371475"/>
                <a:gd name="connsiteX1" fmla="*/ 250031 w 352425"/>
                <a:gd name="connsiteY1" fmla="*/ 43339 h 371475"/>
                <a:gd name="connsiteX2" fmla="*/ 179547 w 352425"/>
                <a:gd name="connsiteY2" fmla="*/ 246221 h 371475"/>
                <a:gd name="connsiteX3" fmla="*/ 106204 w 352425"/>
                <a:gd name="connsiteY3" fmla="*/ 47149 h 371475"/>
                <a:gd name="connsiteX4" fmla="*/ 68104 w 352425"/>
                <a:gd name="connsiteY4" fmla="*/ 7144 h 371475"/>
                <a:gd name="connsiteX5" fmla="*/ 27147 w 352425"/>
                <a:gd name="connsiteY5" fmla="*/ 7144 h 371475"/>
                <a:gd name="connsiteX6" fmla="*/ 7144 w 352425"/>
                <a:gd name="connsiteY6" fmla="*/ 7144 h 371475"/>
                <a:gd name="connsiteX7" fmla="*/ 130969 w 352425"/>
                <a:gd name="connsiteY7" fmla="*/ 329089 h 371475"/>
                <a:gd name="connsiteX8" fmla="*/ 171927 w 352425"/>
                <a:gd name="connsiteY8" fmla="*/ 365284 h 371475"/>
                <a:gd name="connsiteX9" fmla="*/ 213836 w 352425"/>
                <a:gd name="connsiteY9" fmla="*/ 365284 h 371475"/>
                <a:gd name="connsiteX10" fmla="*/ 350044 w 352425"/>
                <a:gd name="connsiteY10" fmla="*/ 7144 h 371475"/>
                <a:gd name="connsiteX11" fmla="*/ 287179 w 352425"/>
                <a:gd name="connsiteY11" fmla="*/ 7144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425" h="371475">
                  <a:moveTo>
                    <a:pt x="287179" y="7144"/>
                  </a:moveTo>
                  <a:cubicBezTo>
                    <a:pt x="265272" y="7144"/>
                    <a:pt x="259556" y="18574"/>
                    <a:pt x="250031" y="43339"/>
                  </a:cubicBezTo>
                  <a:lnTo>
                    <a:pt x="179547" y="246221"/>
                  </a:lnTo>
                  <a:lnTo>
                    <a:pt x="106204" y="47149"/>
                  </a:lnTo>
                  <a:cubicBezTo>
                    <a:pt x="97631" y="21431"/>
                    <a:pt x="90011" y="7144"/>
                    <a:pt x="68104" y="7144"/>
                  </a:cubicBezTo>
                  <a:lnTo>
                    <a:pt x="27147" y="7144"/>
                  </a:lnTo>
                  <a:lnTo>
                    <a:pt x="7144" y="7144"/>
                  </a:lnTo>
                  <a:lnTo>
                    <a:pt x="130969" y="329089"/>
                  </a:lnTo>
                  <a:cubicBezTo>
                    <a:pt x="142399" y="352901"/>
                    <a:pt x="150019" y="365284"/>
                    <a:pt x="171927" y="365284"/>
                  </a:cubicBezTo>
                  <a:lnTo>
                    <a:pt x="213836" y="365284"/>
                  </a:lnTo>
                  <a:lnTo>
                    <a:pt x="350044" y="7144"/>
                  </a:lnTo>
                  <a:lnTo>
                    <a:pt x="287179" y="7144"/>
                  </a:ln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27" name="Freeform: Shape 26">
              <a:extLst>
                <a:ext uri="{FF2B5EF4-FFF2-40B4-BE49-F238E27FC236}">
                  <a16:creationId xmlns:a16="http://schemas.microsoft.com/office/drawing/2014/main" id="{833E1EC1-25FD-4624-BD09-B217498D6D1D}"/>
                </a:ext>
              </a:extLst>
            </p:cNvPr>
            <p:cNvSpPr/>
            <p:nvPr/>
          </p:nvSpPr>
          <p:spPr>
            <a:xfrm>
              <a:off x="7326150"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2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2" y="80486"/>
                  </a:cubicBezTo>
                  <a:cubicBezTo>
                    <a:pt x="128111" y="79534"/>
                    <a:pt x="139541" y="78581"/>
                    <a:pt x="150019" y="78581"/>
                  </a:cubicBezTo>
                  <a:cubicBezTo>
                    <a:pt x="164307"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8134"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28" name="Freeform: Shape 27">
              <a:extLst>
                <a:ext uri="{FF2B5EF4-FFF2-40B4-BE49-F238E27FC236}">
                  <a16:creationId xmlns:a16="http://schemas.microsoft.com/office/drawing/2014/main" id="{11BC357C-8099-449E-A990-E836FE021531}"/>
                </a:ext>
              </a:extLst>
            </p:cNvPr>
            <p:cNvSpPr/>
            <p:nvPr/>
          </p:nvSpPr>
          <p:spPr>
            <a:xfrm>
              <a:off x="8331989"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1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1" y="80486"/>
                  </a:cubicBezTo>
                  <a:cubicBezTo>
                    <a:pt x="128111" y="79534"/>
                    <a:pt x="139541" y="78581"/>
                    <a:pt x="150019" y="78581"/>
                  </a:cubicBezTo>
                  <a:cubicBezTo>
                    <a:pt x="164306"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7181"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29" name="Freeform: Shape 28">
              <a:extLst>
                <a:ext uri="{FF2B5EF4-FFF2-40B4-BE49-F238E27FC236}">
                  <a16:creationId xmlns:a16="http://schemas.microsoft.com/office/drawing/2014/main" id="{FE77743C-7D47-43DB-9886-C1ACA5F2E254}"/>
                </a:ext>
              </a:extLst>
            </p:cNvPr>
            <p:cNvSpPr/>
            <p:nvPr/>
          </p:nvSpPr>
          <p:spPr>
            <a:xfrm>
              <a:off x="6619395" y="1521933"/>
              <a:ext cx="457199" cy="371475"/>
            </a:xfrm>
            <a:custGeom>
              <a:avLst/>
              <a:gdLst>
                <a:gd name="connsiteX0" fmla="*/ 304324 w 457200"/>
                <a:gd name="connsiteY0" fmla="*/ 261461 h 371475"/>
                <a:gd name="connsiteX1" fmla="*/ 456724 w 457200"/>
                <a:gd name="connsiteY1" fmla="*/ 110014 h 371475"/>
                <a:gd name="connsiteX2" fmla="*/ 344329 w 457200"/>
                <a:gd name="connsiteY2" fmla="*/ 7144 h 371475"/>
                <a:gd name="connsiteX3" fmla="*/ 125254 w 457200"/>
                <a:gd name="connsiteY3" fmla="*/ 241459 h 371475"/>
                <a:gd name="connsiteX4" fmla="*/ 7144 w 457200"/>
                <a:gd name="connsiteY4" fmla="*/ 348139 h 371475"/>
                <a:gd name="connsiteX5" fmla="*/ 96679 w 457200"/>
                <a:gd name="connsiteY5" fmla="*/ 372904 h 371475"/>
                <a:gd name="connsiteX6" fmla="*/ 306229 w 457200"/>
                <a:gd name="connsiteY6" fmla="*/ 304324 h 371475"/>
                <a:gd name="connsiteX7" fmla="*/ 200501 w 457200"/>
                <a:gd name="connsiteY7" fmla="*/ 210026 h 371475"/>
                <a:gd name="connsiteX8" fmla="*/ 304324 w 457200"/>
                <a:gd name="connsiteY8" fmla="*/ 26146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7200" h="371475">
                  <a:moveTo>
                    <a:pt x="304324" y="261461"/>
                  </a:moveTo>
                  <a:cubicBezTo>
                    <a:pt x="390049" y="261461"/>
                    <a:pt x="455771" y="191929"/>
                    <a:pt x="456724" y="110014"/>
                  </a:cubicBezTo>
                  <a:cubicBezTo>
                    <a:pt x="451009" y="73819"/>
                    <a:pt x="438626" y="7144"/>
                    <a:pt x="344329" y="7144"/>
                  </a:cubicBezTo>
                  <a:cubicBezTo>
                    <a:pt x="242411" y="7144"/>
                    <a:pt x="208121" y="150019"/>
                    <a:pt x="125254" y="241459"/>
                  </a:cubicBezTo>
                  <a:cubicBezTo>
                    <a:pt x="118586" y="293846"/>
                    <a:pt x="69056" y="340519"/>
                    <a:pt x="7144" y="348139"/>
                  </a:cubicBezTo>
                  <a:cubicBezTo>
                    <a:pt x="22384" y="364331"/>
                    <a:pt x="55721" y="372904"/>
                    <a:pt x="96679" y="372904"/>
                  </a:cubicBezTo>
                  <a:cubicBezTo>
                    <a:pt x="170021" y="372904"/>
                    <a:pt x="259556" y="350996"/>
                    <a:pt x="306229" y="304324"/>
                  </a:cubicBezTo>
                  <a:cubicBezTo>
                    <a:pt x="244316" y="305276"/>
                    <a:pt x="204311" y="265271"/>
                    <a:pt x="200501" y="210026"/>
                  </a:cubicBezTo>
                  <a:cubicBezTo>
                    <a:pt x="230029" y="247174"/>
                    <a:pt x="264319" y="261461"/>
                    <a:pt x="304324" y="261461"/>
                  </a:cubicBezTo>
                  <a:close/>
                </a:path>
              </a:pathLst>
            </a:custGeom>
            <a:solidFill>
              <a:srgbClr val="17ABDB"/>
            </a:solidFill>
            <a:ln w="9525" cap="flat">
              <a:noFill/>
              <a:prstDash val="solid"/>
              <a:miter/>
            </a:ln>
          </p:spPr>
          <p:txBody>
            <a:bodyPr lIns="73152" tIns="36576" rIns="73152" bIns="36576" rtlCol="0" anchor="ctr"/>
            <a:lstStyle/>
            <a:p>
              <a:endParaRPr lang="de-DE" sz="1799"/>
            </a:p>
          </p:txBody>
        </p:sp>
        <p:sp>
          <p:nvSpPr>
            <p:cNvPr id="30" name="Freeform: Shape 29">
              <a:extLst>
                <a:ext uri="{FF2B5EF4-FFF2-40B4-BE49-F238E27FC236}">
                  <a16:creationId xmlns:a16="http://schemas.microsoft.com/office/drawing/2014/main" id="{D0B084C4-673C-4E90-AD06-8A2154558592}"/>
                </a:ext>
              </a:extLst>
            </p:cNvPr>
            <p:cNvSpPr/>
            <p:nvPr/>
          </p:nvSpPr>
          <p:spPr>
            <a:xfrm>
              <a:off x="3176111" y="1268567"/>
              <a:ext cx="3171823" cy="866776"/>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31" name="Freeform: Shape 30">
              <a:extLst>
                <a:ext uri="{FF2B5EF4-FFF2-40B4-BE49-F238E27FC236}">
                  <a16:creationId xmlns:a16="http://schemas.microsoft.com/office/drawing/2014/main" id="{AC7F4546-B02F-4C41-8E3A-9A1EA3332738}"/>
                </a:ext>
              </a:extLst>
            </p:cNvPr>
            <p:cNvSpPr/>
            <p:nvPr/>
          </p:nvSpPr>
          <p:spPr>
            <a:xfrm>
              <a:off x="5565899" y="1311398"/>
              <a:ext cx="95250" cy="104775"/>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32" name="Freeform: Shape 31">
              <a:extLst>
                <a:ext uri="{FF2B5EF4-FFF2-40B4-BE49-F238E27FC236}">
                  <a16:creationId xmlns:a16="http://schemas.microsoft.com/office/drawing/2014/main" id="{E9EEFE14-696B-4433-A402-9B256D708F06}"/>
                </a:ext>
              </a:extLst>
            </p:cNvPr>
            <p:cNvSpPr/>
            <p:nvPr/>
          </p:nvSpPr>
          <p:spPr>
            <a:xfrm>
              <a:off x="6186959" y="1329492"/>
              <a:ext cx="95250" cy="95250"/>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solidFill>
              <a:srgbClr val="0072AF"/>
            </a:solidFill>
            <a:ln w="9525" cap="flat">
              <a:noFill/>
              <a:prstDash val="solid"/>
              <a:miter/>
            </a:ln>
          </p:spPr>
          <p:txBody>
            <a:bodyPr lIns="73152" tIns="36576" rIns="73152" bIns="36576" rtlCol="0" anchor="ctr"/>
            <a:lstStyle/>
            <a:p>
              <a:endParaRPr lang="de-DE" sz="1799"/>
            </a:p>
          </p:txBody>
        </p:sp>
        <p:sp>
          <p:nvSpPr>
            <p:cNvPr id="33" name="Freeform: Shape 32">
              <a:extLst>
                <a:ext uri="{FF2B5EF4-FFF2-40B4-BE49-F238E27FC236}">
                  <a16:creationId xmlns:a16="http://schemas.microsoft.com/office/drawing/2014/main" id="{2C10FE68-C742-4D9D-B2A8-E3F146C9514D}"/>
                </a:ext>
              </a:extLst>
            </p:cNvPr>
            <p:cNvSpPr/>
            <p:nvPr/>
          </p:nvSpPr>
          <p:spPr>
            <a:xfrm>
              <a:off x="6386989" y="1257136"/>
              <a:ext cx="695324" cy="581025"/>
            </a:xfrm>
            <a:custGeom>
              <a:avLst/>
              <a:gdLst>
                <a:gd name="connsiteX0" fmla="*/ 689134 w 695325"/>
                <a:gd name="connsiteY0" fmla="*/ 368141 h 581025"/>
                <a:gd name="connsiteX1" fmla="*/ 571024 w 695325"/>
                <a:gd name="connsiteY1" fmla="*/ 127159 h 581025"/>
                <a:gd name="connsiteX2" fmla="*/ 388144 w 695325"/>
                <a:gd name="connsiteY2" fmla="*/ 13811 h 581025"/>
                <a:gd name="connsiteX3" fmla="*/ 371951 w 695325"/>
                <a:gd name="connsiteY3" fmla="*/ 7144 h 581025"/>
                <a:gd name="connsiteX4" fmla="*/ 371951 w 695325"/>
                <a:gd name="connsiteY4" fmla="*/ 7144 h 581025"/>
                <a:gd name="connsiteX5" fmla="*/ 371951 w 695325"/>
                <a:gd name="connsiteY5" fmla="*/ 7144 h 581025"/>
                <a:gd name="connsiteX6" fmla="*/ 7144 w 695325"/>
                <a:gd name="connsiteY6" fmla="*/ 383381 h 581025"/>
                <a:gd name="connsiteX7" fmla="*/ 132874 w 695325"/>
                <a:gd name="connsiteY7" fmla="*/ 569119 h 581025"/>
                <a:gd name="connsiteX8" fmla="*/ 262414 w 695325"/>
                <a:gd name="connsiteY8" fmla="*/ 571976 h 581025"/>
                <a:gd name="connsiteX9" fmla="*/ 358616 w 695325"/>
                <a:gd name="connsiteY9" fmla="*/ 506254 h 581025"/>
                <a:gd name="connsiteX10" fmla="*/ 577692 w 695325"/>
                <a:gd name="connsiteY10" fmla="*/ 271939 h 581025"/>
                <a:gd name="connsiteX11" fmla="*/ 690086 w 695325"/>
                <a:gd name="connsiteY11" fmla="*/ 374809 h 581025"/>
                <a:gd name="connsiteX12" fmla="*/ 689134 w 695325"/>
                <a:gd name="connsiteY12" fmla="*/ 368141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95325" h="581025">
                  <a:moveTo>
                    <a:pt x="689134" y="368141"/>
                  </a:moveTo>
                  <a:cubicBezTo>
                    <a:pt x="687229" y="271939"/>
                    <a:pt x="641509" y="191929"/>
                    <a:pt x="571024" y="127159"/>
                  </a:cubicBezTo>
                  <a:cubicBezTo>
                    <a:pt x="517684" y="78581"/>
                    <a:pt x="453866" y="41434"/>
                    <a:pt x="388144" y="13811"/>
                  </a:cubicBezTo>
                  <a:cubicBezTo>
                    <a:pt x="382429" y="11906"/>
                    <a:pt x="377666" y="9049"/>
                    <a:pt x="371951" y="7144"/>
                  </a:cubicBezTo>
                  <a:lnTo>
                    <a:pt x="371951" y="7144"/>
                  </a:lnTo>
                  <a:cubicBezTo>
                    <a:pt x="371951" y="7144"/>
                    <a:pt x="371951" y="7144"/>
                    <a:pt x="371951" y="7144"/>
                  </a:cubicBezTo>
                  <a:cubicBezTo>
                    <a:pt x="290036" y="105251"/>
                    <a:pt x="7144" y="178594"/>
                    <a:pt x="7144" y="383381"/>
                  </a:cubicBezTo>
                  <a:cubicBezTo>
                    <a:pt x="7144" y="463391"/>
                    <a:pt x="57626" y="538639"/>
                    <a:pt x="132874" y="569119"/>
                  </a:cubicBezTo>
                  <a:cubicBezTo>
                    <a:pt x="175736" y="585311"/>
                    <a:pt x="219551" y="586264"/>
                    <a:pt x="262414" y="571976"/>
                  </a:cubicBezTo>
                  <a:cubicBezTo>
                    <a:pt x="300514" y="559594"/>
                    <a:pt x="332899" y="535781"/>
                    <a:pt x="358616" y="506254"/>
                  </a:cubicBezTo>
                  <a:cubicBezTo>
                    <a:pt x="441484" y="413861"/>
                    <a:pt x="475774" y="271939"/>
                    <a:pt x="577692" y="271939"/>
                  </a:cubicBezTo>
                  <a:cubicBezTo>
                    <a:pt x="671036" y="271939"/>
                    <a:pt x="683419" y="338614"/>
                    <a:pt x="690086" y="374809"/>
                  </a:cubicBezTo>
                  <a:cubicBezTo>
                    <a:pt x="689134" y="373856"/>
                    <a:pt x="689134" y="371951"/>
                    <a:pt x="689134" y="368141"/>
                  </a:cubicBezTo>
                  <a:close/>
                </a:path>
              </a:pathLst>
            </a:custGeom>
            <a:solidFill>
              <a:srgbClr val="0072AF"/>
            </a:solidFill>
            <a:ln w="9525" cap="flat">
              <a:noFill/>
              <a:prstDash val="solid"/>
              <a:miter/>
            </a:ln>
          </p:spPr>
          <p:txBody>
            <a:bodyPr lIns="73152" tIns="36576" rIns="73152" bIns="36576" rtlCol="0" anchor="ctr"/>
            <a:lstStyle/>
            <a:p>
              <a:endParaRPr lang="de-DE" sz="1799"/>
            </a:p>
          </p:txBody>
        </p:sp>
      </p:grpSp>
      <p:sp>
        <p:nvSpPr>
          <p:cNvPr id="58" name="TextBox 57">
            <a:extLst>
              <a:ext uri="{FF2B5EF4-FFF2-40B4-BE49-F238E27FC236}">
                <a16:creationId xmlns:a16="http://schemas.microsoft.com/office/drawing/2014/main" id="{630DE403-61F5-4FC6-B012-8090B738401E}"/>
              </a:ext>
            </a:extLst>
          </p:cNvPr>
          <p:cNvSpPr txBox="1"/>
          <p:nvPr userDrawn="1">
            <p:custDataLst>
              <p:tags r:id="rId1"/>
            </p:custDataLst>
          </p:nvPr>
        </p:nvSpPr>
        <p:spPr>
          <a:xfrm>
            <a:off x="10206989" y="6268479"/>
            <a:ext cx="1634638" cy="184666"/>
          </a:xfrm>
          <a:prstGeom prst="rect">
            <a:avLst/>
          </a:prstGeom>
          <a:noFill/>
        </p:spPr>
        <p:txBody>
          <a:bodyPr vert="horz" wrap="none" lIns="0" tIns="0" rIns="0" bIns="0" rtlCol="0" anchor="ctr" anchorCtr="0">
            <a:spAutoFit/>
          </a:bodyPr>
          <a:lstStyle/>
          <a:p>
            <a:pPr algn="r">
              <a:spcBef>
                <a:spcPts val="1000"/>
              </a:spcBef>
            </a:pPr>
            <a:r>
              <a:rPr lang="en-GB" sz="1200" b="1">
                <a:solidFill>
                  <a:schemeClr val="accent2">
                    <a:lumMod val="100000"/>
                  </a:schemeClr>
                </a:solidFill>
                <a:latin typeface="Ubuntu" panose="020B0504030602030204"/>
                <a:cs typeface="Times New Roman" pitchFamily="18" charset="0"/>
              </a:rPr>
              <a:t>Company Confidential</a:t>
            </a:r>
            <a:endParaRPr lang="en-GB" sz="1200" b="1">
              <a:solidFill>
                <a:schemeClr val="accent2">
                  <a:lumMod val="100000"/>
                </a:schemeClr>
              </a:solidFill>
              <a:latin typeface="Ubuntu" panose="020B0504030602030204"/>
              <a:ea typeface="Times New Roman" pitchFamily="18" charset="0"/>
              <a:cs typeface="Times New Roman" pitchFamily="18" charset="0"/>
            </a:endParaRP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404707" y="4869308"/>
            <a:ext cx="11376237" cy="503908"/>
          </a:xfrm>
        </p:spPr>
        <p:txBody>
          <a:bodyPr lIns="36000" rIns="36000" anchor="t" anchorCtr="0">
            <a:noAutofit/>
          </a:bodyPr>
          <a:lstStyle>
            <a:lvl1pPr>
              <a:spcBef>
                <a:spcPts val="0"/>
              </a:spcBef>
              <a:defRPr sz="1600" b="0">
                <a:solidFill>
                  <a:schemeClr val="bg1"/>
                </a:solidFill>
              </a:defRPr>
            </a:lvl1pPr>
            <a:lvl2pPr>
              <a:defRPr sz="1400"/>
            </a:lvl2pPr>
            <a:lvl3pPr>
              <a:defRPr sz="1400"/>
            </a:lvl3pPr>
            <a:lvl4pPr>
              <a:defRPr sz="1400"/>
            </a:lvl4pPr>
            <a:lvl5pPr>
              <a:defRPr sz="1400"/>
            </a:lvl5pPr>
          </a:lstStyle>
          <a:p>
            <a:pPr lvl="0"/>
            <a:r>
              <a:rPr lang="en-US"/>
              <a:t>Optional: Click to insert name</a:t>
            </a:r>
          </a:p>
        </p:txBody>
      </p:sp>
    </p:spTree>
    <p:extLst>
      <p:ext uri="{BB962C8B-B14F-4D97-AF65-F5344CB8AC3E}">
        <p14:creationId xmlns:p14="http://schemas.microsoft.com/office/powerpoint/2010/main" val="4256944953"/>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extLst>
    <p:ext uri="{DCECCB84-F9BA-43D5-87BE-67443E8EF086}">
      <p15:sldGuideLst xmlns:p15="http://schemas.microsoft.com/office/powerpoint/2012/main">
        <p15:guide id="1" pos="302">
          <p15:clr>
            <a:srgbClr val="FBAE40"/>
          </p15:clr>
        </p15:guide>
        <p15:guide id="2" pos="7423">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749D2F3-3C15-428F-AF70-D31974E2F35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51402" y="3199769"/>
            <a:ext cx="9077095" cy="3532255"/>
          </a:xfrm>
          <a:prstGeom prst="rect">
            <a:avLst/>
          </a:prstGeom>
        </p:spPr>
      </p:pic>
      <p:sp>
        <p:nvSpPr>
          <p:cNvPr id="12" name="Text Placeholder 11">
            <a:extLst>
              <a:ext uri="{FF2B5EF4-FFF2-40B4-BE49-F238E27FC236}">
                <a16:creationId xmlns:a16="http://schemas.microsoft.com/office/drawing/2014/main" id="{D119069D-5D68-4DB4-B45F-92CCC710785E}"/>
              </a:ext>
            </a:extLst>
          </p:cNvPr>
          <p:cNvSpPr>
            <a:spLocks noGrp="1"/>
          </p:cNvSpPr>
          <p:nvPr>
            <p:ph type="body" sz="quarter" idx="24" hasCustomPrompt="1"/>
          </p:nvPr>
        </p:nvSpPr>
        <p:spPr>
          <a:xfrm>
            <a:off x="1794103" y="1628775"/>
            <a:ext cx="5812084" cy="369332"/>
          </a:xfrm>
          <a:prstGeom prst="rect">
            <a:avLst/>
          </a:prstGeom>
        </p:spPr>
        <p:txBody>
          <a:bodyPr>
            <a:normAutofit/>
          </a:bodyPr>
          <a:lstStyle>
            <a:lvl1pPr>
              <a:spcBef>
                <a:spcPts val="0"/>
              </a:spcBef>
              <a:defRPr sz="2399"/>
            </a:lvl1pPr>
          </a:lstStyle>
          <a:p>
            <a:pPr lvl="0"/>
            <a:r>
              <a:rPr lang="en-US"/>
              <a:t>Click to add text</a:t>
            </a:r>
          </a:p>
        </p:txBody>
      </p:sp>
      <p:sp>
        <p:nvSpPr>
          <p:cNvPr id="23" name="Text Placeholder 11">
            <a:extLst>
              <a:ext uri="{FF2B5EF4-FFF2-40B4-BE49-F238E27FC236}">
                <a16:creationId xmlns:a16="http://schemas.microsoft.com/office/drawing/2014/main" id="{AA1A2157-04CD-44FC-8492-E3FAFE326F18}"/>
              </a:ext>
            </a:extLst>
          </p:cNvPr>
          <p:cNvSpPr>
            <a:spLocks noGrp="1"/>
          </p:cNvSpPr>
          <p:nvPr>
            <p:ph type="body" sz="quarter" idx="25" hasCustomPrompt="1"/>
          </p:nvPr>
        </p:nvSpPr>
        <p:spPr>
          <a:xfrm>
            <a:off x="1794103" y="2221388"/>
            <a:ext cx="5812084" cy="369332"/>
          </a:xfrm>
          <a:prstGeom prst="rect">
            <a:avLst/>
          </a:prstGeom>
        </p:spPr>
        <p:txBody>
          <a:bodyPr>
            <a:normAutofit/>
          </a:bodyPr>
          <a:lstStyle>
            <a:lvl1pPr>
              <a:spcBef>
                <a:spcPts val="0"/>
              </a:spcBef>
              <a:defRPr sz="2399"/>
            </a:lvl1pPr>
          </a:lstStyle>
          <a:p>
            <a:pPr lvl="0"/>
            <a:r>
              <a:rPr lang="en-US"/>
              <a:t>Click to add text</a:t>
            </a:r>
          </a:p>
        </p:txBody>
      </p:sp>
      <p:sp>
        <p:nvSpPr>
          <p:cNvPr id="24" name="Text Placeholder 11">
            <a:extLst>
              <a:ext uri="{FF2B5EF4-FFF2-40B4-BE49-F238E27FC236}">
                <a16:creationId xmlns:a16="http://schemas.microsoft.com/office/drawing/2014/main" id="{199E21EB-D052-4206-952C-D3FE77AA1C8D}"/>
              </a:ext>
            </a:extLst>
          </p:cNvPr>
          <p:cNvSpPr>
            <a:spLocks noGrp="1"/>
          </p:cNvSpPr>
          <p:nvPr>
            <p:ph type="body" sz="quarter" idx="26" hasCustomPrompt="1"/>
          </p:nvPr>
        </p:nvSpPr>
        <p:spPr>
          <a:xfrm>
            <a:off x="1794103" y="2814001"/>
            <a:ext cx="5812084" cy="369332"/>
          </a:xfrm>
          <a:prstGeom prst="rect">
            <a:avLst/>
          </a:prstGeom>
        </p:spPr>
        <p:txBody>
          <a:bodyPr>
            <a:normAutofit/>
          </a:bodyPr>
          <a:lstStyle>
            <a:lvl1pPr>
              <a:spcBef>
                <a:spcPts val="0"/>
              </a:spcBef>
              <a:defRPr sz="2399"/>
            </a:lvl1pPr>
          </a:lstStyle>
          <a:p>
            <a:pPr lvl="0"/>
            <a:r>
              <a:rPr lang="en-US"/>
              <a:t>Click to add text</a:t>
            </a:r>
          </a:p>
        </p:txBody>
      </p:sp>
      <p:sp>
        <p:nvSpPr>
          <p:cNvPr id="7" name="Text Placeholder 6">
            <a:extLst>
              <a:ext uri="{FF2B5EF4-FFF2-40B4-BE49-F238E27FC236}">
                <a16:creationId xmlns:a16="http://schemas.microsoft.com/office/drawing/2014/main" id="{C9AA932A-4442-4987-878D-3B69D84A4771}"/>
              </a:ext>
            </a:extLst>
          </p:cNvPr>
          <p:cNvSpPr>
            <a:spLocks noGrp="1"/>
          </p:cNvSpPr>
          <p:nvPr>
            <p:ph type="body" sz="quarter" idx="27" hasCustomPrompt="1"/>
          </p:nvPr>
        </p:nvSpPr>
        <p:spPr>
          <a:xfrm>
            <a:off x="1079219" y="1628775"/>
            <a:ext cx="335893" cy="369888"/>
          </a:xfrm>
          <a:prstGeom prst="rect">
            <a:avLst/>
          </a:prstGeom>
        </p:spPr>
        <p:txBody>
          <a:bodyPr vert="horz" wrap="none" lIns="0" tIns="0" rIns="0" bIns="0" rtlCol="0">
            <a:normAutofit/>
          </a:bodyPr>
          <a:lstStyle>
            <a:lvl1pPr algn="r">
              <a:defRPr lang="de-DE" sz="2399" b="1" dirty="0">
                <a:solidFill>
                  <a:schemeClr val="accent1"/>
                </a:solidFill>
              </a:defRPr>
            </a:lvl1pPr>
          </a:lstStyle>
          <a:p>
            <a:pPr lvl="0">
              <a:spcBef>
                <a:spcPts val="0"/>
              </a:spcBef>
            </a:pPr>
            <a:r>
              <a:rPr lang="de-DE"/>
              <a:t>0x</a:t>
            </a:r>
          </a:p>
        </p:txBody>
      </p:sp>
      <p:sp>
        <p:nvSpPr>
          <p:cNvPr id="21" name="Text Placeholder 6">
            <a:extLst>
              <a:ext uri="{FF2B5EF4-FFF2-40B4-BE49-F238E27FC236}">
                <a16:creationId xmlns:a16="http://schemas.microsoft.com/office/drawing/2014/main" id="{EAA65ABF-5E47-4A8A-934B-E9458D034F70}"/>
              </a:ext>
            </a:extLst>
          </p:cNvPr>
          <p:cNvSpPr>
            <a:spLocks noGrp="1"/>
          </p:cNvSpPr>
          <p:nvPr>
            <p:ph type="body" sz="quarter" idx="28" hasCustomPrompt="1"/>
          </p:nvPr>
        </p:nvSpPr>
        <p:spPr>
          <a:xfrm>
            <a:off x="1079219" y="2221388"/>
            <a:ext cx="335893" cy="369888"/>
          </a:xfrm>
          <a:prstGeom prst="rect">
            <a:avLst/>
          </a:prstGeom>
        </p:spPr>
        <p:txBody>
          <a:bodyPr vert="horz" wrap="none" lIns="0" tIns="0" rIns="0" bIns="0" rtlCol="0">
            <a:normAutofit/>
          </a:bodyPr>
          <a:lstStyle>
            <a:lvl1pPr algn="r">
              <a:defRPr lang="de-DE" sz="2399" b="1" dirty="0">
                <a:solidFill>
                  <a:schemeClr val="accent1"/>
                </a:solidFill>
              </a:defRPr>
            </a:lvl1pPr>
          </a:lstStyle>
          <a:p>
            <a:pPr lvl="0">
              <a:spcBef>
                <a:spcPts val="0"/>
              </a:spcBef>
            </a:pPr>
            <a:r>
              <a:rPr lang="de-DE"/>
              <a:t>0x</a:t>
            </a:r>
          </a:p>
        </p:txBody>
      </p:sp>
      <p:sp>
        <p:nvSpPr>
          <p:cNvPr id="22" name="Text Placeholder 6">
            <a:extLst>
              <a:ext uri="{FF2B5EF4-FFF2-40B4-BE49-F238E27FC236}">
                <a16:creationId xmlns:a16="http://schemas.microsoft.com/office/drawing/2014/main" id="{AE370511-ABDA-4008-B938-10F0105CBF69}"/>
              </a:ext>
            </a:extLst>
          </p:cNvPr>
          <p:cNvSpPr>
            <a:spLocks noGrp="1"/>
          </p:cNvSpPr>
          <p:nvPr>
            <p:ph type="body" sz="quarter" idx="29" hasCustomPrompt="1"/>
          </p:nvPr>
        </p:nvSpPr>
        <p:spPr>
          <a:xfrm>
            <a:off x="1079219" y="2814001"/>
            <a:ext cx="335893" cy="369888"/>
          </a:xfrm>
          <a:prstGeom prst="rect">
            <a:avLst/>
          </a:prstGeom>
        </p:spPr>
        <p:txBody>
          <a:bodyPr vert="horz" wrap="none" lIns="0" tIns="0" rIns="0" bIns="0" rtlCol="0">
            <a:normAutofit/>
          </a:bodyPr>
          <a:lstStyle>
            <a:lvl1pPr algn="r">
              <a:defRPr lang="de-DE" sz="2399" b="1" dirty="0">
                <a:solidFill>
                  <a:schemeClr val="accent1"/>
                </a:solidFill>
              </a:defRPr>
            </a:lvl1pPr>
          </a:lstStyle>
          <a:p>
            <a:pPr lvl="0">
              <a:spcBef>
                <a:spcPts val="0"/>
              </a:spcBef>
            </a:pPr>
            <a:r>
              <a:rPr lang="de-DE"/>
              <a:t>0x</a:t>
            </a:r>
          </a:p>
        </p:txBody>
      </p:sp>
      <p:sp>
        <p:nvSpPr>
          <p:cNvPr id="28" name="Text Placeholder 11">
            <a:extLst>
              <a:ext uri="{FF2B5EF4-FFF2-40B4-BE49-F238E27FC236}">
                <a16:creationId xmlns:a16="http://schemas.microsoft.com/office/drawing/2014/main" id="{CABD3DEA-D9AC-49A6-AB02-7A5380BF5183}"/>
              </a:ext>
            </a:extLst>
          </p:cNvPr>
          <p:cNvSpPr>
            <a:spLocks noGrp="1"/>
          </p:cNvSpPr>
          <p:nvPr>
            <p:ph type="body" sz="quarter" idx="30" hasCustomPrompt="1"/>
          </p:nvPr>
        </p:nvSpPr>
        <p:spPr>
          <a:xfrm>
            <a:off x="1794103" y="3406614"/>
            <a:ext cx="5812084" cy="369332"/>
          </a:xfrm>
          <a:prstGeom prst="rect">
            <a:avLst/>
          </a:prstGeom>
        </p:spPr>
        <p:txBody>
          <a:bodyPr>
            <a:normAutofit/>
          </a:bodyPr>
          <a:lstStyle>
            <a:lvl1pPr>
              <a:spcBef>
                <a:spcPts val="0"/>
              </a:spcBef>
              <a:defRPr sz="2399"/>
            </a:lvl1pPr>
          </a:lstStyle>
          <a:p>
            <a:pPr lvl="0"/>
            <a:r>
              <a:rPr lang="en-US"/>
              <a:t>Click to add text</a:t>
            </a:r>
          </a:p>
        </p:txBody>
      </p:sp>
      <p:sp>
        <p:nvSpPr>
          <p:cNvPr id="29" name="Text Placeholder 11">
            <a:extLst>
              <a:ext uri="{FF2B5EF4-FFF2-40B4-BE49-F238E27FC236}">
                <a16:creationId xmlns:a16="http://schemas.microsoft.com/office/drawing/2014/main" id="{C143C05F-5CEC-4DA0-8030-D7B2370EBBB4}"/>
              </a:ext>
            </a:extLst>
          </p:cNvPr>
          <p:cNvSpPr>
            <a:spLocks noGrp="1"/>
          </p:cNvSpPr>
          <p:nvPr>
            <p:ph type="body" sz="quarter" idx="31" hasCustomPrompt="1"/>
          </p:nvPr>
        </p:nvSpPr>
        <p:spPr>
          <a:xfrm>
            <a:off x="1794103" y="3999227"/>
            <a:ext cx="5812084" cy="369332"/>
          </a:xfrm>
          <a:prstGeom prst="rect">
            <a:avLst/>
          </a:prstGeom>
        </p:spPr>
        <p:txBody>
          <a:bodyPr>
            <a:normAutofit/>
          </a:bodyPr>
          <a:lstStyle>
            <a:lvl1pPr>
              <a:spcBef>
                <a:spcPts val="0"/>
              </a:spcBef>
              <a:defRPr sz="2399"/>
            </a:lvl1pPr>
          </a:lstStyle>
          <a:p>
            <a:pPr lvl="0"/>
            <a:r>
              <a:rPr lang="en-US"/>
              <a:t>Click to add text</a:t>
            </a:r>
          </a:p>
        </p:txBody>
      </p:sp>
      <p:sp>
        <p:nvSpPr>
          <p:cNvPr id="30" name="Text Placeholder 11">
            <a:extLst>
              <a:ext uri="{FF2B5EF4-FFF2-40B4-BE49-F238E27FC236}">
                <a16:creationId xmlns:a16="http://schemas.microsoft.com/office/drawing/2014/main" id="{96B43F80-D448-432F-A45D-FE4715923FC2}"/>
              </a:ext>
            </a:extLst>
          </p:cNvPr>
          <p:cNvSpPr>
            <a:spLocks noGrp="1"/>
          </p:cNvSpPr>
          <p:nvPr>
            <p:ph type="body" sz="quarter" idx="32" hasCustomPrompt="1"/>
          </p:nvPr>
        </p:nvSpPr>
        <p:spPr>
          <a:xfrm>
            <a:off x="1794103" y="4591841"/>
            <a:ext cx="5812084" cy="369332"/>
          </a:xfrm>
          <a:prstGeom prst="rect">
            <a:avLst/>
          </a:prstGeom>
        </p:spPr>
        <p:txBody>
          <a:bodyPr>
            <a:normAutofit/>
          </a:bodyPr>
          <a:lstStyle>
            <a:lvl1pPr>
              <a:spcBef>
                <a:spcPts val="0"/>
              </a:spcBef>
              <a:defRPr sz="2399"/>
            </a:lvl1pPr>
          </a:lstStyle>
          <a:p>
            <a:pPr lvl="0"/>
            <a:r>
              <a:rPr lang="en-US"/>
              <a:t>Click to add text</a:t>
            </a:r>
          </a:p>
        </p:txBody>
      </p:sp>
      <p:sp>
        <p:nvSpPr>
          <p:cNvPr id="31" name="Text Placeholder 6">
            <a:extLst>
              <a:ext uri="{FF2B5EF4-FFF2-40B4-BE49-F238E27FC236}">
                <a16:creationId xmlns:a16="http://schemas.microsoft.com/office/drawing/2014/main" id="{C434EB54-C0D1-4857-9330-87FAFCC49D56}"/>
              </a:ext>
            </a:extLst>
          </p:cNvPr>
          <p:cNvSpPr>
            <a:spLocks noGrp="1"/>
          </p:cNvSpPr>
          <p:nvPr>
            <p:ph type="body" sz="quarter" idx="33" hasCustomPrompt="1"/>
          </p:nvPr>
        </p:nvSpPr>
        <p:spPr>
          <a:xfrm>
            <a:off x="1079219" y="3406614"/>
            <a:ext cx="335893" cy="369888"/>
          </a:xfrm>
          <a:prstGeom prst="rect">
            <a:avLst/>
          </a:prstGeom>
        </p:spPr>
        <p:txBody>
          <a:bodyPr vert="horz" wrap="none" lIns="0" tIns="0" rIns="0" bIns="0" rtlCol="0">
            <a:normAutofit/>
          </a:bodyPr>
          <a:lstStyle>
            <a:lvl1pPr algn="r">
              <a:defRPr lang="de-DE" sz="2399" b="1" dirty="0">
                <a:solidFill>
                  <a:schemeClr val="accent1"/>
                </a:solidFill>
              </a:defRPr>
            </a:lvl1pPr>
          </a:lstStyle>
          <a:p>
            <a:pPr lvl="0">
              <a:spcBef>
                <a:spcPts val="0"/>
              </a:spcBef>
            </a:pPr>
            <a:r>
              <a:rPr lang="de-DE"/>
              <a:t>0x</a:t>
            </a:r>
          </a:p>
        </p:txBody>
      </p:sp>
      <p:sp>
        <p:nvSpPr>
          <p:cNvPr id="32" name="Text Placeholder 6">
            <a:extLst>
              <a:ext uri="{FF2B5EF4-FFF2-40B4-BE49-F238E27FC236}">
                <a16:creationId xmlns:a16="http://schemas.microsoft.com/office/drawing/2014/main" id="{F0320016-4C9A-409B-8724-E53F23529A4B}"/>
              </a:ext>
            </a:extLst>
          </p:cNvPr>
          <p:cNvSpPr>
            <a:spLocks noGrp="1"/>
          </p:cNvSpPr>
          <p:nvPr>
            <p:ph type="body" sz="quarter" idx="34" hasCustomPrompt="1"/>
          </p:nvPr>
        </p:nvSpPr>
        <p:spPr>
          <a:xfrm>
            <a:off x="1079219" y="3999227"/>
            <a:ext cx="335893" cy="369888"/>
          </a:xfrm>
          <a:prstGeom prst="rect">
            <a:avLst/>
          </a:prstGeom>
        </p:spPr>
        <p:txBody>
          <a:bodyPr vert="horz" wrap="none" lIns="0" tIns="0" rIns="0" bIns="0" rtlCol="0">
            <a:normAutofit/>
          </a:bodyPr>
          <a:lstStyle>
            <a:lvl1pPr algn="r">
              <a:defRPr lang="de-DE" sz="2399" b="1" dirty="0">
                <a:solidFill>
                  <a:schemeClr val="accent1"/>
                </a:solidFill>
              </a:defRPr>
            </a:lvl1pPr>
          </a:lstStyle>
          <a:p>
            <a:pPr lvl="0">
              <a:spcBef>
                <a:spcPts val="0"/>
              </a:spcBef>
            </a:pPr>
            <a:r>
              <a:rPr lang="de-DE"/>
              <a:t>0x</a:t>
            </a:r>
          </a:p>
        </p:txBody>
      </p:sp>
      <p:sp>
        <p:nvSpPr>
          <p:cNvPr id="34" name="Text Placeholder 6">
            <a:extLst>
              <a:ext uri="{FF2B5EF4-FFF2-40B4-BE49-F238E27FC236}">
                <a16:creationId xmlns:a16="http://schemas.microsoft.com/office/drawing/2014/main" id="{F0279A3C-5E27-40F7-98C0-08832F4CE1FB}"/>
              </a:ext>
            </a:extLst>
          </p:cNvPr>
          <p:cNvSpPr>
            <a:spLocks noGrp="1"/>
          </p:cNvSpPr>
          <p:nvPr>
            <p:ph type="body" sz="quarter" idx="35" hasCustomPrompt="1"/>
          </p:nvPr>
        </p:nvSpPr>
        <p:spPr>
          <a:xfrm>
            <a:off x="1079219" y="4591841"/>
            <a:ext cx="335893" cy="369888"/>
          </a:xfrm>
          <a:prstGeom prst="rect">
            <a:avLst/>
          </a:prstGeom>
        </p:spPr>
        <p:txBody>
          <a:bodyPr vert="horz" wrap="none" lIns="0" tIns="0" rIns="0" bIns="0" rtlCol="0">
            <a:normAutofit/>
          </a:bodyPr>
          <a:lstStyle>
            <a:lvl1pPr algn="r">
              <a:defRPr lang="de-DE" sz="2399" b="1" dirty="0">
                <a:solidFill>
                  <a:schemeClr val="accent1"/>
                </a:solidFill>
              </a:defRPr>
            </a:lvl1pPr>
          </a:lstStyle>
          <a:p>
            <a:pPr lvl="0">
              <a:spcBef>
                <a:spcPts val="0"/>
              </a:spcBef>
            </a:pPr>
            <a:r>
              <a:rPr lang="de-DE"/>
              <a:t>0x</a:t>
            </a:r>
          </a:p>
        </p:txBody>
      </p:sp>
      <p:sp>
        <p:nvSpPr>
          <p:cNvPr id="2" name="Title Placeholder 1">
            <a:extLst>
              <a:ext uri="{FF2B5EF4-FFF2-40B4-BE49-F238E27FC236}">
                <a16:creationId xmlns:a16="http://schemas.microsoft.com/office/drawing/2014/main" id="{114BB18C-C624-35CB-514D-CE1A312E0BD8}"/>
              </a:ext>
            </a:extLst>
          </p:cNvPr>
          <p:cNvSpPr>
            <a:spLocks noGrp="1"/>
          </p:cNvSpPr>
          <p:nvPr>
            <p:ph type="title"/>
          </p:nvPr>
        </p:nvSpPr>
        <p:spPr>
          <a:xfrm>
            <a:off x="1079040" y="260351"/>
            <a:ext cx="8638513" cy="792163"/>
          </a:xfrm>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239571274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genda dark">
    <p:bg>
      <p:bgPr>
        <a:solidFill>
          <a:schemeClr val="accent4"/>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D119069D-5D68-4DB4-B45F-92CCC710785E}"/>
              </a:ext>
            </a:extLst>
          </p:cNvPr>
          <p:cNvSpPr>
            <a:spLocks noGrp="1"/>
          </p:cNvSpPr>
          <p:nvPr>
            <p:ph type="body" sz="quarter" idx="24" hasCustomPrompt="1"/>
          </p:nvPr>
        </p:nvSpPr>
        <p:spPr>
          <a:xfrm>
            <a:off x="1794103" y="1628775"/>
            <a:ext cx="5812084" cy="369332"/>
          </a:xfrm>
          <a:prstGeom prst="rect">
            <a:avLst/>
          </a:prstGeom>
        </p:spPr>
        <p:txBody>
          <a:bodyPr>
            <a:normAutofit/>
          </a:bodyPr>
          <a:lstStyle>
            <a:lvl1pPr>
              <a:spcBef>
                <a:spcPts val="0"/>
              </a:spcBef>
              <a:defRPr sz="2399">
                <a:solidFill>
                  <a:schemeClr val="bg1"/>
                </a:solidFill>
              </a:defRPr>
            </a:lvl1pPr>
          </a:lstStyle>
          <a:p>
            <a:pPr lvl="0"/>
            <a:r>
              <a:rPr lang="en-US"/>
              <a:t>Click to add text</a:t>
            </a:r>
          </a:p>
        </p:txBody>
      </p:sp>
      <p:sp>
        <p:nvSpPr>
          <p:cNvPr id="23" name="Text Placeholder 11">
            <a:extLst>
              <a:ext uri="{FF2B5EF4-FFF2-40B4-BE49-F238E27FC236}">
                <a16:creationId xmlns:a16="http://schemas.microsoft.com/office/drawing/2014/main" id="{AA1A2157-04CD-44FC-8492-E3FAFE326F18}"/>
              </a:ext>
            </a:extLst>
          </p:cNvPr>
          <p:cNvSpPr>
            <a:spLocks noGrp="1"/>
          </p:cNvSpPr>
          <p:nvPr>
            <p:ph type="body" sz="quarter" idx="25" hasCustomPrompt="1"/>
          </p:nvPr>
        </p:nvSpPr>
        <p:spPr>
          <a:xfrm>
            <a:off x="1794103" y="2221388"/>
            <a:ext cx="5812084" cy="369332"/>
          </a:xfrm>
          <a:prstGeom prst="rect">
            <a:avLst/>
          </a:prstGeom>
        </p:spPr>
        <p:txBody>
          <a:bodyPr>
            <a:normAutofit/>
          </a:bodyPr>
          <a:lstStyle>
            <a:lvl1pPr>
              <a:spcBef>
                <a:spcPts val="0"/>
              </a:spcBef>
              <a:defRPr sz="2399">
                <a:solidFill>
                  <a:schemeClr val="bg1"/>
                </a:solidFill>
              </a:defRPr>
            </a:lvl1pPr>
          </a:lstStyle>
          <a:p>
            <a:pPr lvl="0"/>
            <a:r>
              <a:rPr lang="en-US"/>
              <a:t>Click to add text</a:t>
            </a:r>
          </a:p>
        </p:txBody>
      </p:sp>
      <p:sp>
        <p:nvSpPr>
          <p:cNvPr id="24" name="Text Placeholder 11">
            <a:extLst>
              <a:ext uri="{FF2B5EF4-FFF2-40B4-BE49-F238E27FC236}">
                <a16:creationId xmlns:a16="http://schemas.microsoft.com/office/drawing/2014/main" id="{199E21EB-D052-4206-952C-D3FE77AA1C8D}"/>
              </a:ext>
            </a:extLst>
          </p:cNvPr>
          <p:cNvSpPr>
            <a:spLocks noGrp="1"/>
          </p:cNvSpPr>
          <p:nvPr>
            <p:ph type="body" sz="quarter" idx="26" hasCustomPrompt="1"/>
          </p:nvPr>
        </p:nvSpPr>
        <p:spPr>
          <a:xfrm>
            <a:off x="1794103" y="2814001"/>
            <a:ext cx="5812084" cy="369332"/>
          </a:xfrm>
          <a:prstGeom prst="rect">
            <a:avLst/>
          </a:prstGeom>
        </p:spPr>
        <p:txBody>
          <a:bodyPr>
            <a:normAutofit/>
          </a:bodyPr>
          <a:lstStyle>
            <a:lvl1pPr>
              <a:spcBef>
                <a:spcPts val="0"/>
              </a:spcBef>
              <a:defRPr sz="2399">
                <a:solidFill>
                  <a:schemeClr val="bg1"/>
                </a:solidFill>
              </a:defRPr>
            </a:lvl1pPr>
          </a:lstStyle>
          <a:p>
            <a:pPr lvl="0"/>
            <a:r>
              <a:rPr lang="en-US"/>
              <a:t>Click to add text</a:t>
            </a:r>
          </a:p>
        </p:txBody>
      </p:sp>
      <p:sp>
        <p:nvSpPr>
          <p:cNvPr id="7" name="Text Placeholder 6">
            <a:extLst>
              <a:ext uri="{FF2B5EF4-FFF2-40B4-BE49-F238E27FC236}">
                <a16:creationId xmlns:a16="http://schemas.microsoft.com/office/drawing/2014/main" id="{C9AA932A-4442-4987-878D-3B69D84A4771}"/>
              </a:ext>
            </a:extLst>
          </p:cNvPr>
          <p:cNvSpPr>
            <a:spLocks noGrp="1"/>
          </p:cNvSpPr>
          <p:nvPr>
            <p:ph type="body" sz="quarter" idx="27" hasCustomPrompt="1"/>
          </p:nvPr>
        </p:nvSpPr>
        <p:spPr>
          <a:xfrm>
            <a:off x="1079219" y="1628775"/>
            <a:ext cx="335893" cy="369888"/>
          </a:xfrm>
          <a:prstGeom prst="rect">
            <a:avLst/>
          </a:prstGeom>
        </p:spPr>
        <p:txBody>
          <a:bodyPr vert="horz" wrap="none" lIns="0" tIns="0" rIns="0" bIns="0" rtlCol="0">
            <a:normAutofit/>
          </a:bodyPr>
          <a:lstStyle>
            <a:lvl1pPr algn="r">
              <a:defRPr lang="de-DE" sz="2399" b="1" dirty="0">
                <a:solidFill>
                  <a:schemeClr val="accent2"/>
                </a:solidFill>
              </a:defRPr>
            </a:lvl1pPr>
          </a:lstStyle>
          <a:p>
            <a:pPr lvl="0">
              <a:spcBef>
                <a:spcPts val="0"/>
              </a:spcBef>
            </a:pPr>
            <a:r>
              <a:rPr lang="de-DE"/>
              <a:t>0x</a:t>
            </a:r>
          </a:p>
        </p:txBody>
      </p:sp>
      <p:sp>
        <p:nvSpPr>
          <p:cNvPr id="21" name="Text Placeholder 6">
            <a:extLst>
              <a:ext uri="{FF2B5EF4-FFF2-40B4-BE49-F238E27FC236}">
                <a16:creationId xmlns:a16="http://schemas.microsoft.com/office/drawing/2014/main" id="{EAA65ABF-5E47-4A8A-934B-E9458D034F70}"/>
              </a:ext>
            </a:extLst>
          </p:cNvPr>
          <p:cNvSpPr>
            <a:spLocks noGrp="1"/>
          </p:cNvSpPr>
          <p:nvPr>
            <p:ph type="body" sz="quarter" idx="28" hasCustomPrompt="1"/>
          </p:nvPr>
        </p:nvSpPr>
        <p:spPr>
          <a:xfrm>
            <a:off x="1079219" y="2221388"/>
            <a:ext cx="335893" cy="369888"/>
          </a:xfrm>
          <a:prstGeom prst="rect">
            <a:avLst/>
          </a:prstGeom>
        </p:spPr>
        <p:txBody>
          <a:bodyPr vert="horz" wrap="none" lIns="0" tIns="0" rIns="0" bIns="0" rtlCol="0">
            <a:normAutofit/>
          </a:bodyPr>
          <a:lstStyle>
            <a:lvl1pPr algn="r">
              <a:defRPr lang="de-DE" sz="2399" b="1" dirty="0">
                <a:solidFill>
                  <a:schemeClr val="accent2"/>
                </a:solidFill>
              </a:defRPr>
            </a:lvl1pPr>
          </a:lstStyle>
          <a:p>
            <a:pPr lvl="0">
              <a:spcBef>
                <a:spcPts val="0"/>
              </a:spcBef>
            </a:pPr>
            <a:r>
              <a:rPr lang="de-DE"/>
              <a:t>0x</a:t>
            </a:r>
          </a:p>
        </p:txBody>
      </p:sp>
      <p:sp>
        <p:nvSpPr>
          <p:cNvPr id="22" name="Text Placeholder 6">
            <a:extLst>
              <a:ext uri="{FF2B5EF4-FFF2-40B4-BE49-F238E27FC236}">
                <a16:creationId xmlns:a16="http://schemas.microsoft.com/office/drawing/2014/main" id="{AE370511-ABDA-4008-B938-10F0105CBF69}"/>
              </a:ext>
            </a:extLst>
          </p:cNvPr>
          <p:cNvSpPr>
            <a:spLocks noGrp="1"/>
          </p:cNvSpPr>
          <p:nvPr>
            <p:ph type="body" sz="quarter" idx="29" hasCustomPrompt="1"/>
          </p:nvPr>
        </p:nvSpPr>
        <p:spPr>
          <a:xfrm>
            <a:off x="1079219" y="2814001"/>
            <a:ext cx="335893" cy="369888"/>
          </a:xfrm>
          <a:prstGeom prst="rect">
            <a:avLst/>
          </a:prstGeom>
        </p:spPr>
        <p:txBody>
          <a:bodyPr vert="horz" wrap="none" lIns="0" tIns="0" rIns="0" bIns="0" rtlCol="0">
            <a:normAutofit/>
          </a:bodyPr>
          <a:lstStyle>
            <a:lvl1pPr algn="r">
              <a:defRPr lang="de-DE" sz="2399" b="1" dirty="0">
                <a:solidFill>
                  <a:schemeClr val="accent2"/>
                </a:solidFill>
              </a:defRPr>
            </a:lvl1pPr>
          </a:lstStyle>
          <a:p>
            <a:pPr lvl="0">
              <a:spcBef>
                <a:spcPts val="0"/>
              </a:spcBef>
            </a:pPr>
            <a:r>
              <a:rPr lang="de-DE"/>
              <a:t>0x</a:t>
            </a:r>
          </a:p>
        </p:txBody>
      </p:sp>
      <p:sp>
        <p:nvSpPr>
          <p:cNvPr id="28" name="Text Placeholder 11">
            <a:extLst>
              <a:ext uri="{FF2B5EF4-FFF2-40B4-BE49-F238E27FC236}">
                <a16:creationId xmlns:a16="http://schemas.microsoft.com/office/drawing/2014/main" id="{CABD3DEA-D9AC-49A6-AB02-7A5380BF5183}"/>
              </a:ext>
            </a:extLst>
          </p:cNvPr>
          <p:cNvSpPr>
            <a:spLocks noGrp="1"/>
          </p:cNvSpPr>
          <p:nvPr>
            <p:ph type="body" sz="quarter" idx="30" hasCustomPrompt="1"/>
          </p:nvPr>
        </p:nvSpPr>
        <p:spPr>
          <a:xfrm>
            <a:off x="1794103" y="3406614"/>
            <a:ext cx="5812084" cy="369332"/>
          </a:xfrm>
          <a:prstGeom prst="rect">
            <a:avLst/>
          </a:prstGeom>
        </p:spPr>
        <p:txBody>
          <a:bodyPr>
            <a:normAutofit/>
          </a:bodyPr>
          <a:lstStyle>
            <a:lvl1pPr>
              <a:spcBef>
                <a:spcPts val="0"/>
              </a:spcBef>
              <a:defRPr sz="2399">
                <a:solidFill>
                  <a:schemeClr val="bg1"/>
                </a:solidFill>
              </a:defRPr>
            </a:lvl1pPr>
          </a:lstStyle>
          <a:p>
            <a:pPr lvl="0"/>
            <a:r>
              <a:rPr lang="en-US"/>
              <a:t>Click to add text</a:t>
            </a:r>
          </a:p>
        </p:txBody>
      </p:sp>
      <p:sp>
        <p:nvSpPr>
          <p:cNvPr id="29" name="Text Placeholder 11">
            <a:extLst>
              <a:ext uri="{FF2B5EF4-FFF2-40B4-BE49-F238E27FC236}">
                <a16:creationId xmlns:a16="http://schemas.microsoft.com/office/drawing/2014/main" id="{C143C05F-5CEC-4DA0-8030-D7B2370EBBB4}"/>
              </a:ext>
            </a:extLst>
          </p:cNvPr>
          <p:cNvSpPr>
            <a:spLocks noGrp="1"/>
          </p:cNvSpPr>
          <p:nvPr>
            <p:ph type="body" sz="quarter" idx="31" hasCustomPrompt="1"/>
          </p:nvPr>
        </p:nvSpPr>
        <p:spPr>
          <a:xfrm>
            <a:off x="1794103" y="3999227"/>
            <a:ext cx="5812084" cy="369332"/>
          </a:xfrm>
          <a:prstGeom prst="rect">
            <a:avLst/>
          </a:prstGeom>
        </p:spPr>
        <p:txBody>
          <a:bodyPr>
            <a:normAutofit/>
          </a:bodyPr>
          <a:lstStyle>
            <a:lvl1pPr>
              <a:spcBef>
                <a:spcPts val="0"/>
              </a:spcBef>
              <a:defRPr sz="2399">
                <a:solidFill>
                  <a:schemeClr val="bg1"/>
                </a:solidFill>
              </a:defRPr>
            </a:lvl1pPr>
          </a:lstStyle>
          <a:p>
            <a:pPr lvl="0"/>
            <a:r>
              <a:rPr lang="en-US"/>
              <a:t>Click to add text</a:t>
            </a:r>
          </a:p>
        </p:txBody>
      </p:sp>
      <p:sp>
        <p:nvSpPr>
          <p:cNvPr id="30" name="Text Placeholder 11">
            <a:extLst>
              <a:ext uri="{FF2B5EF4-FFF2-40B4-BE49-F238E27FC236}">
                <a16:creationId xmlns:a16="http://schemas.microsoft.com/office/drawing/2014/main" id="{96B43F80-D448-432F-A45D-FE4715923FC2}"/>
              </a:ext>
            </a:extLst>
          </p:cNvPr>
          <p:cNvSpPr>
            <a:spLocks noGrp="1"/>
          </p:cNvSpPr>
          <p:nvPr>
            <p:ph type="body" sz="quarter" idx="32" hasCustomPrompt="1"/>
          </p:nvPr>
        </p:nvSpPr>
        <p:spPr>
          <a:xfrm>
            <a:off x="1794103" y="4591841"/>
            <a:ext cx="5812084" cy="369332"/>
          </a:xfrm>
          <a:prstGeom prst="rect">
            <a:avLst/>
          </a:prstGeom>
        </p:spPr>
        <p:txBody>
          <a:bodyPr>
            <a:normAutofit/>
          </a:bodyPr>
          <a:lstStyle>
            <a:lvl1pPr>
              <a:spcBef>
                <a:spcPts val="0"/>
              </a:spcBef>
              <a:defRPr sz="2399">
                <a:solidFill>
                  <a:schemeClr val="bg1"/>
                </a:solidFill>
              </a:defRPr>
            </a:lvl1pPr>
          </a:lstStyle>
          <a:p>
            <a:pPr lvl="0"/>
            <a:r>
              <a:rPr lang="en-US"/>
              <a:t>Click to add text</a:t>
            </a:r>
          </a:p>
        </p:txBody>
      </p:sp>
      <p:sp>
        <p:nvSpPr>
          <p:cNvPr id="31" name="Text Placeholder 6">
            <a:extLst>
              <a:ext uri="{FF2B5EF4-FFF2-40B4-BE49-F238E27FC236}">
                <a16:creationId xmlns:a16="http://schemas.microsoft.com/office/drawing/2014/main" id="{C434EB54-C0D1-4857-9330-87FAFCC49D56}"/>
              </a:ext>
            </a:extLst>
          </p:cNvPr>
          <p:cNvSpPr>
            <a:spLocks noGrp="1"/>
          </p:cNvSpPr>
          <p:nvPr>
            <p:ph type="body" sz="quarter" idx="33" hasCustomPrompt="1"/>
          </p:nvPr>
        </p:nvSpPr>
        <p:spPr>
          <a:xfrm>
            <a:off x="1079219" y="3406614"/>
            <a:ext cx="335893" cy="369888"/>
          </a:xfrm>
          <a:prstGeom prst="rect">
            <a:avLst/>
          </a:prstGeom>
        </p:spPr>
        <p:txBody>
          <a:bodyPr vert="horz" wrap="none" lIns="0" tIns="0" rIns="0" bIns="0" rtlCol="0">
            <a:normAutofit/>
          </a:bodyPr>
          <a:lstStyle>
            <a:lvl1pPr algn="r">
              <a:defRPr lang="de-DE" sz="2399" b="1" dirty="0">
                <a:solidFill>
                  <a:schemeClr val="accent2"/>
                </a:solidFill>
              </a:defRPr>
            </a:lvl1pPr>
          </a:lstStyle>
          <a:p>
            <a:pPr lvl="0">
              <a:spcBef>
                <a:spcPts val="0"/>
              </a:spcBef>
            </a:pPr>
            <a:r>
              <a:rPr lang="de-DE"/>
              <a:t>0x</a:t>
            </a:r>
          </a:p>
        </p:txBody>
      </p:sp>
      <p:sp>
        <p:nvSpPr>
          <p:cNvPr id="32" name="Text Placeholder 6">
            <a:extLst>
              <a:ext uri="{FF2B5EF4-FFF2-40B4-BE49-F238E27FC236}">
                <a16:creationId xmlns:a16="http://schemas.microsoft.com/office/drawing/2014/main" id="{F0320016-4C9A-409B-8724-E53F23529A4B}"/>
              </a:ext>
            </a:extLst>
          </p:cNvPr>
          <p:cNvSpPr>
            <a:spLocks noGrp="1"/>
          </p:cNvSpPr>
          <p:nvPr>
            <p:ph type="body" sz="quarter" idx="34" hasCustomPrompt="1"/>
          </p:nvPr>
        </p:nvSpPr>
        <p:spPr>
          <a:xfrm>
            <a:off x="1079219" y="3999227"/>
            <a:ext cx="335893" cy="369888"/>
          </a:xfrm>
          <a:prstGeom prst="rect">
            <a:avLst/>
          </a:prstGeom>
        </p:spPr>
        <p:txBody>
          <a:bodyPr vert="horz" wrap="none" lIns="0" tIns="0" rIns="0" bIns="0" rtlCol="0">
            <a:normAutofit/>
          </a:bodyPr>
          <a:lstStyle>
            <a:lvl1pPr algn="r">
              <a:defRPr lang="de-DE" sz="2399" b="1" dirty="0">
                <a:solidFill>
                  <a:schemeClr val="accent2"/>
                </a:solidFill>
              </a:defRPr>
            </a:lvl1pPr>
          </a:lstStyle>
          <a:p>
            <a:pPr lvl="0">
              <a:spcBef>
                <a:spcPts val="0"/>
              </a:spcBef>
            </a:pPr>
            <a:r>
              <a:rPr lang="de-DE"/>
              <a:t>0x</a:t>
            </a:r>
          </a:p>
        </p:txBody>
      </p:sp>
      <p:sp>
        <p:nvSpPr>
          <p:cNvPr id="34" name="Text Placeholder 6">
            <a:extLst>
              <a:ext uri="{FF2B5EF4-FFF2-40B4-BE49-F238E27FC236}">
                <a16:creationId xmlns:a16="http://schemas.microsoft.com/office/drawing/2014/main" id="{F0279A3C-5E27-40F7-98C0-08832F4CE1FB}"/>
              </a:ext>
            </a:extLst>
          </p:cNvPr>
          <p:cNvSpPr>
            <a:spLocks noGrp="1"/>
          </p:cNvSpPr>
          <p:nvPr>
            <p:ph type="body" sz="quarter" idx="35" hasCustomPrompt="1"/>
          </p:nvPr>
        </p:nvSpPr>
        <p:spPr>
          <a:xfrm>
            <a:off x="1079219" y="4591841"/>
            <a:ext cx="335893" cy="369888"/>
          </a:xfrm>
          <a:prstGeom prst="rect">
            <a:avLst/>
          </a:prstGeom>
        </p:spPr>
        <p:txBody>
          <a:bodyPr vert="horz" wrap="none" lIns="0" tIns="0" rIns="0" bIns="0" rtlCol="0">
            <a:normAutofit/>
          </a:bodyPr>
          <a:lstStyle>
            <a:lvl1pPr algn="r">
              <a:defRPr lang="de-DE" sz="2399" b="1" dirty="0">
                <a:solidFill>
                  <a:schemeClr val="accent2"/>
                </a:solidFill>
              </a:defRPr>
            </a:lvl1pPr>
          </a:lstStyle>
          <a:p>
            <a:pPr lvl="0">
              <a:spcBef>
                <a:spcPts val="0"/>
              </a:spcBef>
            </a:pPr>
            <a:r>
              <a:rPr lang="de-DE"/>
              <a:t>0x</a:t>
            </a:r>
          </a:p>
        </p:txBody>
      </p:sp>
      <p:sp>
        <p:nvSpPr>
          <p:cNvPr id="2" name="Title Placeholder 1">
            <a:extLst>
              <a:ext uri="{FF2B5EF4-FFF2-40B4-BE49-F238E27FC236}">
                <a16:creationId xmlns:a16="http://schemas.microsoft.com/office/drawing/2014/main" id="{808BAF09-C52E-54E6-E538-78C64D8AB519}"/>
              </a:ext>
            </a:extLst>
          </p:cNvPr>
          <p:cNvSpPr>
            <a:spLocks noGrp="1"/>
          </p:cNvSpPr>
          <p:nvPr>
            <p:ph type="title"/>
          </p:nvPr>
        </p:nvSpPr>
        <p:spPr>
          <a:xfrm>
            <a:off x="1079040" y="260351"/>
            <a:ext cx="8638513" cy="792163"/>
          </a:xfrm>
        </p:spPr>
        <p:txBody>
          <a:bodyPr/>
          <a:lstStyle>
            <a:lvl1pPr>
              <a:defRPr>
                <a:solidFill>
                  <a:schemeClr val="accent2"/>
                </a:solidFill>
              </a:defRPr>
            </a:lvl1pPr>
          </a:lstStyle>
          <a:p>
            <a:r>
              <a:rPr lang="en-US"/>
              <a:t>Click to edit Master title style</a:t>
            </a:r>
          </a:p>
        </p:txBody>
      </p:sp>
      <p:pic>
        <p:nvPicPr>
          <p:cNvPr id="4" name="Picture 16">
            <a:extLst>
              <a:ext uri="{FF2B5EF4-FFF2-40B4-BE49-F238E27FC236}">
                <a16:creationId xmlns:a16="http://schemas.microsoft.com/office/drawing/2014/main" id="{21B52807-7673-5576-DEE4-0A88870C0C1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94682" y="1700808"/>
            <a:ext cx="8279201" cy="6858000"/>
          </a:xfrm>
          <a:prstGeom prst="rect">
            <a:avLst/>
          </a:prstGeom>
        </p:spPr>
      </p:pic>
    </p:spTree>
    <p:extLst>
      <p:ext uri="{BB962C8B-B14F-4D97-AF65-F5344CB8AC3E}">
        <p14:creationId xmlns:p14="http://schemas.microsoft.com/office/powerpoint/2010/main" val="2361026574"/>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Divider Page">
    <p:bg>
      <p:bgPr>
        <a:solidFill>
          <a:schemeClr val="accent4"/>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F09D0F-E907-3A0B-CF17-D622F6756CC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78714" y="588210"/>
            <a:ext cx="8279201" cy="6858000"/>
          </a:xfrm>
          <a:prstGeom prst="rect">
            <a:avLst/>
          </a:prstGeom>
        </p:spPr>
      </p:pic>
      <p:sp>
        <p:nvSpPr>
          <p:cNvPr id="7" name="Text Placeholder 6">
            <a:extLst>
              <a:ext uri="{FF2B5EF4-FFF2-40B4-BE49-F238E27FC236}">
                <a16:creationId xmlns:a16="http://schemas.microsoft.com/office/drawing/2014/main" id="{52F5917D-61BC-41CF-A3CC-DAE6954137A8}"/>
              </a:ext>
            </a:extLst>
          </p:cNvPr>
          <p:cNvSpPr>
            <a:spLocks noGrp="1"/>
          </p:cNvSpPr>
          <p:nvPr>
            <p:ph type="body" sz="quarter" idx="17" hasCustomPrompt="1"/>
          </p:nvPr>
        </p:nvSpPr>
        <p:spPr>
          <a:xfrm>
            <a:off x="1919036" y="1556792"/>
            <a:ext cx="647903" cy="648072"/>
          </a:xfrm>
          <a:prstGeom prst="rect">
            <a:avLst/>
          </a:prstGeom>
        </p:spPr>
        <p:txBody>
          <a:bodyPr wrap="none" lIns="0" tIns="0" rIns="0" bIns="0" anchor="t" anchorCtr="0">
            <a:noAutofit/>
          </a:bodyPr>
          <a:lstStyle>
            <a:lvl1pPr>
              <a:defRPr lang="en-US" sz="3199" b="1" cap="none" spc="300" baseline="0" dirty="0">
                <a:solidFill>
                  <a:schemeClr val="bg1"/>
                </a:solidFill>
                <a:latin typeface="+mn-lt"/>
              </a:defRPr>
            </a:lvl1pPr>
          </a:lstStyle>
          <a:p>
            <a:pPr lvl="0">
              <a:spcBef>
                <a:spcPts val="0"/>
              </a:spcBef>
            </a:pPr>
            <a:r>
              <a:rPr lang="en-US"/>
              <a:t>01</a:t>
            </a:r>
          </a:p>
        </p:txBody>
      </p:sp>
      <p:sp>
        <p:nvSpPr>
          <p:cNvPr id="16" name="Text Placeholder 15">
            <a:extLst>
              <a:ext uri="{FF2B5EF4-FFF2-40B4-BE49-F238E27FC236}">
                <a16:creationId xmlns:a16="http://schemas.microsoft.com/office/drawing/2014/main" id="{00E372CD-CFED-4FF2-90F5-6A7F33D9ABAA}"/>
              </a:ext>
            </a:extLst>
          </p:cNvPr>
          <p:cNvSpPr>
            <a:spLocks noGrp="1"/>
          </p:cNvSpPr>
          <p:nvPr>
            <p:ph type="body" sz="quarter" idx="18" hasCustomPrompt="1"/>
          </p:nvPr>
        </p:nvSpPr>
        <p:spPr>
          <a:xfrm>
            <a:off x="2782907" y="1556792"/>
            <a:ext cx="8861100" cy="648072"/>
          </a:xfrm>
          <a:prstGeom prst="rect">
            <a:avLst/>
          </a:prstGeom>
        </p:spPr>
        <p:txBody>
          <a:bodyPr>
            <a:noAutofit/>
          </a:bodyPr>
          <a:lstStyle>
            <a:lvl1pPr>
              <a:defRPr sz="3199">
                <a:solidFill>
                  <a:schemeClr val="bg1"/>
                </a:solidFill>
              </a:defRPr>
            </a:lvl1pPr>
            <a:lvl2pPr>
              <a:defRPr sz="3199">
                <a:solidFill>
                  <a:schemeClr val="bg1"/>
                </a:solidFill>
              </a:defRPr>
            </a:lvl2pPr>
            <a:lvl3pPr>
              <a:defRPr sz="3199">
                <a:solidFill>
                  <a:schemeClr val="bg1"/>
                </a:solidFill>
              </a:defRPr>
            </a:lvl3pPr>
            <a:lvl4pPr>
              <a:defRPr sz="3199">
                <a:solidFill>
                  <a:schemeClr val="bg1"/>
                </a:solidFill>
              </a:defRPr>
            </a:lvl4pPr>
            <a:lvl5pPr>
              <a:defRPr sz="3199">
                <a:solidFill>
                  <a:schemeClr val="bg1"/>
                </a:solidFill>
              </a:defRPr>
            </a:lvl5pPr>
          </a:lstStyle>
          <a:p>
            <a:pPr lvl="0"/>
            <a:r>
              <a:rPr lang="en-US"/>
              <a:t>Click to add text</a:t>
            </a:r>
          </a:p>
        </p:txBody>
      </p:sp>
    </p:spTree>
    <p:extLst>
      <p:ext uri="{BB962C8B-B14F-4D97-AF65-F5344CB8AC3E}">
        <p14:creationId xmlns:p14="http://schemas.microsoft.com/office/powerpoint/2010/main" val="401982812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itle Only Dark Grey">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8E58F-8094-1E41-530A-1113B3879770}"/>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279482528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Subtitle Dark Grey">
    <p:bg>
      <p:bgPr>
        <a:solidFill>
          <a:schemeClr val="accent4"/>
        </a:solidFill>
        <a:effectLst/>
      </p:bgPr>
    </p:bg>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C1949725-ACD2-44C4-85AF-10B39EC61473}"/>
              </a:ext>
            </a:extLst>
          </p:cNvPr>
          <p:cNvSpPr>
            <a:spLocks noGrp="1"/>
          </p:cNvSpPr>
          <p:nvPr>
            <p:ph type="body" sz="quarter" idx="15" hasCustomPrompt="1"/>
          </p:nvPr>
        </p:nvSpPr>
        <p:spPr>
          <a:xfrm>
            <a:off x="414863" y="1125539"/>
            <a:ext cx="11366081" cy="246221"/>
          </a:xfrm>
          <a:prstGeom prst="rect">
            <a:avLst/>
          </a:prstGeom>
        </p:spPr>
        <p:txBody>
          <a:bodyPr lIns="0">
            <a:spAutoFit/>
          </a:bodyPr>
          <a:lstStyle>
            <a:lvl1pPr>
              <a:defRPr sz="1600" b="0">
                <a:solidFill>
                  <a:schemeClr val="bg1"/>
                </a:solidFill>
                <a:latin typeface="Ubuntu Light" panose="020B0304030602030204" pitchFamily="34" charset="0"/>
              </a:defRPr>
            </a:lvl1pPr>
          </a:lstStyle>
          <a:p>
            <a:pPr lvl="0"/>
            <a:r>
              <a:rPr lang="en-US"/>
              <a:t>Click to edit Master text styles</a:t>
            </a:r>
          </a:p>
        </p:txBody>
      </p:sp>
      <p:sp>
        <p:nvSpPr>
          <p:cNvPr id="2" name="Title 1">
            <a:extLst>
              <a:ext uri="{FF2B5EF4-FFF2-40B4-BE49-F238E27FC236}">
                <a16:creationId xmlns:a16="http://schemas.microsoft.com/office/drawing/2014/main" id="{3D771E05-0646-A062-8DD0-B00651AE6E76}"/>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169548728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Subtitle Content Dark Grey">
    <p:bg>
      <p:bgPr>
        <a:solidFill>
          <a:schemeClr val="accent4"/>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667AB06E-CA55-4893-BAFA-61FF4CCDFBD1}"/>
              </a:ext>
            </a:extLst>
          </p:cNvPr>
          <p:cNvSpPr>
            <a:spLocks noGrp="1"/>
          </p:cNvSpPr>
          <p:nvPr>
            <p:ph type="body" sz="quarter" idx="15"/>
          </p:nvPr>
        </p:nvSpPr>
        <p:spPr>
          <a:xfrm>
            <a:off x="414863" y="1125539"/>
            <a:ext cx="11366081" cy="246221"/>
          </a:xfrm>
          <a:prstGeom prst="rect">
            <a:avLst/>
          </a:prstGeom>
        </p:spPr>
        <p:txBody>
          <a:bodyPr>
            <a:spAutoFit/>
          </a:bodyPr>
          <a:lstStyle>
            <a:lvl1pPr>
              <a:defRPr sz="1600" b="0">
                <a:solidFill>
                  <a:schemeClr val="bg1"/>
                </a:solidFill>
                <a:latin typeface="Ubuntu Light" panose="020B0304030602030204" pitchFamily="34" charset="0"/>
              </a:defRPr>
            </a:lvl1pPr>
          </a:lstStyle>
          <a:p>
            <a:pPr lvl="0"/>
            <a:r>
              <a:rPr lang="en-US"/>
              <a:t>Click to edit Master text styles</a:t>
            </a:r>
          </a:p>
        </p:txBody>
      </p:sp>
      <p:sp>
        <p:nvSpPr>
          <p:cNvPr id="9" name="Text Placeholder 8">
            <a:extLst>
              <a:ext uri="{FF2B5EF4-FFF2-40B4-BE49-F238E27FC236}">
                <a16:creationId xmlns:a16="http://schemas.microsoft.com/office/drawing/2014/main" id="{C8D4D202-FD32-49BA-88CC-B39D2339504A}"/>
              </a:ext>
            </a:extLst>
          </p:cNvPr>
          <p:cNvSpPr>
            <a:spLocks noGrp="1"/>
          </p:cNvSpPr>
          <p:nvPr>
            <p:ph type="body" sz="quarter" idx="17"/>
          </p:nvPr>
        </p:nvSpPr>
        <p:spPr>
          <a:xfrm>
            <a:off x="414863" y="1624108"/>
            <a:ext cx="11366081" cy="4829080"/>
          </a:xfrm>
          <a:prstGeom prst="rect">
            <a:avLst/>
          </a:prstGeo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2" name="Title 1">
            <a:extLst>
              <a:ext uri="{FF2B5EF4-FFF2-40B4-BE49-F238E27FC236}">
                <a16:creationId xmlns:a16="http://schemas.microsoft.com/office/drawing/2014/main" id="{92564CED-1C28-DF10-1067-5941504A95A0}"/>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161308532"/>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Content and picture dark grey 3">
    <p:bg>
      <p:bgPr>
        <a:solidFill>
          <a:schemeClr val="accent4"/>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40C8F40-0AE5-4281-9868-B3C794BF6FD6}"/>
              </a:ext>
            </a:extLst>
          </p:cNvPr>
          <p:cNvSpPr>
            <a:spLocks noGrp="1"/>
          </p:cNvSpPr>
          <p:nvPr>
            <p:ph type="pic" sz="quarter" idx="19" hasCustomPrompt="1"/>
          </p:nvPr>
        </p:nvSpPr>
        <p:spPr>
          <a:xfrm>
            <a:off x="0" y="0"/>
            <a:ext cx="4206957" cy="6858000"/>
          </a:xfrm>
          <a:prstGeom prst="rect">
            <a:avLst/>
          </a:prstGeom>
          <a:solidFill>
            <a:schemeClr val="bg1">
              <a:lumMod val="95000"/>
            </a:schemeClr>
          </a:solidFill>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0" name="Text Placeholder 9">
            <a:extLst>
              <a:ext uri="{FF2B5EF4-FFF2-40B4-BE49-F238E27FC236}">
                <a16:creationId xmlns:a16="http://schemas.microsoft.com/office/drawing/2014/main" id="{DE5BD221-7593-42BD-A842-EFACB10DAB74}"/>
              </a:ext>
            </a:extLst>
          </p:cNvPr>
          <p:cNvSpPr>
            <a:spLocks noGrp="1"/>
          </p:cNvSpPr>
          <p:nvPr>
            <p:ph type="body" sz="quarter" idx="16" hasCustomPrompt="1"/>
          </p:nvPr>
        </p:nvSpPr>
        <p:spPr>
          <a:xfrm>
            <a:off x="4443586" y="1126801"/>
            <a:ext cx="6960731"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a:t>Click to edit Master text styles</a:t>
            </a:r>
          </a:p>
        </p:txBody>
      </p:sp>
      <p:sp>
        <p:nvSpPr>
          <p:cNvPr id="19" name="Text Placeholder 8">
            <a:extLst>
              <a:ext uri="{FF2B5EF4-FFF2-40B4-BE49-F238E27FC236}">
                <a16:creationId xmlns:a16="http://schemas.microsoft.com/office/drawing/2014/main" id="{A6C5C35D-CE7D-48CD-A1B2-353FFA53AEE9}"/>
              </a:ext>
            </a:extLst>
          </p:cNvPr>
          <p:cNvSpPr>
            <a:spLocks noGrp="1"/>
          </p:cNvSpPr>
          <p:nvPr>
            <p:ph type="body" sz="quarter" idx="18"/>
          </p:nvPr>
        </p:nvSpPr>
        <p:spPr>
          <a:xfrm>
            <a:off x="4444249" y="1627200"/>
            <a:ext cx="6960731" cy="4825988"/>
          </a:xfrm>
          <a:prstGeom prst="rect">
            <a:avLst/>
          </a:prstGeom>
        </p:spPr>
        <p:txBody>
          <a:bodyPr vert="horz" lIns="0" tIns="0" rIns="0" bIns="0" rtlCol="0">
            <a:noAutofit/>
          </a:bodyPr>
          <a:lstStyle>
            <a:lvl1pPr>
              <a:defRPr lang="en-US" sz="1400" smtClean="0">
                <a:solidFill>
                  <a:schemeClr val="bg1"/>
                </a:solidFill>
              </a:defRPr>
            </a:lvl1pPr>
            <a:lvl2pPr marL="180921" indent="-180921">
              <a:buClrTx/>
              <a:defRPr lang="en-US" sz="1400" kern="1200" dirty="0" smtClean="0">
                <a:solidFill>
                  <a:schemeClr val="bg1"/>
                </a:solidFill>
                <a:latin typeface="+mn-lt"/>
                <a:ea typeface="+mn-ea"/>
                <a:cs typeface="+mn-cs"/>
              </a:defRPr>
            </a:lvl2pPr>
            <a:lvl3pPr marL="359892" indent="-179946">
              <a:buClrTx/>
              <a:defRPr lang="en-US" sz="1400" kern="1200" dirty="0" smtClean="0">
                <a:solidFill>
                  <a:schemeClr val="bg1"/>
                </a:solidFill>
                <a:latin typeface="+mn-lt"/>
                <a:ea typeface="+mn-ea"/>
                <a:cs typeface="+mn-cs"/>
              </a:defRPr>
            </a:lvl3pPr>
            <a:lvl4pPr marL="539588" indent="-179946">
              <a:buClrTx/>
              <a:defRPr lang="en-US" sz="1200" kern="1200" dirty="0" smtClean="0">
                <a:solidFill>
                  <a:schemeClr val="bg1"/>
                </a:solidFill>
                <a:latin typeface="+mn-lt"/>
                <a:ea typeface="+mn-ea"/>
                <a:cs typeface="+mn-cs"/>
              </a:defRPr>
            </a:lvl4pPr>
            <a:lvl5pPr marL="718922" indent="-180921">
              <a:buClrTx/>
              <a:defRPr lang="en-US" sz="1200" kern="1200" dirty="0">
                <a:solidFill>
                  <a:schemeClr val="bg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14" name="Groupe 1">
            <a:extLst>
              <a:ext uri="{FF2B5EF4-FFF2-40B4-BE49-F238E27FC236}">
                <a16:creationId xmlns:a16="http://schemas.microsoft.com/office/drawing/2014/main" id="{DFFA4EA6-56A9-4F86-ABC0-8D91183AD408}"/>
              </a:ext>
            </a:extLst>
          </p:cNvPr>
          <p:cNvGrpSpPr/>
          <p:nvPr userDrawn="1"/>
        </p:nvGrpSpPr>
        <p:grpSpPr>
          <a:xfrm>
            <a:off x="11498107" y="171573"/>
            <a:ext cx="419327" cy="388988"/>
            <a:chOff x="11501102" y="171573"/>
            <a:chExt cx="419436" cy="388988"/>
          </a:xfrm>
        </p:grpSpPr>
        <p:sp>
          <p:nvSpPr>
            <p:cNvPr id="22" name="Freeform 13">
              <a:extLst>
                <a:ext uri="{FF2B5EF4-FFF2-40B4-BE49-F238E27FC236}">
                  <a16:creationId xmlns:a16="http://schemas.microsoft.com/office/drawing/2014/main" id="{C156B522-A0C0-42B8-BB11-65082FE767FF}"/>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sp>
          <p:nvSpPr>
            <p:cNvPr id="24" name="Freeform 14">
              <a:extLst>
                <a:ext uri="{FF2B5EF4-FFF2-40B4-BE49-F238E27FC236}">
                  <a16:creationId xmlns:a16="http://schemas.microsoft.com/office/drawing/2014/main" id="{43AD94EE-7857-4B4F-8194-A523D32A3519}"/>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grpSp>
      <p:sp>
        <p:nvSpPr>
          <p:cNvPr id="2" name="Title 1">
            <a:extLst>
              <a:ext uri="{FF2B5EF4-FFF2-40B4-BE49-F238E27FC236}">
                <a16:creationId xmlns:a16="http://schemas.microsoft.com/office/drawing/2014/main" id="{63D8BFFB-83BD-8B73-4F5E-285DBB5281A2}"/>
              </a:ext>
            </a:extLst>
          </p:cNvPr>
          <p:cNvSpPr>
            <a:spLocks noGrp="1"/>
          </p:cNvSpPr>
          <p:nvPr>
            <p:ph type="title"/>
          </p:nvPr>
        </p:nvSpPr>
        <p:spPr>
          <a:xfrm>
            <a:off x="4443586" y="260351"/>
            <a:ext cx="6976823" cy="792163"/>
          </a:xfrm>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166502765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extLst>
    <p:ext uri="{DCECCB84-F9BA-43D5-87BE-67443E8EF086}">
      <p15:sldGuideLst xmlns:p15="http://schemas.microsoft.com/office/powerpoint/2012/main">
        <p15:guide id="1" pos="511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Content and picture dark grey 4">
    <p:bg>
      <p:bgPr>
        <a:solidFill>
          <a:schemeClr val="accent4"/>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8A4E47E-A55F-4490-AD19-D9A415AA57C5}"/>
              </a:ext>
            </a:extLst>
          </p:cNvPr>
          <p:cNvSpPr>
            <a:spLocks noGrp="1"/>
          </p:cNvSpPr>
          <p:nvPr>
            <p:ph type="pic" sz="quarter" idx="19" hasCustomPrompt="1"/>
          </p:nvPr>
        </p:nvSpPr>
        <p:spPr>
          <a:xfrm>
            <a:off x="0" y="0"/>
            <a:ext cx="6094413" cy="6858000"/>
          </a:xfrm>
          <a:prstGeom prst="rect">
            <a:avLst/>
          </a:prstGeom>
          <a:solidFill>
            <a:schemeClr val="bg1">
              <a:lumMod val="95000"/>
            </a:schemeClr>
          </a:solidFill>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0" name="Text Placeholder 9">
            <a:extLst>
              <a:ext uri="{FF2B5EF4-FFF2-40B4-BE49-F238E27FC236}">
                <a16:creationId xmlns:a16="http://schemas.microsoft.com/office/drawing/2014/main" id="{B7C70459-DE10-4F5D-80E6-BAD5BA66267C}"/>
              </a:ext>
            </a:extLst>
          </p:cNvPr>
          <p:cNvSpPr>
            <a:spLocks noGrp="1"/>
          </p:cNvSpPr>
          <p:nvPr>
            <p:ph type="body" sz="quarter" idx="16" hasCustomPrompt="1"/>
          </p:nvPr>
        </p:nvSpPr>
        <p:spPr>
          <a:xfrm>
            <a:off x="6382370" y="1125539"/>
            <a:ext cx="5046564"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a:t>Click to edit Master text styles</a:t>
            </a:r>
          </a:p>
        </p:txBody>
      </p:sp>
      <p:sp>
        <p:nvSpPr>
          <p:cNvPr id="21" name="Title 4">
            <a:extLst>
              <a:ext uri="{FF2B5EF4-FFF2-40B4-BE49-F238E27FC236}">
                <a16:creationId xmlns:a16="http://schemas.microsoft.com/office/drawing/2014/main" id="{CC59ACB0-A839-47A7-AC17-01C5AED88934}"/>
              </a:ext>
            </a:extLst>
          </p:cNvPr>
          <p:cNvSpPr>
            <a:spLocks noGrp="1"/>
          </p:cNvSpPr>
          <p:nvPr>
            <p:ph type="title"/>
          </p:nvPr>
        </p:nvSpPr>
        <p:spPr>
          <a:xfrm>
            <a:off x="6382370" y="6907"/>
            <a:ext cx="5046564" cy="1127300"/>
          </a:xfrm>
        </p:spPr>
        <p:txBody>
          <a:bodyPr/>
          <a:lstStyle>
            <a:lvl1pPr>
              <a:defRPr>
                <a:solidFill>
                  <a:schemeClr val="bg1"/>
                </a:solidFill>
              </a:defRPr>
            </a:lvl1pPr>
          </a:lstStyle>
          <a:p>
            <a:r>
              <a:rPr lang="en-US"/>
              <a:t>Click to edit Master title style</a:t>
            </a:r>
            <a:endParaRPr lang="de-DE"/>
          </a:p>
        </p:txBody>
      </p:sp>
      <p:sp>
        <p:nvSpPr>
          <p:cNvPr id="19" name="Text Placeholder 6">
            <a:extLst>
              <a:ext uri="{FF2B5EF4-FFF2-40B4-BE49-F238E27FC236}">
                <a16:creationId xmlns:a16="http://schemas.microsoft.com/office/drawing/2014/main" id="{A8B886D2-95CB-49D8-B7AE-68DA209E76FA}"/>
              </a:ext>
            </a:extLst>
          </p:cNvPr>
          <p:cNvSpPr>
            <a:spLocks noGrp="1"/>
          </p:cNvSpPr>
          <p:nvPr>
            <p:ph type="body" sz="quarter" idx="18"/>
          </p:nvPr>
        </p:nvSpPr>
        <p:spPr>
          <a:xfrm>
            <a:off x="6382370" y="1627200"/>
            <a:ext cx="5046564" cy="4825988"/>
          </a:xfrm>
          <a:prstGeom prst="rect">
            <a:avLst/>
          </a:prstGeom>
        </p:spPr>
        <p:txBody>
          <a:bodyPr vert="horz" lIns="0" tIns="0" rIns="0" bIns="0" rtlCol="0">
            <a:noAutofit/>
          </a:bodyPr>
          <a:lstStyle>
            <a:lvl1pPr>
              <a:defRPr lang="en-US" sz="1400" smtClean="0">
                <a:solidFill>
                  <a:schemeClr val="bg1"/>
                </a:solidFill>
              </a:defRPr>
            </a:lvl1pPr>
            <a:lvl2pPr marL="180921" indent="-180921">
              <a:buClrTx/>
              <a:defRPr lang="en-US" sz="1400" kern="1200" dirty="0" smtClean="0">
                <a:solidFill>
                  <a:schemeClr val="bg1"/>
                </a:solidFill>
                <a:latin typeface="+mn-lt"/>
                <a:ea typeface="+mn-ea"/>
                <a:cs typeface="+mn-cs"/>
              </a:defRPr>
            </a:lvl2pPr>
            <a:lvl3pPr marL="359892" indent="-179946">
              <a:buClrTx/>
              <a:defRPr lang="en-US" sz="1400" kern="1200" dirty="0" smtClean="0">
                <a:solidFill>
                  <a:schemeClr val="bg1"/>
                </a:solidFill>
                <a:latin typeface="+mn-lt"/>
                <a:ea typeface="+mn-ea"/>
                <a:cs typeface="+mn-cs"/>
              </a:defRPr>
            </a:lvl3pPr>
            <a:lvl4pPr marL="539588" indent="-179946">
              <a:buClrTx/>
              <a:defRPr lang="en-US" sz="1200" kern="1200" dirty="0" smtClean="0">
                <a:solidFill>
                  <a:schemeClr val="bg1"/>
                </a:solidFill>
                <a:latin typeface="+mn-lt"/>
                <a:ea typeface="+mn-ea"/>
                <a:cs typeface="+mn-cs"/>
              </a:defRPr>
            </a:lvl4pPr>
            <a:lvl5pPr marL="718922" indent="-180921">
              <a:buClrTx/>
              <a:defRPr lang="en-US" sz="1200" kern="1200" dirty="0">
                <a:solidFill>
                  <a:schemeClr val="bg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16" name="Groupe 1">
            <a:extLst>
              <a:ext uri="{FF2B5EF4-FFF2-40B4-BE49-F238E27FC236}">
                <a16:creationId xmlns:a16="http://schemas.microsoft.com/office/drawing/2014/main" id="{E0AE299F-7351-4397-AACC-823584420C74}"/>
              </a:ext>
            </a:extLst>
          </p:cNvPr>
          <p:cNvGrpSpPr/>
          <p:nvPr userDrawn="1"/>
        </p:nvGrpSpPr>
        <p:grpSpPr>
          <a:xfrm>
            <a:off x="11498107" y="171573"/>
            <a:ext cx="419327" cy="388988"/>
            <a:chOff x="11501102" y="171573"/>
            <a:chExt cx="419436" cy="388988"/>
          </a:xfrm>
        </p:grpSpPr>
        <p:sp>
          <p:nvSpPr>
            <p:cNvPr id="22" name="Freeform 13">
              <a:extLst>
                <a:ext uri="{FF2B5EF4-FFF2-40B4-BE49-F238E27FC236}">
                  <a16:creationId xmlns:a16="http://schemas.microsoft.com/office/drawing/2014/main" id="{2EAF937C-9725-44A1-BB6F-11B4974BADA6}"/>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sp>
          <p:nvSpPr>
            <p:cNvPr id="24" name="Freeform 14">
              <a:extLst>
                <a:ext uri="{FF2B5EF4-FFF2-40B4-BE49-F238E27FC236}">
                  <a16:creationId xmlns:a16="http://schemas.microsoft.com/office/drawing/2014/main" id="{0B23023F-6948-45C1-A879-0B093E949B0A}"/>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grpSp>
    </p:spTree>
    <p:extLst>
      <p:ext uri="{BB962C8B-B14F-4D97-AF65-F5344CB8AC3E}">
        <p14:creationId xmlns:p14="http://schemas.microsoft.com/office/powerpoint/2010/main" val="3730494442"/>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Dark grey">
    <p:bg>
      <p:bgPr>
        <a:solidFill>
          <a:schemeClr val="accent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351359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1_Title Only Short Dark">
    <p:bg>
      <p:bgPr>
        <a:solidFill>
          <a:schemeClr val="bg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A265B2F8-F345-47A8-995D-086F4524E78E}"/>
              </a:ext>
            </a:extLst>
          </p:cNvPr>
          <p:cNvSpPr>
            <a:spLocks noGrp="1"/>
          </p:cNvSpPr>
          <p:nvPr>
            <p:ph type="pic" sz="quarter" idx="18" hasCustomPrompt="1"/>
          </p:nvPr>
        </p:nvSpPr>
        <p:spPr>
          <a:xfrm>
            <a:off x="8110013" y="0"/>
            <a:ext cx="4078813" cy="6851650"/>
          </a:xfrm>
          <a:custGeom>
            <a:avLst/>
            <a:gdLst>
              <a:gd name="connsiteX0" fmla="*/ 3613361 w 4079875"/>
              <a:gd name="connsiteY0" fmla="*/ 171572 h 6851650"/>
              <a:gd name="connsiteX1" fmla="*/ 3388977 w 4079875"/>
              <a:gd name="connsiteY1" fmla="*/ 403485 h 6851650"/>
              <a:gd name="connsiteX2" fmla="*/ 3466705 w 4079875"/>
              <a:gd name="connsiteY2" fmla="*/ 517973 h 6851650"/>
              <a:gd name="connsiteX3" fmla="*/ 3545899 w 4079875"/>
              <a:gd name="connsiteY3" fmla="*/ 519441 h 6851650"/>
              <a:gd name="connsiteX4" fmla="*/ 3577980 w 4079875"/>
              <a:gd name="connsiteY4" fmla="*/ 503479 h 6851650"/>
              <a:gd name="connsiteX5" fmla="*/ 3604362 w 4079875"/>
              <a:gd name="connsiteY5" fmla="*/ 479988 h 6851650"/>
              <a:gd name="connsiteX6" fmla="*/ 3597318 w 4079875"/>
              <a:gd name="connsiteY6" fmla="*/ 502912 h 6851650"/>
              <a:gd name="connsiteX7" fmla="*/ 3532517 w 4079875"/>
              <a:gd name="connsiteY7" fmla="*/ 545873 h 6851650"/>
              <a:gd name="connsiteX8" fmla="*/ 3586816 w 4079875"/>
              <a:gd name="connsiteY8" fmla="*/ 560560 h 6851650"/>
              <a:gd name="connsiteX9" fmla="*/ 3715958 w 4079875"/>
              <a:gd name="connsiteY9" fmla="*/ 517967 h 6851650"/>
              <a:gd name="connsiteX10" fmla="*/ 3651387 w 4079875"/>
              <a:gd name="connsiteY10" fmla="*/ 460686 h 6851650"/>
              <a:gd name="connsiteX11" fmla="*/ 3715958 w 4079875"/>
              <a:gd name="connsiteY11" fmla="*/ 491530 h 6851650"/>
              <a:gd name="connsiteX12" fmla="*/ 3801190 w 4079875"/>
              <a:gd name="connsiteY12" fmla="*/ 433905 h 6851650"/>
              <a:gd name="connsiteX13" fmla="*/ 3808405 w 4079875"/>
              <a:gd name="connsiteY13" fmla="*/ 397572 h 6851650"/>
              <a:gd name="connsiteX14" fmla="*/ 3808413 w 4079875"/>
              <a:gd name="connsiteY14" fmla="*/ 397614 h 6851650"/>
              <a:gd name="connsiteX15" fmla="*/ 3808413 w 4079875"/>
              <a:gd name="connsiteY15" fmla="*/ 397531 h 6851650"/>
              <a:gd name="connsiteX16" fmla="*/ 3808413 w 4079875"/>
              <a:gd name="connsiteY16" fmla="*/ 394678 h 6851650"/>
              <a:gd name="connsiteX17" fmla="*/ 3736552 w 4079875"/>
              <a:gd name="connsiteY17" fmla="*/ 246430 h 6851650"/>
              <a:gd name="connsiteX18" fmla="*/ 3623627 w 4079875"/>
              <a:gd name="connsiteY18" fmla="*/ 175975 h 6851650"/>
              <a:gd name="connsiteX19" fmla="*/ 3613361 w 4079875"/>
              <a:gd name="connsiteY19" fmla="*/ 171572 h 6851650"/>
              <a:gd name="connsiteX20" fmla="*/ 0 w 4079875"/>
              <a:gd name="connsiteY20" fmla="*/ 0 h 6851650"/>
              <a:gd name="connsiteX21" fmla="*/ 4079875 w 4079875"/>
              <a:gd name="connsiteY21" fmla="*/ 0 h 6851650"/>
              <a:gd name="connsiteX22" fmla="*/ 4079875 w 4079875"/>
              <a:gd name="connsiteY22" fmla="*/ 6851650 h 6851650"/>
              <a:gd name="connsiteX23" fmla="*/ 0 w 4079875"/>
              <a:gd name="connsiteY23" fmla="*/ 6851650 h 685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079875" h="6851650">
                <a:moveTo>
                  <a:pt x="3613361" y="171572"/>
                </a:moveTo>
                <a:cubicBezTo>
                  <a:pt x="3563498" y="231752"/>
                  <a:pt x="3388977" y="277254"/>
                  <a:pt x="3388977" y="403485"/>
                </a:cubicBezTo>
                <a:cubicBezTo>
                  <a:pt x="3388977" y="453390"/>
                  <a:pt x="3419775" y="500360"/>
                  <a:pt x="3466705" y="517973"/>
                </a:cubicBezTo>
                <a:cubicBezTo>
                  <a:pt x="3493103" y="528248"/>
                  <a:pt x="3519501" y="528248"/>
                  <a:pt x="3545899" y="519441"/>
                </a:cubicBezTo>
                <a:cubicBezTo>
                  <a:pt x="3557632" y="515772"/>
                  <a:pt x="3568264" y="510267"/>
                  <a:pt x="3577980" y="503479"/>
                </a:cubicBezTo>
                <a:lnTo>
                  <a:pt x="3604362" y="479988"/>
                </a:lnTo>
                <a:lnTo>
                  <a:pt x="3597318" y="502912"/>
                </a:lnTo>
                <a:cubicBezTo>
                  <a:pt x="3585623" y="524668"/>
                  <a:pt x="3561134" y="541467"/>
                  <a:pt x="3532517" y="545873"/>
                </a:cubicBezTo>
                <a:cubicBezTo>
                  <a:pt x="3541322" y="554685"/>
                  <a:pt x="3561868" y="560560"/>
                  <a:pt x="3586816" y="560560"/>
                </a:cubicBezTo>
                <a:cubicBezTo>
                  <a:pt x="3632309" y="560560"/>
                  <a:pt x="3688075" y="547341"/>
                  <a:pt x="3715958" y="517967"/>
                </a:cubicBezTo>
                <a:cubicBezTo>
                  <a:pt x="3677803" y="519435"/>
                  <a:pt x="3652855" y="494467"/>
                  <a:pt x="3651387" y="460686"/>
                </a:cubicBezTo>
                <a:cubicBezTo>
                  <a:pt x="3668997" y="482717"/>
                  <a:pt x="3691010" y="491530"/>
                  <a:pt x="3715958" y="491530"/>
                </a:cubicBezTo>
                <a:cubicBezTo>
                  <a:pt x="3754481" y="491530"/>
                  <a:pt x="3787225" y="467571"/>
                  <a:pt x="3801190" y="433905"/>
                </a:cubicBezTo>
                <a:lnTo>
                  <a:pt x="3808405" y="397572"/>
                </a:lnTo>
                <a:lnTo>
                  <a:pt x="3808413" y="397614"/>
                </a:lnTo>
                <a:lnTo>
                  <a:pt x="3808413" y="397531"/>
                </a:lnTo>
                <a:lnTo>
                  <a:pt x="3808413" y="394678"/>
                </a:lnTo>
                <a:cubicBezTo>
                  <a:pt x="3808413" y="335966"/>
                  <a:pt x="3779082" y="286061"/>
                  <a:pt x="3736552" y="246430"/>
                </a:cubicBezTo>
                <a:cubicBezTo>
                  <a:pt x="3704287" y="215606"/>
                  <a:pt x="3664690" y="193589"/>
                  <a:pt x="3623627" y="175975"/>
                </a:cubicBezTo>
                <a:cubicBezTo>
                  <a:pt x="3620693" y="174508"/>
                  <a:pt x="3617760" y="173040"/>
                  <a:pt x="3613361" y="171572"/>
                </a:cubicBezTo>
                <a:close/>
                <a:moveTo>
                  <a:pt x="0" y="0"/>
                </a:moveTo>
                <a:lnTo>
                  <a:pt x="4079875" y="0"/>
                </a:lnTo>
                <a:lnTo>
                  <a:pt x="4079875" y="6851650"/>
                </a:lnTo>
                <a:lnTo>
                  <a:pt x="0" y="6851650"/>
                </a:lnTo>
                <a:close/>
              </a:path>
            </a:pathLst>
          </a:custGeom>
        </p:spPr>
        <p:txBody>
          <a:bodyPr wrap="square">
            <a:noAutofit/>
          </a:bodyPr>
          <a:lstStyle>
            <a:lvl1pPr marL="0" marR="0" indent="0" algn="ctr"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r>
              <a:rPr lang="en-US"/>
              <a:t>Click icon to add picture and send picture to back</a:t>
            </a:r>
          </a:p>
        </p:txBody>
      </p:sp>
      <p:sp>
        <p:nvSpPr>
          <p:cNvPr id="19" name="Rectangle 18">
            <a:extLst>
              <a:ext uri="{FF2B5EF4-FFF2-40B4-BE49-F238E27FC236}">
                <a16:creationId xmlns:a16="http://schemas.microsoft.com/office/drawing/2014/main" id="{F739495D-D944-452B-B11E-F8824CAF9904}"/>
              </a:ext>
            </a:extLst>
          </p:cNvPr>
          <p:cNvSpPr/>
          <p:nvPr userDrawn="1"/>
        </p:nvSpPr>
        <p:spPr>
          <a:xfrm>
            <a:off x="1" y="0"/>
            <a:ext cx="8110012"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99"/>
          </a:p>
        </p:txBody>
      </p:sp>
      <p:sp>
        <p:nvSpPr>
          <p:cNvPr id="13" name="Date Placeholder 12">
            <a:extLst>
              <a:ext uri="{FF2B5EF4-FFF2-40B4-BE49-F238E27FC236}">
                <a16:creationId xmlns:a16="http://schemas.microsoft.com/office/drawing/2014/main" id="{9E3C1FF3-B093-4F6B-92A8-6BEBE95D4A8F}"/>
              </a:ext>
            </a:extLst>
          </p:cNvPr>
          <p:cNvSpPr>
            <a:spLocks noGrp="1"/>
          </p:cNvSpPr>
          <p:nvPr>
            <p:ph type="dt" sz="half" idx="10"/>
          </p:nvPr>
        </p:nvSpPr>
        <p:spPr/>
        <p:txBody>
          <a:bodyPr/>
          <a:lstStyle>
            <a:lvl1pPr algn="r">
              <a:defRPr/>
            </a:lvl1pPr>
          </a:lstStyle>
          <a:p>
            <a:pPr>
              <a:spcBef>
                <a:spcPts val="1000"/>
              </a:spcBef>
            </a:pPr>
            <a:r>
              <a:rPr lang="en-IN"/>
              <a:t>Company Confidential © Capgemini 2026. All rights reserved.</a:t>
            </a:r>
            <a:endParaRPr lang="en-US"/>
          </a:p>
        </p:txBody>
      </p:sp>
      <p:sp>
        <p:nvSpPr>
          <p:cNvPr id="15" name="Slide Number Placeholder 14">
            <a:extLst>
              <a:ext uri="{FF2B5EF4-FFF2-40B4-BE49-F238E27FC236}">
                <a16:creationId xmlns:a16="http://schemas.microsoft.com/office/drawing/2014/main" id="{05CC71D2-E8FF-43C0-8C44-22987D13EBB2}"/>
              </a:ext>
            </a:extLst>
          </p:cNvPr>
          <p:cNvSpPr>
            <a:spLocks noGrp="1"/>
          </p:cNvSpPr>
          <p:nvPr>
            <p:ph type="sldNum" sz="quarter" idx="12"/>
          </p:nvPr>
        </p:nvSpPr>
        <p:spPr/>
        <p:txBody>
          <a:bodyPr/>
          <a:lstStyle>
            <a:lvl1pPr algn="r">
              <a:defRPr/>
            </a:lvl1pPr>
          </a:lstStyle>
          <a:p>
            <a:fld id="{5D9A5160-6218-4E5A-B9E6-B93E3DAE377C}" type="slidenum">
              <a:rPr lang="en-US" smtClean="0"/>
              <a:pPr/>
              <a:t>‹#›</a:t>
            </a:fld>
            <a:endParaRPr lang="en-US"/>
          </a:p>
        </p:txBody>
      </p:sp>
      <p:sp>
        <p:nvSpPr>
          <p:cNvPr id="4" name="Title 3">
            <a:extLst>
              <a:ext uri="{FF2B5EF4-FFF2-40B4-BE49-F238E27FC236}">
                <a16:creationId xmlns:a16="http://schemas.microsoft.com/office/drawing/2014/main" id="{240D4478-625C-45B3-9909-94DD7D96B26F}"/>
              </a:ext>
            </a:extLst>
          </p:cNvPr>
          <p:cNvSpPr>
            <a:spLocks noGrp="1"/>
          </p:cNvSpPr>
          <p:nvPr>
            <p:ph type="title"/>
          </p:nvPr>
        </p:nvSpPr>
        <p:spPr>
          <a:xfrm>
            <a:off x="550719" y="6907"/>
            <a:ext cx="7559294" cy="1116000"/>
          </a:xfrm>
        </p:spPr>
        <p:txBody>
          <a:bodyPr rIns="72000"/>
          <a:lstStyle>
            <a:lvl1pPr>
              <a:defRPr>
                <a:solidFill>
                  <a:schemeClr val="bg1"/>
                </a:solidFill>
              </a:defRPr>
            </a:lvl1pPr>
          </a:lstStyle>
          <a:p>
            <a:r>
              <a:rPr lang="en-US"/>
              <a:t>Click to edit Master title style</a:t>
            </a:r>
            <a:endParaRPr lang="de-DE"/>
          </a:p>
        </p:txBody>
      </p:sp>
      <p:sp>
        <p:nvSpPr>
          <p:cNvPr id="6" name="Footer Placeholder 5">
            <a:extLst>
              <a:ext uri="{FF2B5EF4-FFF2-40B4-BE49-F238E27FC236}">
                <a16:creationId xmlns:a16="http://schemas.microsoft.com/office/drawing/2014/main" id="{D68D5F21-41A7-4B42-9814-2C4B08869382}"/>
              </a:ext>
            </a:extLst>
          </p:cNvPr>
          <p:cNvSpPr>
            <a:spLocks noGrp="1"/>
          </p:cNvSpPr>
          <p:nvPr>
            <p:ph type="ftr" sz="quarter" idx="13"/>
          </p:nvPr>
        </p:nvSpPr>
        <p:spPr/>
        <p:txBody>
          <a:bodyPr/>
          <a:lstStyle/>
          <a:p>
            <a:pPr>
              <a:spcBef>
                <a:spcPts val="1000"/>
              </a:spcBef>
            </a:pPr>
            <a:r>
              <a:rPr lang="en-US"/>
              <a:t>AI Data Copilot - AskData</a:t>
            </a:r>
          </a:p>
        </p:txBody>
      </p:sp>
      <p:sp>
        <p:nvSpPr>
          <p:cNvPr id="14" name="Text Placeholder 9">
            <a:extLst>
              <a:ext uri="{FF2B5EF4-FFF2-40B4-BE49-F238E27FC236}">
                <a16:creationId xmlns:a16="http://schemas.microsoft.com/office/drawing/2014/main" id="{98C3DB19-4889-48D4-AFFB-A1B288723D76}"/>
              </a:ext>
            </a:extLst>
          </p:cNvPr>
          <p:cNvSpPr>
            <a:spLocks noGrp="1"/>
          </p:cNvSpPr>
          <p:nvPr>
            <p:ph type="body" sz="quarter" idx="15" hasCustomPrompt="1"/>
          </p:nvPr>
        </p:nvSpPr>
        <p:spPr>
          <a:xfrm>
            <a:off x="550057" y="1125539"/>
            <a:ext cx="7559294" cy="246221"/>
          </a:xfrm>
          <a:prstGeom prst="rect">
            <a:avLst/>
          </a:prstGeom>
        </p:spPr>
        <p:txBody>
          <a:bodyPr wrap="square" lIns="0" rIns="72000">
            <a:spAutoFit/>
          </a:bodyPr>
          <a:lstStyle>
            <a:lvl1pPr>
              <a:defRPr sz="1600" b="1">
                <a:solidFill>
                  <a:schemeClr val="bg1"/>
                </a:solidFill>
                <a:latin typeface="+mn-lt"/>
              </a:defRPr>
            </a:lvl1pPr>
          </a:lstStyle>
          <a:p>
            <a:pPr lvl="0"/>
            <a:r>
              <a:rPr lang="en-US"/>
              <a:t>Click to edit Master text styles</a:t>
            </a:r>
          </a:p>
        </p:txBody>
      </p:sp>
      <p:sp>
        <p:nvSpPr>
          <p:cNvPr id="16" name="TextBox 15">
            <a:extLst>
              <a:ext uri="{FF2B5EF4-FFF2-40B4-BE49-F238E27FC236}">
                <a16:creationId xmlns:a16="http://schemas.microsoft.com/office/drawing/2014/main" id="{1F62E3C9-BB70-4CF4-98F9-292D7381F72C}"/>
              </a:ext>
            </a:extLst>
          </p:cNvPr>
          <p:cNvSpPr txBox="1"/>
          <p:nvPr userDrawn="1">
            <p:custDataLst>
              <p:tags r:id="rId1"/>
            </p:custDataLst>
          </p:nvPr>
        </p:nvSpPr>
        <p:spPr>
          <a:xfrm>
            <a:off x="8100191" y="6650662"/>
            <a:ext cx="1089758" cy="123111"/>
          </a:xfrm>
          <a:prstGeom prst="rect">
            <a:avLst/>
          </a:prstGeom>
          <a:noFill/>
        </p:spPr>
        <p:txBody>
          <a:bodyPr vert="horz" wrap="none" lIns="0" tIns="0" rIns="0" bIns="0" rtlCol="0" anchor="ctr" anchorCtr="0">
            <a:spAutoFit/>
          </a:bodyPr>
          <a:lstStyle/>
          <a:p>
            <a:pPr algn="r">
              <a:spcBef>
                <a:spcPts val="1000"/>
              </a:spcBef>
              <a:spcAft>
                <a:spcPts val="0"/>
              </a:spcAft>
            </a:pPr>
            <a:r>
              <a:rPr lang="en-GB" sz="800" b="1">
                <a:solidFill>
                  <a:schemeClr val="bg1">
                    <a:lumMod val="65000"/>
                  </a:schemeClr>
                </a:solidFill>
                <a:cs typeface="Times New Roman" pitchFamily="18" charset="0"/>
              </a:rPr>
              <a:t>Company Confidential</a:t>
            </a:r>
            <a:endParaRPr lang="en-GB" sz="800" b="1">
              <a:solidFill>
                <a:schemeClr val="bg1">
                  <a:lumMod val="65000"/>
                </a:schemeClr>
              </a:solidFill>
              <a:ea typeface="Times New Roman" pitchFamily="18" charset="0"/>
              <a:cs typeface="Times New Roman" pitchFamily="18" charset="0"/>
            </a:endParaRPr>
          </a:p>
        </p:txBody>
      </p:sp>
      <p:sp>
        <p:nvSpPr>
          <p:cNvPr id="12" name="Text Placeholder 7">
            <a:extLst>
              <a:ext uri="{FF2B5EF4-FFF2-40B4-BE49-F238E27FC236}">
                <a16:creationId xmlns:a16="http://schemas.microsoft.com/office/drawing/2014/main" id="{F13880FA-A20C-4104-8D48-DC99C13D0B89}"/>
              </a:ext>
            </a:extLst>
          </p:cNvPr>
          <p:cNvSpPr>
            <a:spLocks noGrp="1"/>
          </p:cNvSpPr>
          <p:nvPr>
            <p:ph type="body" sz="quarter" idx="17"/>
          </p:nvPr>
        </p:nvSpPr>
        <p:spPr>
          <a:xfrm>
            <a:off x="551241" y="1628800"/>
            <a:ext cx="7559294" cy="4824388"/>
          </a:xfrm>
          <a:prstGeom prst="rect">
            <a:avLst/>
          </a:prstGeom>
        </p:spPr>
        <p:txBody>
          <a:bodyPr rIns="216000">
            <a:noAutofit/>
          </a:bodyPr>
          <a:lstStyle>
            <a:lvl1pPr>
              <a:defRPr sz="1200">
                <a:solidFill>
                  <a:schemeClr val="bg1"/>
                </a:solidFill>
              </a:defRPr>
            </a:lvl1pPr>
            <a:lvl2pPr>
              <a:buClrTx/>
              <a:defRPr sz="1200">
                <a:solidFill>
                  <a:schemeClr val="bg1"/>
                </a:solidFill>
              </a:defRPr>
            </a:lvl2pPr>
            <a:lvl3pPr>
              <a:buClrTx/>
              <a:defRPr sz="1200">
                <a:solidFill>
                  <a:schemeClr val="bg1"/>
                </a:solidFill>
              </a:defRPr>
            </a:lvl3pPr>
            <a:lvl4pPr>
              <a:buClrTx/>
              <a:defRPr sz="1100">
                <a:solidFill>
                  <a:schemeClr val="bg1"/>
                </a:solidFill>
              </a:defRPr>
            </a:lvl4pPr>
            <a:lvl5pPr>
              <a:buClrTx/>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4366638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extLst>
    <p:ext uri="{DCECCB84-F9BA-43D5-87BE-67443E8EF086}">
      <p15:sldGuideLst xmlns:p15="http://schemas.microsoft.com/office/powerpoint/2012/main">
        <p15:guide id="1" pos="5110">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2_Title Only Short Dark">
    <p:bg>
      <p:bgPr>
        <a:solidFill>
          <a:schemeClr val="bg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CF04019-A1DB-4741-8F6A-0715A53FCB86}"/>
              </a:ext>
            </a:extLst>
          </p:cNvPr>
          <p:cNvSpPr>
            <a:spLocks noGrp="1"/>
          </p:cNvSpPr>
          <p:nvPr>
            <p:ph type="pic" sz="quarter" idx="18" hasCustomPrompt="1"/>
          </p:nvPr>
        </p:nvSpPr>
        <p:spPr>
          <a:xfrm>
            <a:off x="6094412" y="0"/>
            <a:ext cx="6094413" cy="6851650"/>
          </a:xfrm>
          <a:custGeom>
            <a:avLst/>
            <a:gdLst>
              <a:gd name="connsiteX0" fmla="*/ 5629486 w 6096000"/>
              <a:gd name="connsiteY0" fmla="*/ 171572 h 6851650"/>
              <a:gd name="connsiteX1" fmla="*/ 5405102 w 6096000"/>
              <a:gd name="connsiteY1" fmla="*/ 403485 h 6851650"/>
              <a:gd name="connsiteX2" fmla="*/ 5482830 w 6096000"/>
              <a:gd name="connsiteY2" fmla="*/ 517973 h 6851650"/>
              <a:gd name="connsiteX3" fmla="*/ 5562024 w 6096000"/>
              <a:gd name="connsiteY3" fmla="*/ 519441 h 6851650"/>
              <a:gd name="connsiteX4" fmla="*/ 5594105 w 6096000"/>
              <a:gd name="connsiteY4" fmla="*/ 503479 h 6851650"/>
              <a:gd name="connsiteX5" fmla="*/ 5620487 w 6096000"/>
              <a:gd name="connsiteY5" fmla="*/ 479988 h 6851650"/>
              <a:gd name="connsiteX6" fmla="*/ 5613443 w 6096000"/>
              <a:gd name="connsiteY6" fmla="*/ 502912 h 6851650"/>
              <a:gd name="connsiteX7" fmla="*/ 5548642 w 6096000"/>
              <a:gd name="connsiteY7" fmla="*/ 545873 h 6851650"/>
              <a:gd name="connsiteX8" fmla="*/ 5602941 w 6096000"/>
              <a:gd name="connsiteY8" fmla="*/ 560560 h 6851650"/>
              <a:gd name="connsiteX9" fmla="*/ 5732083 w 6096000"/>
              <a:gd name="connsiteY9" fmla="*/ 517967 h 6851650"/>
              <a:gd name="connsiteX10" fmla="*/ 5667512 w 6096000"/>
              <a:gd name="connsiteY10" fmla="*/ 460686 h 6851650"/>
              <a:gd name="connsiteX11" fmla="*/ 5732083 w 6096000"/>
              <a:gd name="connsiteY11" fmla="*/ 491530 h 6851650"/>
              <a:gd name="connsiteX12" fmla="*/ 5817315 w 6096000"/>
              <a:gd name="connsiteY12" fmla="*/ 433905 h 6851650"/>
              <a:gd name="connsiteX13" fmla="*/ 5824530 w 6096000"/>
              <a:gd name="connsiteY13" fmla="*/ 397572 h 6851650"/>
              <a:gd name="connsiteX14" fmla="*/ 5824538 w 6096000"/>
              <a:gd name="connsiteY14" fmla="*/ 397614 h 6851650"/>
              <a:gd name="connsiteX15" fmla="*/ 5824538 w 6096000"/>
              <a:gd name="connsiteY15" fmla="*/ 397531 h 6851650"/>
              <a:gd name="connsiteX16" fmla="*/ 5824538 w 6096000"/>
              <a:gd name="connsiteY16" fmla="*/ 394678 h 6851650"/>
              <a:gd name="connsiteX17" fmla="*/ 5752677 w 6096000"/>
              <a:gd name="connsiteY17" fmla="*/ 246430 h 6851650"/>
              <a:gd name="connsiteX18" fmla="*/ 5639752 w 6096000"/>
              <a:gd name="connsiteY18" fmla="*/ 175975 h 6851650"/>
              <a:gd name="connsiteX19" fmla="*/ 5629486 w 6096000"/>
              <a:gd name="connsiteY19" fmla="*/ 171572 h 6851650"/>
              <a:gd name="connsiteX20" fmla="*/ 0 w 6096000"/>
              <a:gd name="connsiteY20" fmla="*/ 0 h 6851650"/>
              <a:gd name="connsiteX21" fmla="*/ 6096000 w 6096000"/>
              <a:gd name="connsiteY21" fmla="*/ 0 h 6851650"/>
              <a:gd name="connsiteX22" fmla="*/ 6096000 w 6096000"/>
              <a:gd name="connsiteY22" fmla="*/ 6851650 h 6851650"/>
              <a:gd name="connsiteX23" fmla="*/ 0 w 6096000"/>
              <a:gd name="connsiteY23" fmla="*/ 6851650 h 685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96000" h="6851650">
                <a:moveTo>
                  <a:pt x="5629486" y="171572"/>
                </a:moveTo>
                <a:cubicBezTo>
                  <a:pt x="5579623" y="231752"/>
                  <a:pt x="5405102" y="277254"/>
                  <a:pt x="5405102" y="403485"/>
                </a:cubicBezTo>
                <a:cubicBezTo>
                  <a:pt x="5405102" y="453390"/>
                  <a:pt x="5435900" y="500360"/>
                  <a:pt x="5482830" y="517973"/>
                </a:cubicBezTo>
                <a:cubicBezTo>
                  <a:pt x="5509228" y="528248"/>
                  <a:pt x="5535626" y="528248"/>
                  <a:pt x="5562024" y="519441"/>
                </a:cubicBezTo>
                <a:cubicBezTo>
                  <a:pt x="5573757" y="515772"/>
                  <a:pt x="5584389" y="510267"/>
                  <a:pt x="5594105" y="503479"/>
                </a:cubicBezTo>
                <a:lnTo>
                  <a:pt x="5620487" y="479988"/>
                </a:lnTo>
                <a:lnTo>
                  <a:pt x="5613443" y="502912"/>
                </a:lnTo>
                <a:cubicBezTo>
                  <a:pt x="5601748" y="524668"/>
                  <a:pt x="5577259" y="541467"/>
                  <a:pt x="5548642" y="545873"/>
                </a:cubicBezTo>
                <a:cubicBezTo>
                  <a:pt x="5557447" y="554685"/>
                  <a:pt x="5577993" y="560560"/>
                  <a:pt x="5602941" y="560560"/>
                </a:cubicBezTo>
                <a:cubicBezTo>
                  <a:pt x="5648434" y="560560"/>
                  <a:pt x="5704200" y="547341"/>
                  <a:pt x="5732083" y="517967"/>
                </a:cubicBezTo>
                <a:cubicBezTo>
                  <a:pt x="5693928" y="519435"/>
                  <a:pt x="5668980" y="494467"/>
                  <a:pt x="5667512" y="460686"/>
                </a:cubicBezTo>
                <a:cubicBezTo>
                  <a:pt x="5685122" y="482717"/>
                  <a:pt x="5707135" y="491530"/>
                  <a:pt x="5732083" y="491530"/>
                </a:cubicBezTo>
                <a:cubicBezTo>
                  <a:pt x="5770606" y="491530"/>
                  <a:pt x="5803350" y="467571"/>
                  <a:pt x="5817315" y="433905"/>
                </a:cubicBezTo>
                <a:lnTo>
                  <a:pt x="5824530" y="397572"/>
                </a:lnTo>
                <a:lnTo>
                  <a:pt x="5824538" y="397614"/>
                </a:lnTo>
                <a:lnTo>
                  <a:pt x="5824538" y="397531"/>
                </a:lnTo>
                <a:lnTo>
                  <a:pt x="5824538" y="394678"/>
                </a:lnTo>
                <a:cubicBezTo>
                  <a:pt x="5824538" y="335966"/>
                  <a:pt x="5795207" y="286061"/>
                  <a:pt x="5752677" y="246430"/>
                </a:cubicBezTo>
                <a:cubicBezTo>
                  <a:pt x="5720412" y="215606"/>
                  <a:pt x="5680815" y="193589"/>
                  <a:pt x="5639752" y="175975"/>
                </a:cubicBezTo>
                <a:cubicBezTo>
                  <a:pt x="5636818" y="174508"/>
                  <a:pt x="5633885" y="173040"/>
                  <a:pt x="5629486" y="171572"/>
                </a:cubicBezTo>
                <a:close/>
                <a:moveTo>
                  <a:pt x="0" y="0"/>
                </a:moveTo>
                <a:lnTo>
                  <a:pt x="6096000" y="0"/>
                </a:lnTo>
                <a:lnTo>
                  <a:pt x="6096000" y="6851650"/>
                </a:lnTo>
                <a:lnTo>
                  <a:pt x="0" y="6851650"/>
                </a:lnTo>
                <a:close/>
              </a:path>
            </a:pathLst>
          </a:custGeom>
        </p:spPr>
        <p:txBody>
          <a:bodyPr wrap="square">
            <a:noAutofit/>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r>
              <a:rPr lang="en-US"/>
              <a:t>Click icon to add picture and send picture to back</a:t>
            </a:r>
          </a:p>
        </p:txBody>
      </p:sp>
      <p:sp>
        <p:nvSpPr>
          <p:cNvPr id="19" name="Rectangle 18">
            <a:extLst>
              <a:ext uri="{FF2B5EF4-FFF2-40B4-BE49-F238E27FC236}">
                <a16:creationId xmlns:a16="http://schemas.microsoft.com/office/drawing/2014/main" id="{3159DB76-BDF6-4570-B3F9-7584F97BA403}"/>
              </a:ext>
            </a:extLst>
          </p:cNvPr>
          <p:cNvSpPr/>
          <p:nvPr userDrawn="1"/>
        </p:nvSpPr>
        <p:spPr>
          <a:xfrm>
            <a:off x="0" y="0"/>
            <a:ext cx="6094413"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99"/>
          </a:p>
        </p:txBody>
      </p:sp>
      <p:sp>
        <p:nvSpPr>
          <p:cNvPr id="13" name="Date Placeholder 12">
            <a:extLst>
              <a:ext uri="{FF2B5EF4-FFF2-40B4-BE49-F238E27FC236}">
                <a16:creationId xmlns:a16="http://schemas.microsoft.com/office/drawing/2014/main" id="{9E3C1FF3-B093-4F6B-92A8-6BEBE95D4A8F}"/>
              </a:ext>
            </a:extLst>
          </p:cNvPr>
          <p:cNvSpPr>
            <a:spLocks noGrp="1"/>
          </p:cNvSpPr>
          <p:nvPr>
            <p:ph type="dt" sz="half" idx="10"/>
          </p:nvPr>
        </p:nvSpPr>
        <p:spPr/>
        <p:txBody>
          <a:bodyPr/>
          <a:lstStyle>
            <a:lvl1pPr algn="r">
              <a:defRPr/>
            </a:lvl1pPr>
          </a:lstStyle>
          <a:p>
            <a:pPr>
              <a:spcBef>
                <a:spcPts val="1000"/>
              </a:spcBef>
            </a:pPr>
            <a:r>
              <a:rPr lang="en-IN"/>
              <a:t>Company Confidential © Capgemini 2026. All rights reserved.</a:t>
            </a:r>
            <a:endParaRPr lang="en-US"/>
          </a:p>
        </p:txBody>
      </p:sp>
      <p:sp>
        <p:nvSpPr>
          <p:cNvPr id="15" name="Slide Number Placeholder 14">
            <a:extLst>
              <a:ext uri="{FF2B5EF4-FFF2-40B4-BE49-F238E27FC236}">
                <a16:creationId xmlns:a16="http://schemas.microsoft.com/office/drawing/2014/main" id="{05CC71D2-E8FF-43C0-8C44-22987D13EBB2}"/>
              </a:ext>
            </a:extLst>
          </p:cNvPr>
          <p:cNvSpPr>
            <a:spLocks noGrp="1"/>
          </p:cNvSpPr>
          <p:nvPr>
            <p:ph type="sldNum" sz="quarter" idx="12"/>
          </p:nvPr>
        </p:nvSpPr>
        <p:spPr/>
        <p:txBody>
          <a:bodyPr/>
          <a:lstStyle>
            <a:lvl1pPr algn="r">
              <a:defRPr/>
            </a:lvl1pPr>
          </a:lstStyle>
          <a:p>
            <a:fld id="{5D9A5160-6218-4E5A-B9E6-B93E3DAE377C}" type="slidenum">
              <a:rPr lang="en-US" smtClean="0"/>
              <a:pPr/>
              <a:t>‹#›</a:t>
            </a:fld>
            <a:endParaRPr lang="en-US"/>
          </a:p>
        </p:txBody>
      </p:sp>
      <p:sp>
        <p:nvSpPr>
          <p:cNvPr id="4" name="Title 3">
            <a:extLst>
              <a:ext uri="{FF2B5EF4-FFF2-40B4-BE49-F238E27FC236}">
                <a16:creationId xmlns:a16="http://schemas.microsoft.com/office/drawing/2014/main" id="{240D4478-625C-45B3-9909-94DD7D96B26F}"/>
              </a:ext>
            </a:extLst>
          </p:cNvPr>
          <p:cNvSpPr>
            <a:spLocks noGrp="1"/>
          </p:cNvSpPr>
          <p:nvPr>
            <p:ph type="title"/>
          </p:nvPr>
        </p:nvSpPr>
        <p:spPr>
          <a:xfrm>
            <a:off x="550720" y="6907"/>
            <a:ext cx="5543693" cy="1116000"/>
          </a:xfrm>
        </p:spPr>
        <p:txBody>
          <a:bodyPr rIns="72000"/>
          <a:lstStyle>
            <a:lvl1pPr>
              <a:defRPr>
                <a:solidFill>
                  <a:schemeClr val="bg1"/>
                </a:solidFill>
              </a:defRPr>
            </a:lvl1pPr>
          </a:lstStyle>
          <a:p>
            <a:r>
              <a:rPr lang="en-US"/>
              <a:t>Click to edit Master title style</a:t>
            </a:r>
            <a:endParaRPr lang="de-DE"/>
          </a:p>
        </p:txBody>
      </p:sp>
      <p:sp>
        <p:nvSpPr>
          <p:cNvPr id="6" name="Footer Placeholder 5">
            <a:extLst>
              <a:ext uri="{FF2B5EF4-FFF2-40B4-BE49-F238E27FC236}">
                <a16:creationId xmlns:a16="http://schemas.microsoft.com/office/drawing/2014/main" id="{D68D5F21-41A7-4B42-9814-2C4B08869382}"/>
              </a:ext>
            </a:extLst>
          </p:cNvPr>
          <p:cNvSpPr>
            <a:spLocks noGrp="1"/>
          </p:cNvSpPr>
          <p:nvPr>
            <p:ph type="ftr" sz="quarter" idx="13"/>
          </p:nvPr>
        </p:nvSpPr>
        <p:spPr/>
        <p:txBody>
          <a:bodyPr/>
          <a:lstStyle/>
          <a:p>
            <a:pPr>
              <a:spcBef>
                <a:spcPts val="1000"/>
              </a:spcBef>
            </a:pPr>
            <a:r>
              <a:rPr lang="en-US"/>
              <a:t>AI Data Copilot - AskData</a:t>
            </a:r>
          </a:p>
        </p:txBody>
      </p:sp>
      <p:sp>
        <p:nvSpPr>
          <p:cNvPr id="16" name="Text Placeholder 9">
            <a:extLst>
              <a:ext uri="{FF2B5EF4-FFF2-40B4-BE49-F238E27FC236}">
                <a16:creationId xmlns:a16="http://schemas.microsoft.com/office/drawing/2014/main" id="{859F9A52-5C59-4371-8261-06DAE7261AF2}"/>
              </a:ext>
            </a:extLst>
          </p:cNvPr>
          <p:cNvSpPr>
            <a:spLocks noGrp="1"/>
          </p:cNvSpPr>
          <p:nvPr>
            <p:ph type="body" sz="quarter" idx="15" hasCustomPrompt="1"/>
          </p:nvPr>
        </p:nvSpPr>
        <p:spPr>
          <a:xfrm>
            <a:off x="550057" y="1126801"/>
            <a:ext cx="5544356" cy="246221"/>
          </a:xfrm>
          <a:prstGeom prst="rect">
            <a:avLst/>
          </a:prstGeom>
        </p:spPr>
        <p:txBody>
          <a:bodyPr wrap="square" lIns="0" rIns="72000">
            <a:spAutoFit/>
          </a:bodyPr>
          <a:lstStyle>
            <a:lvl1pPr>
              <a:defRPr sz="1600" b="1">
                <a:solidFill>
                  <a:schemeClr val="bg1"/>
                </a:solidFill>
                <a:latin typeface="+mn-lt"/>
              </a:defRPr>
            </a:lvl1pPr>
          </a:lstStyle>
          <a:p>
            <a:pPr lvl="0"/>
            <a:r>
              <a:rPr lang="en-US"/>
              <a:t>Click to edit Master text styles</a:t>
            </a:r>
          </a:p>
        </p:txBody>
      </p:sp>
      <p:sp>
        <p:nvSpPr>
          <p:cNvPr id="14" name="TextBox 13">
            <a:extLst>
              <a:ext uri="{FF2B5EF4-FFF2-40B4-BE49-F238E27FC236}">
                <a16:creationId xmlns:a16="http://schemas.microsoft.com/office/drawing/2014/main" id="{5711E1CB-6482-4703-A2CF-1E8703520C4C}"/>
              </a:ext>
            </a:extLst>
          </p:cNvPr>
          <p:cNvSpPr txBox="1"/>
          <p:nvPr userDrawn="1">
            <p:custDataLst>
              <p:tags r:id="rId1"/>
            </p:custDataLst>
          </p:nvPr>
        </p:nvSpPr>
        <p:spPr>
          <a:xfrm>
            <a:off x="8100191" y="6650662"/>
            <a:ext cx="1089758" cy="123111"/>
          </a:xfrm>
          <a:prstGeom prst="rect">
            <a:avLst/>
          </a:prstGeom>
          <a:noFill/>
        </p:spPr>
        <p:txBody>
          <a:bodyPr vert="horz" wrap="none" lIns="0" tIns="0" rIns="0" bIns="0" rtlCol="0" anchor="ctr" anchorCtr="0">
            <a:spAutoFit/>
          </a:bodyPr>
          <a:lstStyle/>
          <a:p>
            <a:pPr algn="r">
              <a:spcBef>
                <a:spcPts val="1000"/>
              </a:spcBef>
              <a:spcAft>
                <a:spcPts val="0"/>
              </a:spcAft>
            </a:pPr>
            <a:r>
              <a:rPr lang="en-GB" sz="800" b="1">
                <a:solidFill>
                  <a:schemeClr val="bg1">
                    <a:lumMod val="65000"/>
                  </a:schemeClr>
                </a:solidFill>
                <a:cs typeface="Times New Roman" pitchFamily="18" charset="0"/>
              </a:rPr>
              <a:t>Company Confidential</a:t>
            </a:r>
            <a:endParaRPr lang="en-GB" sz="800" b="1">
              <a:solidFill>
                <a:schemeClr val="bg1">
                  <a:lumMod val="65000"/>
                </a:schemeClr>
              </a:solidFill>
              <a:ea typeface="Times New Roman" pitchFamily="18" charset="0"/>
              <a:cs typeface="Times New Roman" pitchFamily="18" charset="0"/>
            </a:endParaRPr>
          </a:p>
        </p:txBody>
      </p:sp>
      <p:sp>
        <p:nvSpPr>
          <p:cNvPr id="12" name="Text Placeholder 7">
            <a:extLst>
              <a:ext uri="{FF2B5EF4-FFF2-40B4-BE49-F238E27FC236}">
                <a16:creationId xmlns:a16="http://schemas.microsoft.com/office/drawing/2014/main" id="{33B64D18-C45E-440C-9C66-6F1DDAC0172E}"/>
              </a:ext>
            </a:extLst>
          </p:cNvPr>
          <p:cNvSpPr>
            <a:spLocks noGrp="1"/>
          </p:cNvSpPr>
          <p:nvPr>
            <p:ph type="body" sz="quarter" idx="17"/>
          </p:nvPr>
        </p:nvSpPr>
        <p:spPr>
          <a:xfrm>
            <a:off x="550720" y="1627200"/>
            <a:ext cx="5543693" cy="4825988"/>
          </a:xfrm>
          <a:prstGeom prst="rect">
            <a:avLst/>
          </a:prstGeom>
        </p:spPr>
        <p:txBody>
          <a:bodyPr vert="horz" lIns="0" tIns="0" rIns="216000" bIns="0" rtlCol="0">
            <a:noAutofit/>
          </a:bodyPr>
          <a:lstStyle>
            <a:lvl1pPr>
              <a:defRPr lang="en-US" sz="1200" smtClean="0">
                <a:solidFill>
                  <a:schemeClr val="bg1"/>
                </a:solidFill>
              </a:defRPr>
            </a:lvl1pPr>
            <a:lvl2pPr marL="180921" indent="-180921">
              <a:buClrTx/>
              <a:defRPr lang="en-US" sz="1200" kern="1200" dirty="0" smtClean="0">
                <a:solidFill>
                  <a:schemeClr val="bg1"/>
                </a:solidFill>
                <a:latin typeface="+mn-lt"/>
                <a:ea typeface="+mn-ea"/>
                <a:cs typeface="+mn-cs"/>
              </a:defRPr>
            </a:lvl2pPr>
            <a:lvl3pPr marL="359892" indent="-179946">
              <a:buClrTx/>
              <a:defRPr lang="en-US" sz="1200" kern="1200" dirty="0" smtClean="0">
                <a:solidFill>
                  <a:schemeClr val="bg1"/>
                </a:solidFill>
                <a:latin typeface="+mn-lt"/>
                <a:ea typeface="+mn-ea"/>
                <a:cs typeface="+mn-cs"/>
              </a:defRPr>
            </a:lvl3pPr>
            <a:lvl4pPr marL="539588" indent="-179946">
              <a:buClrTx/>
              <a:defRPr lang="en-US" sz="1100" kern="1200" dirty="0" smtClean="0">
                <a:solidFill>
                  <a:schemeClr val="bg1"/>
                </a:solidFill>
                <a:latin typeface="+mn-lt"/>
                <a:ea typeface="+mn-ea"/>
                <a:cs typeface="+mn-cs"/>
              </a:defRPr>
            </a:lvl4pPr>
            <a:lvl5pPr marL="718922" indent="-180921">
              <a:buClrTx/>
              <a:defRPr lang="en-US" sz="1100" kern="1200" dirty="0">
                <a:solidFill>
                  <a:schemeClr val="bg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495163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3_Title Only Short Dark">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40C8F40-0AE5-4281-9868-B3C794BF6FD6}"/>
              </a:ext>
            </a:extLst>
          </p:cNvPr>
          <p:cNvSpPr>
            <a:spLocks noGrp="1"/>
          </p:cNvSpPr>
          <p:nvPr>
            <p:ph type="pic" sz="quarter" idx="19" hasCustomPrompt="1"/>
          </p:nvPr>
        </p:nvSpPr>
        <p:spPr>
          <a:xfrm>
            <a:off x="0" y="0"/>
            <a:ext cx="4089923" cy="6858000"/>
          </a:xfrm>
          <a:prstGeom prst="rect">
            <a:avLst/>
          </a:prstGeom>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5" name="Rectangle 24">
            <a:extLst>
              <a:ext uri="{FF2B5EF4-FFF2-40B4-BE49-F238E27FC236}">
                <a16:creationId xmlns:a16="http://schemas.microsoft.com/office/drawing/2014/main" id="{7976266F-C45A-4BCC-B2BF-CCD2AE738353}"/>
              </a:ext>
            </a:extLst>
          </p:cNvPr>
          <p:cNvSpPr/>
          <p:nvPr userDrawn="1"/>
        </p:nvSpPr>
        <p:spPr>
          <a:xfrm>
            <a:off x="4090406" y="0"/>
            <a:ext cx="8110012"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99"/>
          </a:p>
        </p:txBody>
      </p:sp>
      <p:sp>
        <p:nvSpPr>
          <p:cNvPr id="13" name="Date Placeholder 12">
            <a:extLst>
              <a:ext uri="{FF2B5EF4-FFF2-40B4-BE49-F238E27FC236}">
                <a16:creationId xmlns:a16="http://schemas.microsoft.com/office/drawing/2014/main" id="{9E3C1FF3-B093-4F6B-92A8-6BEBE95D4A8F}"/>
              </a:ext>
            </a:extLst>
          </p:cNvPr>
          <p:cNvSpPr>
            <a:spLocks noGrp="1"/>
          </p:cNvSpPr>
          <p:nvPr>
            <p:ph type="dt" sz="half" idx="10"/>
          </p:nvPr>
        </p:nvSpPr>
        <p:spPr/>
        <p:txBody>
          <a:bodyPr/>
          <a:lstStyle>
            <a:lvl1pPr algn="r">
              <a:defRPr/>
            </a:lvl1pPr>
          </a:lstStyle>
          <a:p>
            <a:pPr>
              <a:spcBef>
                <a:spcPts val="1000"/>
              </a:spcBef>
            </a:pPr>
            <a:r>
              <a:rPr lang="en-IN"/>
              <a:t>Company Confidential © Capgemini 2026. All rights reserved.</a:t>
            </a:r>
            <a:endParaRPr lang="en-US"/>
          </a:p>
        </p:txBody>
      </p:sp>
      <p:sp>
        <p:nvSpPr>
          <p:cNvPr id="15" name="Slide Number Placeholder 14">
            <a:extLst>
              <a:ext uri="{FF2B5EF4-FFF2-40B4-BE49-F238E27FC236}">
                <a16:creationId xmlns:a16="http://schemas.microsoft.com/office/drawing/2014/main" id="{05CC71D2-E8FF-43C0-8C44-22987D13EBB2}"/>
              </a:ext>
            </a:extLst>
          </p:cNvPr>
          <p:cNvSpPr>
            <a:spLocks noGrp="1"/>
          </p:cNvSpPr>
          <p:nvPr>
            <p:ph type="sldNum" sz="quarter" idx="12"/>
          </p:nvPr>
        </p:nvSpPr>
        <p:spPr/>
        <p:txBody>
          <a:bodyPr/>
          <a:lstStyle>
            <a:lvl1pPr algn="r">
              <a:defRPr/>
            </a:lvl1pPr>
          </a:lstStyle>
          <a:p>
            <a:fld id="{5D9A5160-6218-4E5A-B9E6-B93E3DAE377C}" type="slidenum">
              <a:rPr lang="en-US" smtClean="0"/>
              <a:pPr/>
              <a:t>‹#›</a:t>
            </a:fld>
            <a:endParaRPr lang="en-US"/>
          </a:p>
        </p:txBody>
      </p:sp>
      <p:sp>
        <p:nvSpPr>
          <p:cNvPr id="6" name="Footer Placeholder 5">
            <a:extLst>
              <a:ext uri="{FF2B5EF4-FFF2-40B4-BE49-F238E27FC236}">
                <a16:creationId xmlns:a16="http://schemas.microsoft.com/office/drawing/2014/main" id="{D68D5F21-41A7-4B42-9814-2C4B08869382}"/>
              </a:ext>
            </a:extLst>
          </p:cNvPr>
          <p:cNvSpPr>
            <a:spLocks noGrp="1"/>
          </p:cNvSpPr>
          <p:nvPr>
            <p:ph type="ftr" sz="quarter" idx="13"/>
          </p:nvPr>
        </p:nvSpPr>
        <p:spPr/>
        <p:txBody>
          <a:bodyPr/>
          <a:lstStyle/>
          <a:p>
            <a:pPr>
              <a:spcBef>
                <a:spcPts val="1000"/>
              </a:spcBef>
            </a:pPr>
            <a:r>
              <a:rPr lang="en-US"/>
              <a:t>AI Data Copilot - AskData</a:t>
            </a:r>
          </a:p>
        </p:txBody>
      </p:sp>
      <p:sp>
        <p:nvSpPr>
          <p:cNvPr id="20" name="Text Placeholder 9">
            <a:extLst>
              <a:ext uri="{FF2B5EF4-FFF2-40B4-BE49-F238E27FC236}">
                <a16:creationId xmlns:a16="http://schemas.microsoft.com/office/drawing/2014/main" id="{DE5BD221-7593-42BD-A842-EFACB10DAB74}"/>
              </a:ext>
            </a:extLst>
          </p:cNvPr>
          <p:cNvSpPr>
            <a:spLocks noGrp="1"/>
          </p:cNvSpPr>
          <p:nvPr>
            <p:ph type="body" sz="quarter" idx="16" hasCustomPrompt="1"/>
          </p:nvPr>
        </p:nvSpPr>
        <p:spPr>
          <a:xfrm>
            <a:off x="4443586" y="1126801"/>
            <a:ext cx="6960731" cy="246221"/>
          </a:xfrm>
          <a:prstGeom prst="rect">
            <a:avLst/>
          </a:prstGeom>
        </p:spPr>
        <p:txBody>
          <a:bodyPr wrap="square" lIns="0" rIns="72000">
            <a:spAutoFit/>
          </a:bodyPr>
          <a:lstStyle>
            <a:lvl1pPr>
              <a:defRPr sz="1600" b="1">
                <a:solidFill>
                  <a:schemeClr val="bg1"/>
                </a:solidFill>
                <a:latin typeface="+mn-lt"/>
              </a:defRPr>
            </a:lvl1pPr>
          </a:lstStyle>
          <a:p>
            <a:pPr lvl="0"/>
            <a:r>
              <a:rPr lang="en-US"/>
              <a:t>Click to edit Master text styles</a:t>
            </a:r>
          </a:p>
        </p:txBody>
      </p:sp>
      <p:sp>
        <p:nvSpPr>
          <p:cNvPr id="21" name="Title 3">
            <a:extLst>
              <a:ext uri="{FF2B5EF4-FFF2-40B4-BE49-F238E27FC236}">
                <a16:creationId xmlns:a16="http://schemas.microsoft.com/office/drawing/2014/main" id="{A6A50AD2-25C8-4484-B9B5-B453B7E4AA6D}"/>
              </a:ext>
            </a:extLst>
          </p:cNvPr>
          <p:cNvSpPr>
            <a:spLocks noGrp="1"/>
          </p:cNvSpPr>
          <p:nvPr>
            <p:ph type="title"/>
          </p:nvPr>
        </p:nvSpPr>
        <p:spPr>
          <a:xfrm>
            <a:off x="4444249" y="6907"/>
            <a:ext cx="6960731" cy="1116000"/>
          </a:xfrm>
        </p:spPr>
        <p:txBody>
          <a:bodyPr rIns="72000"/>
          <a:lstStyle>
            <a:lvl1pPr>
              <a:defRPr>
                <a:solidFill>
                  <a:schemeClr val="bg1"/>
                </a:solidFill>
              </a:defRPr>
            </a:lvl1pPr>
          </a:lstStyle>
          <a:p>
            <a:r>
              <a:rPr lang="en-US"/>
              <a:t>Click to edit Master title style</a:t>
            </a:r>
            <a:endParaRPr lang="de-DE"/>
          </a:p>
        </p:txBody>
      </p:sp>
      <p:sp>
        <p:nvSpPr>
          <p:cNvPr id="23" name="TextBox 22">
            <a:extLst>
              <a:ext uri="{FF2B5EF4-FFF2-40B4-BE49-F238E27FC236}">
                <a16:creationId xmlns:a16="http://schemas.microsoft.com/office/drawing/2014/main" id="{5CF29121-337D-4F7E-960E-8EFC1066DBB5}"/>
              </a:ext>
            </a:extLst>
          </p:cNvPr>
          <p:cNvSpPr txBox="1"/>
          <p:nvPr userDrawn="1">
            <p:custDataLst>
              <p:tags r:id="rId1"/>
            </p:custDataLst>
          </p:nvPr>
        </p:nvSpPr>
        <p:spPr>
          <a:xfrm>
            <a:off x="8100191" y="6650662"/>
            <a:ext cx="1089758" cy="123111"/>
          </a:xfrm>
          <a:prstGeom prst="rect">
            <a:avLst/>
          </a:prstGeom>
          <a:noFill/>
        </p:spPr>
        <p:txBody>
          <a:bodyPr vert="horz" wrap="none" lIns="0" tIns="0" rIns="0" bIns="0" rtlCol="0" anchor="ctr" anchorCtr="0">
            <a:spAutoFit/>
          </a:bodyPr>
          <a:lstStyle/>
          <a:p>
            <a:pPr algn="r">
              <a:spcBef>
                <a:spcPts val="1000"/>
              </a:spcBef>
              <a:spcAft>
                <a:spcPts val="0"/>
              </a:spcAft>
            </a:pPr>
            <a:r>
              <a:rPr lang="en-GB" sz="800" b="1">
                <a:solidFill>
                  <a:schemeClr val="bg1">
                    <a:lumMod val="65000"/>
                  </a:schemeClr>
                </a:solidFill>
                <a:cs typeface="Times New Roman" pitchFamily="18" charset="0"/>
              </a:rPr>
              <a:t>Company Confidential</a:t>
            </a:r>
            <a:endParaRPr lang="en-GB" sz="800" b="1">
              <a:solidFill>
                <a:schemeClr val="bg1">
                  <a:lumMod val="65000"/>
                </a:schemeClr>
              </a:solidFill>
              <a:ea typeface="Times New Roman" pitchFamily="18" charset="0"/>
              <a:cs typeface="Times New Roman" pitchFamily="18" charset="0"/>
            </a:endParaRPr>
          </a:p>
        </p:txBody>
      </p:sp>
      <p:sp>
        <p:nvSpPr>
          <p:cNvPr id="19" name="Text Placeholder 8">
            <a:extLst>
              <a:ext uri="{FF2B5EF4-FFF2-40B4-BE49-F238E27FC236}">
                <a16:creationId xmlns:a16="http://schemas.microsoft.com/office/drawing/2014/main" id="{A6C5C35D-CE7D-48CD-A1B2-353FFA53AEE9}"/>
              </a:ext>
            </a:extLst>
          </p:cNvPr>
          <p:cNvSpPr>
            <a:spLocks noGrp="1"/>
          </p:cNvSpPr>
          <p:nvPr>
            <p:ph type="body" sz="quarter" idx="18"/>
          </p:nvPr>
        </p:nvSpPr>
        <p:spPr>
          <a:xfrm>
            <a:off x="4444249" y="1627200"/>
            <a:ext cx="6960731" cy="4825988"/>
          </a:xfrm>
          <a:prstGeom prst="rect">
            <a:avLst/>
          </a:prstGeom>
        </p:spPr>
        <p:txBody>
          <a:bodyPr vert="horz" lIns="0" tIns="0" rIns="0" bIns="0" rtlCol="0">
            <a:noAutofit/>
          </a:bodyPr>
          <a:lstStyle>
            <a:lvl1pPr>
              <a:defRPr lang="en-US" sz="1200" smtClean="0">
                <a:solidFill>
                  <a:schemeClr val="bg1"/>
                </a:solidFill>
              </a:defRPr>
            </a:lvl1pPr>
            <a:lvl2pPr marL="180921" indent="-180921">
              <a:buClrTx/>
              <a:defRPr lang="en-US" sz="1200" kern="1200" dirty="0" smtClean="0">
                <a:solidFill>
                  <a:schemeClr val="bg1"/>
                </a:solidFill>
                <a:latin typeface="+mn-lt"/>
                <a:ea typeface="+mn-ea"/>
                <a:cs typeface="+mn-cs"/>
              </a:defRPr>
            </a:lvl2pPr>
            <a:lvl3pPr marL="359892" indent="-179946">
              <a:buClrTx/>
              <a:defRPr lang="en-US" sz="1200" kern="1200" dirty="0" smtClean="0">
                <a:solidFill>
                  <a:schemeClr val="bg1"/>
                </a:solidFill>
                <a:latin typeface="+mn-lt"/>
                <a:ea typeface="+mn-ea"/>
                <a:cs typeface="+mn-cs"/>
              </a:defRPr>
            </a:lvl3pPr>
            <a:lvl4pPr marL="539588" indent="-179946">
              <a:buClrTx/>
              <a:defRPr lang="en-US" sz="1100" kern="1200" dirty="0" smtClean="0">
                <a:solidFill>
                  <a:schemeClr val="bg1"/>
                </a:solidFill>
                <a:latin typeface="+mn-lt"/>
                <a:ea typeface="+mn-ea"/>
                <a:cs typeface="+mn-cs"/>
              </a:defRPr>
            </a:lvl4pPr>
            <a:lvl5pPr marL="718922" indent="-180921">
              <a:buClrTx/>
              <a:defRPr lang="en-US" sz="1100" kern="1200" dirty="0">
                <a:solidFill>
                  <a:schemeClr val="bg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14" name="Groupe 1">
            <a:extLst>
              <a:ext uri="{FF2B5EF4-FFF2-40B4-BE49-F238E27FC236}">
                <a16:creationId xmlns:a16="http://schemas.microsoft.com/office/drawing/2014/main" id="{DFFA4EA6-56A9-4F86-ABC0-8D91183AD408}"/>
              </a:ext>
            </a:extLst>
          </p:cNvPr>
          <p:cNvGrpSpPr/>
          <p:nvPr userDrawn="1"/>
        </p:nvGrpSpPr>
        <p:grpSpPr>
          <a:xfrm>
            <a:off x="11498107" y="171573"/>
            <a:ext cx="419327" cy="388988"/>
            <a:chOff x="11501102" y="171573"/>
            <a:chExt cx="419436" cy="388988"/>
          </a:xfrm>
        </p:grpSpPr>
        <p:sp>
          <p:nvSpPr>
            <p:cNvPr id="22" name="Freeform 13">
              <a:extLst>
                <a:ext uri="{FF2B5EF4-FFF2-40B4-BE49-F238E27FC236}">
                  <a16:creationId xmlns:a16="http://schemas.microsoft.com/office/drawing/2014/main" id="{C156B522-A0C0-42B8-BB11-65082FE767FF}"/>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sp>
          <p:nvSpPr>
            <p:cNvPr id="24" name="Freeform 14">
              <a:extLst>
                <a:ext uri="{FF2B5EF4-FFF2-40B4-BE49-F238E27FC236}">
                  <a16:creationId xmlns:a16="http://schemas.microsoft.com/office/drawing/2014/main" id="{43AD94EE-7857-4B4F-8194-A523D32A3519}"/>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grpSp>
    </p:spTree>
    <p:extLst>
      <p:ext uri="{BB962C8B-B14F-4D97-AF65-F5344CB8AC3E}">
        <p14:creationId xmlns:p14="http://schemas.microsoft.com/office/powerpoint/2010/main" val="716228985"/>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extLst>
    <p:ext uri="{DCECCB84-F9BA-43D5-87BE-67443E8EF086}">
      <p15:sldGuideLst xmlns:p15="http://schemas.microsoft.com/office/powerpoint/2012/main">
        <p15:guide id="1" pos="511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4_Title Only Short Dark">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8A4E47E-A55F-4490-AD19-D9A415AA57C5}"/>
              </a:ext>
            </a:extLst>
          </p:cNvPr>
          <p:cNvSpPr>
            <a:spLocks noGrp="1"/>
          </p:cNvSpPr>
          <p:nvPr>
            <p:ph type="pic" sz="quarter" idx="19" hasCustomPrompt="1"/>
          </p:nvPr>
        </p:nvSpPr>
        <p:spPr>
          <a:xfrm>
            <a:off x="0" y="0"/>
            <a:ext cx="6094413" cy="6858000"/>
          </a:xfrm>
          <a:prstGeom prst="rect">
            <a:avLst/>
          </a:prstGeom>
        </p:spPr>
        <p:txBody>
          <a:bodyPr/>
          <a:lstStyle>
            <a:lvl1pPr marL="0" marR="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126"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5" name="Rectangle 24">
            <a:extLst>
              <a:ext uri="{FF2B5EF4-FFF2-40B4-BE49-F238E27FC236}">
                <a16:creationId xmlns:a16="http://schemas.microsoft.com/office/drawing/2014/main" id="{5CC1D70B-5F15-40A5-977B-8F3B78827D72}"/>
              </a:ext>
            </a:extLst>
          </p:cNvPr>
          <p:cNvSpPr/>
          <p:nvPr userDrawn="1"/>
        </p:nvSpPr>
        <p:spPr>
          <a:xfrm>
            <a:off x="6094412" y="0"/>
            <a:ext cx="6094413"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99"/>
          </a:p>
        </p:txBody>
      </p:sp>
      <p:sp>
        <p:nvSpPr>
          <p:cNvPr id="13" name="Date Placeholder 12">
            <a:extLst>
              <a:ext uri="{FF2B5EF4-FFF2-40B4-BE49-F238E27FC236}">
                <a16:creationId xmlns:a16="http://schemas.microsoft.com/office/drawing/2014/main" id="{9E3C1FF3-B093-4F6B-92A8-6BEBE95D4A8F}"/>
              </a:ext>
            </a:extLst>
          </p:cNvPr>
          <p:cNvSpPr>
            <a:spLocks noGrp="1"/>
          </p:cNvSpPr>
          <p:nvPr>
            <p:ph type="dt" sz="half" idx="10"/>
          </p:nvPr>
        </p:nvSpPr>
        <p:spPr/>
        <p:txBody>
          <a:bodyPr/>
          <a:lstStyle>
            <a:lvl1pPr algn="r">
              <a:defRPr/>
            </a:lvl1pPr>
          </a:lstStyle>
          <a:p>
            <a:pPr>
              <a:spcBef>
                <a:spcPts val="1000"/>
              </a:spcBef>
            </a:pPr>
            <a:r>
              <a:rPr lang="en-IN"/>
              <a:t>Company Confidential © Capgemini 2026. All rights reserved.</a:t>
            </a:r>
            <a:endParaRPr lang="en-US"/>
          </a:p>
        </p:txBody>
      </p:sp>
      <p:sp>
        <p:nvSpPr>
          <p:cNvPr id="15" name="Slide Number Placeholder 14">
            <a:extLst>
              <a:ext uri="{FF2B5EF4-FFF2-40B4-BE49-F238E27FC236}">
                <a16:creationId xmlns:a16="http://schemas.microsoft.com/office/drawing/2014/main" id="{05CC71D2-E8FF-43C0-8C44-22987D13EBB2}"/>
              </a:ext>
            </a:extLst>
          </p:cNvPr>
          <p:cNvSpPr>
            <a:spLocks noGrp="1"/>
          </p:cNvSpPr>
          <p:nvPr>
            <p:ph type="sldNum" sz="quarter" idx="12"/>
          </p:nvPr>
        </p:nvSpPr>
        <p:spPr/>
        <p:txBody>
          <a:bodyPr/>
          <a:lstStyle>
            <a:lvl1pPr algn="r">
              <a:defRPr/>
            </a:lvl1pPr>
          </a:lstStyle>
          <a:p>
            <a:fld id="{5D9A5160-6218-4E5A-B9E6-B93E3DAE377C}" type="slidenum">
              <a:rPr lang="en-US" smtClean="0"/>
              <a:pPr/>
              <a:t>‹#›</a:t>
            </a:fld>
            <a:endParaRPr lang="en-US"/>
          </a:p>
        </p:txBody>
      </p:sp>
      <p:sp>
        <p:nvSpPr>
          <p:cNvPr id="6" name="Footer Placeholder 5">
            <a:extLst>
              <a:ext uri="{FF2B5EF4-FFF2-40B4-BE49-F238E27FC236}">
                <a16:creationId xmlns:a16="http://schemas.microsoft.com/office/drawing/2014/main" id="{D68D5F21-41A7-4B42-9814-2C4B08869382}"/>
              </a:ext>
            </a:extLst>
          </p:cNvPr>
          <p:cNvSpPr>
            <a:spLocks noGrp="1"/>
          </p:cNvSpPr>
          <p:nvPr>
            <p:ph type="ftr" sz="quarter" idx="13"/>
          </p:nvPr>
        </p:nvSpPr>
        <p:spPr/>
        <p:txBody>
          <a:bodyPr/>
          <a:lstStyle/>
          <a:p>
            <a:pPr>
              <a:spcBef>
                <a:spcPts val="1000"/>
              </a:spcBef>
            </a:pPr>
            <a:r>
              <a:rPr lang="en-US"/>
              <a:t>AI Data Copilot - AskData</a:t>
            </a:r>
          </a:p>
        </p:txBody>
      </p:sp>
      <p:sp>
        <p:nvSpPr>
          <p:cNvPr id="20" name="Text Placeholder 9">
            <a:extLst>
              <a:ext uri="{FF2B5EF4-FFF2-40B4-BE49-F238E27FC236}">
                <a16:creationId xmlns:a16="http://schemas.microsoft.com/office/drawing/2014/main" id="{B7C70459-DE10-4F5D-80E6-BAD5BA66267C}"/>
              </a:ext>
            </a:extLst>
          </p:cNvPr>
          <p:cNvSpPr>
            <a:spLocks noGrp="1"/>
          </p:cNvSpPr>
          <p:nvPr>
            <p:ph type="body" sz="quarter" idx="16" hasCustomPrompt="1"/>
          </p:nvPr>
        </p:nvSpPr>
        <p:spPr>
          <a:xfrm>
            <a:off x="6478313" y="1126801"/>
            <a:ext cx="4950621" cy="246221"/>
          </a:xfrm>
          <a:prstGeom prst="rect">
            <a:avLst/>
          </a:prstGeom>
        </p:spPr>
        <p:txBody>
          <a:bodyPr wrap="square" lIns="0" rIns="72000">
            <a:spAutoFit/>
          </a:bodyPr>
          <a:lstStyle>
            <a:lvl1pPr>
              <a:defRPr sz="1600" b="1">
                <a:solidFill>
                  <a:schemeClr val="bg1"/>
                </a:solidFill>
                <a:latin typeface="+mn-lt"/>
              </a:defRPr>
            </a:lvl1pPr>
          </a:lstStyle>
          <a:p>
            <a:pPr lvl="0"/>
            <a:r>
              <a:rPr lang="en-US"/>
              <a:t>Click to edit Master text styles</a:t>
            </a:r>
          </a:p>
        </p:txBody>
      </p:sp>
      <p:sp>
        <p:nvSpPr>
          <p:cNvPr id="21" name="Title 4">
            <a:extLst>
              <a:ext uri="{FF2B5EF4-FFF2-40B4-BE49-F238E27FC236}">
                <a16:creationId xmlns:a16="http://schemas.microsoft.com/office/drawing/2014/main" id="{CC59ACB0-A839-47A7-AC17-01C5AED88934}"/>
              </a:ext>
            </a:extLst>
          </p:cNvPr>
          <p:cNvSpPr>
            <a:spLocks noGrp="1"/>
          </p:cNvSpPr>
          <p:nvPr>
            <p:ph type="title"/>
          </p:nvPr>
        </p:nvSpPr>
        <p:spPr>
          <a:xfrm>
            <a:off x="6478313" y="6907"/>
            <a:ext cx="4950621" cy="1127300"/>
          </a:xfrm>
        </p:spPr>
        <p:txBody>
          <a:bodyPr/>
          <a:lstStyle>
            <a:lvl1pPr>
              <a:defRPr>
                <a:solidFill>
                  <a:schemeClr val="bg1"/>
                </a:solidFill>
              </a:defRPr>
            </a:lvl1pPr>
          </a:lstStyle>
          <a:p>
            <a:r>
              <a:rPr lang="en-US"/>
              <a:t>Click to edit Master title style</a:t>
            </a:r>
            <a:endParaRPr lang="de-DE"/>
          </a:p>
        </p:txBody>
      </p:sp>
      <p:sp>
        <p:nvSpPr>
          <p:cNvPr id="23" name="TextBox 22">
            <a:extLst>
              <a:ext uri="{FF2B5EF4-FFF2-40B4-BE49-F238E27FC236}">
                <a16:creationId xmlns:a16="http://schemas.microsoft.com/office/drawing/2014/main" id="{66247B5C-06D3-440E-ABB6-60410C09B05A}"/>
              </a:ext>
            </a:extLst>
          </p:cNvPr>
          <p:cNvSpPr txBox="1"/>
          <p:nvPr userDrawn="1">
            <p:custDataLst>
              <p:tags r:id="rId1"/>
            </p:custDataLst>
          </p:nvPr>
        </p:nvSpPr>
        <p:spPr>
          <a:xfrm>
            <a:off x="8100191" y="6650662"/>
            <a:ext cx="1089758" cy="123111"/>
          </a:xfrm>
          <a:prstGeom prst="rect">
            <a:avLst/>
          </a:prstGeom>
          <a:noFill/>
        </p:spPr>
        <p:txBody>
          <a:bodyPr vert="horz" wrap="none" lIns="0" tIns="0" rIns="0" bIns="0" rtlCol="0" anchor="ctr" anchorCtr="0">
            <a:spAutoFit/>
          </a:bodyPr>
          <a:lstStyle/>
          <a:p>
            <a:pPr algn="r">
              <a:spcBef>
                <a:spcPts val="1000"/>
              </a:spcBef>
              <a:spcAft>
                <a:spcPts val="0"/>
              </a:spcAft>
            </a:pPr>
            <a:r>
              <a:rPr lang="en-GB" sz="800" b="1">
                <a:solidFill>
                  <a:schemeClr val="bg1">
                    <a:lumMod val="65000"/>
                  </a:schemeClr>
                </a:solidFill>
                <a:cs typeface="Times New Roman" pitchFamily="18" charset="0"/>
              </a:rPr>
              <a:t>Company Confidential</a:t>
            </a:r>
            <a:endParaRPr lang="en-GB" sz="800" b="1">
              <a:solidFill>
                <a:schemeClr val="bg1">
                  <a:lumMod val="65000"/>
                </a:schemeClr>
              </a:solidFill>
              <a:ea typeface="Times New Roman" pitchFamily="18" charset="0"/>
              <a:cs typeface="Times New Roman" pitchFamily="18" charset="0"/>
            </a:endParaRPr>
          </a:p>
        </p:txBody>
      </p:sp>
      <p:sp>
        <p:nvSpPr>
          <p:cNvPr id="19" name="Text Placeholder 6">
            <a:extLst>
              <a:ext uri="{FF2B5EF4-FFF2-40B4-BE49-F238E27FC236}">
                <a16:creationId xmlns:a16="http://schemas.microsoft.com/office/drawing/2014/main" id="{A8B886D2-95CB-49D8-B7AE-68DA209E76FA}"/>
              </a:ext>
            </a:extLst>
          </p:cNvPr>
          <p:cNvSpPr>
            <a:spLocks noGrp="1"/>
          </p:cNvSpPr>
          <p:nvPr>
            <p:ph type="body" sz="quarter" idx="18"/>
          </p:nvPr>
        </p:nvSpPr>
        <p:spPr>
          <a:xfrm>
            <a:off x="6478313" y="1627200"/>
            <a:ext cx="4950621" cy="4825988"/>
          </a:xfrm>
          <a:prstGeom prst="rect">
            <a:avLst/>
          </a:prstGeom>
        </p:spPr>
        <p:txBody>
          <a:bodyPr vert="horz" lIns="0" tIns="0" rIns="0" bIns="0" rtlCol="0">
            <a:noAutofit/>
          </a:bodyPr>
          <a:lstStyle>
            <a:lvl1pPr>
              <a:defRPr lang="en-US" sz="1200" smtClean="0">
                <a:solidFill>
                  <a:schemeClr val="bg1"/>
                </a:solidFill>
              </a:defRPr>
            </a:lvl1pPr>
            <a:lvl2pPr marL="180921" indent="-180921">
              <a:buClrTx/>
              <a:defRPr lang="en-US" sz="1200" kern="1200" dirty="0" smtClean="0">
                <a:solidFill>
                  <a:schemeClr val="bg1"/>
                </a:solidFill>
                <a:latin typeface="+mn-lt"/>
                <a:ea typeface="+mn-ea"/>
                <a:cs typeface="+mn-cs"/>
              </a:defRPr>
            </a:lvl2pPr>
            <a:lvl3pPr marL="359892" indent="-179946">
              <a:buClrTx/>
              <a:defRPr lang="en-US" sz="1200" kern="1200" dirty="0" smtClean="0">
                <a:solidFill>
                  <a:schemeClr val="bg1"/>
                </a:solidFill>
                <a:latin typeface="+mn-lt"/>
                <a:ea typeface="+mn-ea"/>
                <a:cs typeface="+mn-cs"/>
              </a:defRPr>
            </a:lvl3pPr>
            <a:lvl4pPr marL="539588" indent="-179946">
              <a:buClrTx/>
              <a:defRPr lang="en-US" sz="1100" kern="1200" dirty="0" smtClean="0">
                <a:solidFill>
                  <a:schemeClr val="bg1"/>
                </a:solidFill>
                <a:latin typeface="+mn-lt"/>
                <a:ea typeface="+mn-ea"/>
                <a:cs typeface="+mn-cs"/>
              </a:defRPr>
            </a:lvl4pPr>
            <a:lvl5pPr marL="718922" indent="-180921">
              <a:buClrTx/>
              <a:defRPr lang="en-US" sz="1100" kern="1200" dirty="0">
                <a:solidFill>
                  <a:schemeClr val="bg1"/>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16" name="Groupe 1">
            <a:extLst>
              <a:ext uri="{FF2B5EF4-FFF2-40B4-BE49-F238E27FC236}">
                <a16:creationId xmlns:a16="http://schemas.microsoft.com/office/drawing/2014/main" id="{E0AE299F-7351-4397-AACC-823584420C74}"/>
              </a:ext>
            </a:extLst>
          </p:cNvPr>
          <p:cNvGrpSpPr/>
          <p:nvPr userDrawn="1"/>
        </p:nvGrpSpPr>
        <p:grpSpPr>
          <a:xfrm>
            <a:off x="11498107" y="171573"/>
            <a:ext cx="419327" cy="388988"/>
            <a:chOff x="11501102" y="171573"/>
            <a:chExt cx="419436" cy="388988"/>
          </a:xfrm>
        </p:grpSpPr>
        <p:sp>
          <p:nvSpPr>
            <p:cNvPr id="22" name="Freeform 13">
              <a:extLst>
                <a:ext uri="{FF2B5EF4-FFF2-40B4-BE49-F238E27FC236}">
                  <a16:creationId xmlns:a16="http://schemas.microsoft.com/office/drawing/2014/main" id="{2EAF937C-9725-44A1-BB6F-11B4974BADA6}"/>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sp>
          <p:nvSpPr>
            <p:cNvPr id="24" name="Freeform 14">
              <a:extLst>
                <a:ext uri="{FF2B5EF4-FFF2-40B4-BE49-F238E27FC236}">
                  <a16:creationId xmlns:a16="http://schemas.microsoft.com/office/drawing/2014/main" id="{0B23023F-6948-45C1-A879-0B093E949B0A}"/>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grpSp>
    </p:spTree>
    <p:extLst>
      <p:ext uri="{BB962C8B-B14F-4D97-AF65-F5344CB8AC3E}">
        <p14:creationId xmlns:p14="http://schemas.microsoft.com/office/powerpoint/2010/main" val="368295617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type="blank" preserve="1">
  <p:cSld name="Final Slide 2">
    <p:bg>
      <p:bgPr>
        <a:solidFill>
          <a:srgbClr val="272936"/>
        </a:solidFill>
        <a:effectLst/>
      </p:bgPr>
    </p:bg>
    <p:spTree>
      <p:nvGrpSpPr>
        <p:cNvPr id="1" name=""/>
        <p:cNvGrpSpPr/>
        <p:nvPr/>
      </p:nvGrpSpPr>
      <p:grpSpPr>
        <a:xfrm>
          <a:off x="0" y="0"/>
          <a:ext cx="0" cy="0"/>
          <a:chOff x="0" y="0"/>
          <a:chExt cx="0" cy="0"/>
        </a:xfrm>
      </p:grpSpPr>
      <p:pic>
        <p:nvPicPr>
          <p:cNvPr id="23" name="Image 15">
            <a:extLst>
              <a:ext uri="{FF2B5EF4-FFF2-40B4-BE49-F238E27FC236}">
                <a16:creationId xmlns:a16="http://schemas.microsoft.com/office/drawing/2014/main" id="{72353042-8620-4589-828D-2CC6B49B1C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2102" y="1634188"/>
            <a:ext cx="9699859" cy="6043284"/>
          </a:xfrm>
          <a:prstGeom prst="rect">
            <a:avLst/>
          </a:prstGeom>
        </p:spPr>
      </p:pic>
      <p:sp>
        <p:nvSpPr>
          <p:cNvPr id="24" name="Rectangle 23">
            <a:extLst>
              <a:ext uri="{FF2B5EF4-FFF2-40B4-BE49-F238E27FC236}">
                <a16:creationId xmlns:a16="http://schemas.microsoft.com/office/drawing/2014/main" id="{4A111039-914C-4DB4-9DF3-DF6AF113071A}"/>
              </a:ext>
            </a:extLst>
          </p:cNvPr>
          <p:cNvSpPr/>
          <p:nvPr userDrawn="1"/>
        </p:nvSpPr>
        <p:spPr>
          <a:xfrm>
            <a:off x="428521" y="1446176"/>
            <a:ext cx="4731018" cy="228799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r>
              <a:rPr lang="en-US" sz="900" kern="1200">
                <a:solidFill>
                  <a:schemeClr val="lt1"/>
                </a:solidFill>
                <a:effectLst/>
                <a:latin typeface="+mn-lt"/>
                <a:ea typeface="+mn-ea"/>
                <a:cs typeface="+mn-cs"/>
              </a:rPr>
              <a:t>As the digital innovation, design and transformation brand of the Capgemini Group, Capgemini Invent enables </a:t>
            </a:r>
            <a:r>
              <a:rPr lang="en-US" sz="900" kern="1200" err="1">
                <a:solidFill>
                  <a:schemeClr val="lt1"/>
                </a:solidFill>
                <a:effectLst/>
                <a:latin typeface="+mn-lt"/>
                <a:ea typeface="+mn-ea"/>
                <a:cs typeface="+mn-cs"/>
              </a:rPr>
              <a:t>CxOs</a:t>
            </a:r>
            <a:r>
              <a:rPr lang="en-US" sz="900" kern="1200">
                <a:solidFill>
                  <a:schemeClr val="lt1"/>
                </a:solidFill>
                <a:effectLst/>
                <a:latin typeface="+mn-lt"/>
                <a:ea typeface="+mn-ea"/>
                <a:cs typeface="+mn-cs"/>
              </a:rPr>
              <a:t> to envision and shape the future of their businesses. Located in nearly 40 studios and more than 60 offices around the world, it comprises a 10,000+ strong team of strategists, data scientists, product and experience designers, brand experts and technologists who develop new digital services, products, experiences and business models for sustainable growth.</a:t>
            </a:r>
          </a:p>
          <a:p>
            <a:pPr algn="just"/>
            <a:endParaRPr lang="en-US" sz="900" kern="1200">
              <a:solidFill>
                <a:schemeClr val="lt1"/>
              </a:solidFill>
              <a:effectLst/>
              <a:latin typeface="+mn-lt"/>
              <a:ea typeface="+mn-ea"/>
              <a:cs typeface="+mn-cs"/>
            </a:endParaRPr>
          </a:p>
          <a:p>
            <a:pPr algn="just"/>
            <a:r>
              <a:rPr lang="en-US" sz="900" kern="1200">
                <a:solidFill>
                  <a:schemeClr val="lt1"/>
                </a:solidFill>
                <a:effectLst/>
                <a:latin typeface="+mn-lt"/>
                <a:ea typeface="+mn-ea"/>
                <a:cs typeface="+mn-cs"/>
              </a:rPr>
              <a:t>Capgemini Invent is an integral part of Capgemini,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360,000 team members in more than 50 countries. With its strong 55-year heritage and deep industry expertise, Capgemini is trusted by its clients to address the entire breadth of their business needs, from strategy and design to operations, fueled by the fast evolving and innovative world of cloud, data, AI, connectivity, software, digital engineering, and platforms. The Group reported in 2022 global revenues of €22 billion.</a:t>
            </a:r>
          </a:p>
        </p:txBody>
      </p:sp>
      <p:sp>
        <p:nvSpPr>
          <p:cNvPr id="57" name="Rectangle 56"/>
          <p:cNvSpPr/>
          <p:nvPr userDrawn="1"/>
        </p:nvSpPr>
        <p:spPr>
          <a:xfrm>
            <a:off x="426609" y="5840235"/>
            <a:ext cx="3220169" cy="400110"/>
          </a:xfrm>
          <a:prstGeom prst="rect">
            <a:avLst/>
          </a:prstGeom>
        </p:spPr>
        <p:txBody>
          <a:bodyPr wrap="square" lIns="0" tIns="0" rIns="0" bIns="0" anchor="b" anchorCtr="0">
            <a:spAutoFit/>
          </a:bodyPr>
          <a:lstStyle/>
          <a:p>
            <a:pPr lvl="0">
              <a:spcAft>
                <a:spcPts val="600"/>
              </a:spcAft>
            </a:pPr>
            <a:r>
              <a:rPr lang="en-US" sz="700" noProof="0">
                <a:solidFill>
                  <a:schemeClr val="bg1"/>
                </a:solidFill>
                <a:latin typeface="Ubuntu" panose="020B0504030602030204" pitchFamily="34" charset="0"/>
                <a:cs typeface="Arial"/>
              </a:rPr>
              <a:t>This presentation contains information that may be privileged or confidential and is the property of the Capgemini Group.</a:t>
            </a:r>
          </a:p>
          <a:p>
            <a:pPr lvl="0">
              <a:spcAft>
                <a:spcPts val="600"/>
              </a:spcAft>
            </a:pPr>
            <a:r>
              <a:rPr lang="en-US" sz="700" noProof="0">
                <a:solidFill>
                  <a:schemeClr val="bg1"/>
                </a:solidFill>
                <a:latin typeface="Ubuntu" panose="020B0504030602030204" pitchFamily="34" charset="0"/>
                <a:cs typeface="Arial"/>
              </a:rPr>
              <a:t>Copyright © 2026 Capgemini. All rights reserved.</a:t>
            </a:r>
          </a:p>
        </p:txBody>
      </p:sp>
      <p:sp>
        <p:nvSpPr>
          <p:cNvPr id="48" name="Rectangle 47"/>
          <p:cNvSpPr/>
          <p:nvPr userDrawn="1"/>
        </p:nvSpPr>
        <p:spPr>
          <a:xfrm>
            <a:off x="426412" y="1068314"/>
            <a:ext cx="2219382"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1999"/>
              </a:lnSpc>
            </a:pPr>
            <a:r>
              <a:rPr lang="en-US" sz="1400">
                <a:solidFill>
                  <a:schemeClr val="bg1"/>
                </a:solidFill>
                <a:latin typeface="Ubuntu" panose="020B0504030602030204" pitchFamily="34" charset="0"/>
              </a:rPr>
              <a:t>About Capgemini Invent</a:t>
            </a:r>
          </a:p>
        </p:txBody>
      </p:sp>
      <p:pic>
        <p:nvPicPr>
          <p:cNvPr id="26" name="Picture 7">
            <a:extLst>
              <a:ext uri="{FF2B5EF4-FFF2-40B4-BE49-F238E27FC236}">
                <a16:creationId xmlns:a16="http://schemas.microsoft.com/office/drawing/2014/main" id="{771E6B48-4DF0-43D5-A92F-C861B5F0CB2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63493" y="5383763"/>
            <a:ext cx="4023194" cy="1212215"/>
          </a:xfrm>
          <a:prstGeom prst="rect">
            <a:avLst/>
          </a:prstGeom>
        </p:spPr>
      </p:pic>
      <p:sp>
        <p:nvSpPr>
          <p:cNvPr id="31" name="Rectangle 30">
            <a:extLst>
              <a:ext uri="{FF2B5EF4-FFF2-40B4-BE49-F238E27FC236}">
                <a16:creationId xmlns:a16="http://schemas.microsoft.com/office/drawing/2014/main" id="{7F14F5AA-D00E-4FC7-8FAC-94D846AF11AE}"/>
              </a:ext>
            </a:extLst>
          </p:cNvPr>
          <p:cNvSpPr/>
          <p:nvPr userDrawn="1"/>
        </p:nvSpPr>
        <p:spPr>
          <a:xfrm>
            <a:off x="426412" y="3813794"/>
            <a:ext cx="4344044"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oAutofit/>
          </a:bodyPr>
          <a:lstStyle/>
          <a:p>
            <a:pPr marL="0" marR="0" lvl="0" indent="0" algn="l" defTabSz="914126" rtl="0" eaLnBrk="1" fontAlgn="auto" latinLnBrk="0" hangingPunct="1">
              <a:lnSpc>
                <a:spcPts val="1200"/>
              </a:lnSpc>
              <a:spcBef>
                <a:spcPts val="0"/>
              </a:spcBef>
              <a:spcAft>
                <a:spcPts val="0"/>
              </a:spcAft>
              <a:buClrTx/>
              <a:buSzTx/>
              <a:buFontTx/>
              <a:buNone/>
              <a:tabLst/>
              <a:defRPr/>
            </a:pPr>
            <a:r>
              <a:rPr lang="en-GB" sz="900">
                <a:solidFill>
                  <a:schemeClr val="bg1"/>
                </a:solidFill>
                <a:effectLst/>
                <a:latin typeface="Ubuntu" panose="020B0504030602030204" pitchFamily="34" charset="0"/>
              </a:rPr>
              <a:t>Get The Future You Want </a:t>
            </a:r>
            <a:r>
              <a:rPr lang="en-US" sz="900">
                <a:solidFill>
                  <a:schemeClr val="bg1"/>
                </a:solidFill>
                <a:effectLst/>
                <a:latin typeface="Ubuntu" panose="020B0504030602030204" pitchFamily="34" charset="0"/>
              </a:rPr>
              <a:t>|</a:t>
            </a:r>
            <a:r>
              <a:rPr lang="en-GB" sz="900">
                <a:solidFill>
                  <a:schemeClr val="bg1"/>
                </a:solidFill>
                <a:effectLst/>
                <a:latin typeface="Ubuntu" panose="020B0504030602030204" pitchFamily="34" charset="0"/>
              </a:rPr>
              <a:t> </a:t>
            </a:r>
            <a:r>
              <a:rPr lang="en-US" sz="1050">
                <a:solidFill>
                  <a:schemeClr val="accent2"/>
                </a:solidFill>
                <a:latin typeface="Ubuntu" panose="020B0504030602030204" pitchFamily="34" charset="0"/>
              </a:rPr>
              <a:t>www.capgemini.com/invent</a:t>
            </a:r>
          </a:p>
        </p:txBody>
      </p:sp>
      <p:pic>
        <p:nvPicPr>
          <p:cNvPr id="25" name="Picture 2">
            <a:hlinkClick r:id="rId4"/>
            <a:extLst>
              <a:ext uri="{FF2B5EF4-FFF2-40B4-BE49-F238E27FC236}">
                <a16:creationId xmlns:a16="http://schemas.microsoft.com/office/drawing/2014/main" id="{24E210E9-BF28-4277-A7E4-7F75612DA699}"/>
              </a:ext>
            </a:extLst>
          </p:cNvPr>
          <p:cNvPicPr>
            <a:picLocks noChangeAspect="1" noChangeArrowheads="1"/>
          </p:cNvPicPr>
          <p:nvPr userDrawn="1"/>
        </p:nvPicPr>
        <p:blipFill>
          <a:blip r:embed="rId5" cstate="screen">
            <a:extLst>
              <a:ext uri="{28A0092B-C50C-407E-A947-70E740481C1C}">
                <a14:useLocalDpi xmlns:a14="http://schemas.microsoft.com/office/drawing/2010/main"/>
              </a:ext>
            </a:extLst>
          </a:blip>
          <a:srcRect/>
          <a:stretch>
            <a:fillRect/>
          </a:stretch>
        </p:blipFill>
        <p:spPr bwMode="auto">
          <a:xfrm>
            <a:off x="847491" y="5214283"/>
            <a:ext cx="333108" cy="333195"/>
          </a:xfrm>
          <a:prstGeom prst="rect">
            <a:avLst/>
          </a:prstGeom>
          <a:noFill/>
        </p:spPr>
      </p:pic>
      <p:pic>
        <p:nvPicPr>
          <p:cNvPr id="27" name="Picture 4">
            <a:hlinkClick r:id="rId6"/>
            <a:extLst>
              <a:ext uri="{FF2B5EF4-FFF2-40B4-BE49-F238E27FC236}">
                <a16:creationId xmlns:a16="http://schemas.microsoft.com/office/drawing/2014/main" id="{825CF878-6B7E-4940-91A6-12F0F5A6B1E7}"/>
              </a:ext>
            </a:extLst>
          </p:cNvPr>
          <p:cNvPicPr>
            <a:picLocks noChangeAspect="1" noChangeArrowheads="1"/>
          </p:cNvPicPr>
          <p:nvPr userDrawn="1"/>
        </p:nvPicPr>
        <p:blipFill>
          <a:blip r:embed="rId7" cstate="screen">
            <a:extLst>
              <a:ext uri="{28A0092B-C50C-407E-A947-70E740481C1C}">
                <a14:useLocalDpi xmlns:a14="http://schemas.microsoft.com/office/drawing/2010/main"/>
              </a:ext>
            </a:extLst>
          </a:blip>
          <a:srcRect/>
          <a:stretch>
            <a:fillRect/>
          </a:stretch>
        </p:blipFill>
        <p:spPr bwMode="auto">
          <a:xfrm>
            <a:off x="1230768" y="5214283"/>
            <a:ext cx="333108" cy="333195"/>
          </a:xfrm>
          <a:prstGeom prst="rect">
            <a:avLst/>
          </a:prstGeom>
          <a:noFill/>
        </p:spPr>
      </p:pic>
      <p:pic>
        <p:nvPicPr>
          <p:cNvPr id="28" name="Picture 5">
            <a:hlinkClick r:id="rId8"/>
            <a:extLst>
              <a:ext uri="{FF2B5EF4-FFF2-40B4-BE49-F238E27FC236}">
                <a16:creationId xmlns:a16="http://schemas.microsoft.com/office/drawing/2014/main" id="{5B092861-FD2B-41E4-9D5C-4F9DB8C78CA6}"/>
              </a:ext>
            </a:extLst>
          </p:cNvPr>
          <p:cNvPicPr>
            <a:picLocks noChangeAspect="1" noChangeArrowheads="1"/>
          </p:cNvPicPr>
          <p:nvPr userDrawn="1"/>
        </p:nvPicPr>
        <p:blipFill>
          <a:blip r:embed="rId9" cstate="screen">
            <a:extLst>
              <a:ext uri="{28A0092B-C50C-407E-A947-70E740481C1C}">
                <a14:useLocalDpi xmlns:a14="http://schemas.microsoft.com/office/drawing/2010/main"/>
              </a:ext>
            </a:extLst>
          </a:blip>
          <a:srcRect/>
          <a:stretch>
            <a:fillRect/>
          </a:stretch>
        </p:blipFill>
        <p:spPr bwMode="auto">
          <a:xfrm>
            <a:off x="1614045" y="5214283"/>
            <a:ext cx="333108" cy="333195"/>
          </a:xfrm>
          <a:prstGeom prst="rect">
            <a:avLst/>
          </a:prstGeom>
          <a:noFill/>
        </p:spPr>
      </p:pic>
      <p:pic>
        <p:nvPicPr>
          <p:cNvPr id="29" name="Picture 6">
            <a:hlinkClick r:id="rId10"/>
            <a:extLst>
              <a:ext uri="{FF2B5EF4-FFF2-40B4-BE49-F238E27FC236}">
                <a16:creationId xmlns:a16="http://schemas.microsoft.com/office/drawing/2014/main" id="{0C1579FB-7326-4173-920B-70C40143C135}"/>
              </a:ext>
            </a:extLst>
          </p:cNvPr>
          <p:cNvPicPr>
            <a:picLocks noChangeAspect="1" noChangeArrowheads="1"/>
          </p:cNvPicPr>
          <p:nvPr userDrawn="1"/>
        </p:nvPicPr>
        <p:blipFill>
          <a:blip r:embed="rId11" cstate="screen">
            <a:extLst>
              <a:ext uri="{28A0092B-C50C-407E-A947-70E740481C1C}">
                <a14:useLocalDpi xmlns:a14="http://schemas.microsoft.com/office/drawing/2010/main"/>
              </a:ext>
            </a:extLst>
          </a:blip>
          <a:srcRect/>
          <a:stretch>
            <a:fillRect/>
          </a:stretch>
        </p:blipFill>
        <p:spPr bwMode="auto">
          <a:xfrm>
            <a:off x="1997321" y="5214283"/>
            <a:ext cx="333108" cy="333195"/>
          </a:xfrm>
          <a:prstGeom prst="rect">
            <a:avLst/>
          </a:prstGeom>
          <a:noFill/>
        </p:spPr>
      </p:pic>
      <p:pic>
        <p:nvPicPr>
          <p:cNvPr id="30" name="Picture 7">
            <a:hlinkClick r:id="rId12"/>
            <a:extLst>
              <a:ext uri="{FF2B5EF4-FFF2-40B4-BE49-F238E27FC236}">
                <a16:creationId xmlns:a16="http://schemas.microsoft.com/office/drawing/2014/main" id="{6FA6840F-AB00-4901-91D9-5E2D057477F4}"/>
              </a:ext>
            </a:extLst>
          </p:cNvPr>
          <p:cNvPicPr>
            <a:picLocks noChangeAspect="1" noChangeArrowheads="1"/>
          </p:cNvPicPr>
          <p:nvPr userDrawn="1"/>
        </p:nvPicPr>
        <p:blipFill>
          <a:blip r:embed="rId13" cstate="screen">
            <a:extLst>
              <a:ext uri="{28A0092B-C50C-407E-A947-70E740481C1C}">
                <a14:useLocalDpi xmlns:a14="http://schemas.microsoft.com/office/drawing/2010/main"/>
              </a:ext>
            </a:extLst>
          </a:blip>
          <a:srcRect/>
          <a:stretch>
            <a:fillRect/>
          </a:stretch>
        </p:blipFill>
        <p:spPr bwMode="auto">
          <a:xfrm>
            <a:off x="464214" y="5214283"/>
            <a:ext cx="333108" cy="333195"/>
          </a:xfrm>
          <a:prstGeom prst="rect">
            <a:avLst/>
          </a:prstGeom>
          <a:noFill/>
        </p:spPr>
      </p:pic>
    </p:spTree>
    <p:extLst>
      <p:ext uri="{BB962C8B-B14F-4D97-AF65-F5344CB8AC3E}">
        <p14:creationId xmlns:p14="http://schemas.microsoft.com/office/powerpoint/2010/main" val="3548876543"/>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66.xml"/><Relationship Id="rId13" Type="http://schemas.openxmlformats.org/officeDocument/2006/relationships/slideLayout" Target="../slideLayouts/slideLayout71.xml"/><Relationship Id="rId3" Type="http://schemas.openxmlformats.org/officeDocument/2006/relationships/slideLayout" Target="../slideLayouts/slideLayout61.xml"/><Relationship Id="rId7" Type="http://schemas.openxmlformats.org/officeDocument/2006/relationships/slideLayout" Target="../slideLayouts/slideLayout65.xml"/><Relationship Id="rId12" Type="http://schemas.openxmlformats.org/officeDocument/2006/relationships/slideLayout" Target="../slideLayouts/slideLayout70.xml"/><Relationship Id="rId17" Type="http://schemas.openxmlformats.org/officeDocument/2006/relationships/image" Target="../media/image1.png"/><Relationship Id="rId2" Type="http://schemas.openxmlformats.org/officeDocument/2006/relationships/slideLayout" Target="../slideLayouts/slideLayout60.xml"/><Relationship Id="rId16" Type="http://schemas.openxmlformats.org/officeDocument/2006/relationships/theme" Target="../theme/theme2.xml"/><Relationship Id="rId1" Type="http://schemas.openxmlformats.org/officeDocument/2006/relationships/slideLayout" Target="../slideLayouts/slideLayout59.xml"/><Relationship Id="rId6" Type="http://schemas.openxmlformats.org/officeDocument/2006/relationships/slideLayout" Target="../slideLayouts/slideLayout64.xml"/><Relationship Id="rId11" Type="http://schemas.openxmlformats.org/officeDocument/2006/relationships/slideLayout" Target="../slideLayouts/slideLayout69.xml"/><Relationship Id="rId5" Type="http://schemas.openxmlformats.org/officeDocument/2006/relationships/slideLayout" Target="../slideLayouts/slideLayout63.xml"/><Relationship Id="rId15" Type="http://schemas.openxmlformats.org/officeDocument/2006/relationships/slideLayout" Target="../slideLayouts/slideLayout73.xml"/><Relationship Id="rId10" Type="http://schemas.openxmlformats.org/officeDocument/2006/relationships/slideLayout" Target="../slideLayouts/slideLayout68.xml"/><Relationship Id="rId4" Type="http://schemas.openxmlformats.org/officeDocument/2006/relationships/slideLayout" Target="../slideLayouts/slideLayout62.xml"/><Relationship Id="rId9" Type="http://schemas.openxmlformats.org/officeDocument/2006/relationships/slideLayout" Target="../slideLayouts/slideLayout67.xml"/><Relationship Id="rId14" Type="http://schemas.openxmlformats.org/officeDocument/2006/relationships/slideLayout" Target="../slideLayouts/slideLayout7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pic>
        <p:nvPicPr>
          <p:cNvPr id="8" name="GRID" hidden="1">
            <a:extLst>
              <a:ext uri="{FF2B5EF4-FFF2-40B4-BE49-F238E27FC236}">
                <a16:creationId xmlns:a16="http://schemas.microsoft.com/office/drawing/2014/main" id="{4C453AFD-72EA-BCED-EF09-6E1F49029575}"/>
              </a:ext>
            </a:extLst>
          </p:cNvPr>
          <p:cNvPicPr>
            <a:picLocks noGrp="1" noRot="1" noChangeAspect="1" noMove="1" noResize="1" noEditPoints="1" noAdjustHandles="1" noChangeArrowheads="1" noChangeShapeType="1" noCrop="1"/>
          </p:cNvPicPr>
          <p:nvPr userDrawn="1"/>
        </p:nvPicPr>
        <p:blipFill>
          <a:blip r:embed="rId60">
            <a:extLst>
              <a:ext uri="{28A0092B-C50C-407E-A947-70E740481C1C}">
                <a14:useLocalDpi xmlns:a14="http://schemas.microsoft.com/office/drawing/2010/main"/>
              </a:ext>
            </a:extLst>
          </a:blip>
          <a:stretch>
            <a:fillRect/>
          </a:stretch>
        </p:blipFill>
        <p:spPr>
          <a:xfrm>
            <a:off x="550720" y="560562"/>
            <a:ext cx="11086865" cy="5748164"/>
          </a:xfrm>
          <a:prstGeom prst="rect">
            <a:avLst/>
          </a:prstGeom>
        </p:spPr>
      </p:pic>
      <p:sp>
        <p:nvSpPr>
          <p:cNvPr id="35" name="Date Placeholder 34">
            <a:extLst>
              <a:ext uri="{FF2B5EF4-FFF2-40B4-BE49-F238E27FC236}">
                <a16:creationId xmlns:a16="http://schemas.microsoft.com/office/drawing/2014/main" id="{9E7A3BD3-DDA4-42A3-B05C-F6E4E51D9B78}"/>
              </a:ext>
            </a:extLst>
          </p:cNvPr>
          <p:cNvSpPr>
            <a:spLocks noGrp="1"/>
          </p:cNvSpPr>
          <p:nvPr>
            <p:ph type="dt" sz="half" idx="2"/>
          </p:nvPr>
        </p:nvSpPr>
        <p:spPr>
          <a:xfrm>
            <a:off x="9807372" y="6650662"/>
            <a:ext cx="1830733" cy="123111"/>
          </a:xfrm>
          <a:prstGeom prst="rect">
            <a:avLst/>
          </a:prstGeom>
        </p:spPr>
        <p:txBody>
          <a:bodyPr wrap="none" lIns="0" tIns="0" rIns="0" bIns="0" anchor="ctr" anchorCtr="0">
            <a:noAutofit/>
          </a:bodyPr>
          <a:lstStyle>
            <a:lvl1pPr algn="r">
              <a:defRPr lang="de-DE" sz="800" smtClean="0">
                <a:solidFill>
                  <a:schemeClr val="bg1">
                    <a:lumMod val="65000"/>
                  </a:schemeClr>
                </a:solidFill>
                <a:latin typeface="+mn-lt"/>
              </a:defRPr>
            </a:lvl1pPr>
          </a:lstStyle>
          <a:p>
            <a:pPr>
              <a:spcBef>
                <a:spcPts val="1000"/>
              </a:spcBef>
            </a:pPr>
            <a:r>
              <a:rPr lang="en-IN" kern="0">
                <a:solidFill>
                  <a:srgbClr val="FFFFFF">
                    <a:lumMod val="65000"/>
                  </a:srgbClr>
                </a:solidFill>
              </a:rPr>
              <a:t>Company Confidential © Capgemini 2026. All rights reserved.</a:t>
            </a:r>
            <a:endParaRPr lang="en-US" dirty="0"/>
          </a:p>
        </p:txBody>
      </p:sp>
      <p:sp>
        <p:nvSpPr>
          <p:cNvPr id="38" name="Slide Number Placeholder 37">
            <a:extLst>
              <a:ext uri="{FF2B5EF4-FFF2-40B4-BE49-F238E27FC236}">
                <a16:creationId xmlns:a16="http://schemas.microsoft.com/office/drawing/2014/main" id="{7AB8C2A9-4C2D-43C3-9F07-0C825FF51364}"/>
              </a:ext>
            </a:extLst>
          </p:cNvPr>
          <p:cNvSpPr>
            <a:spLocks noGrp="1"/>
          </p:cNvSpPr>
          <p:nvPr>
            <p:ph type="sldNum" sz="quarter" idx="4"/>
          </p:nvPr>
        </p:nvSpPr>
        <p:spPr>
          <a:xfrm>
            <a:off x="11775274" y="6650662"/>
            <a:ext cx="232604" cy="123111"/>
          </a:xfrm>
          <a:prstGeom prst="rect">
            <a:avLst/>
          </a:prstGeom>
        </p:spPr>
        <p:txBody>
          <a:bodyPr wrap="square" lIns="0" tIns="0" rIns="0" bIns="0" anchor="ctr" anchorCtr="0">
            <a:spAutoFit/>
          </a:bodyPr>
          <a:lstStyle>
            <a:lvl1pPr>
              <a:defRPr lang="de-DE" sz="800" b="0" i="0" smtClean="0">
                <a:solidFill>
                  <a:schemeClr val="bg1">
                    <a:lumMod val="65000"/>
                  </a:schemeClr>
                </a:solidFill>
                <a:latin typeface="+mn-lt"/>
                <a:cs typeface="Arial" panose="020B0604020202020204" pitchFamily="34" charset="0"/>
              </a:defRPr>
            </a:lvl1pPr>
          </a:lstStyle>
          <a:p>
            <a:pPr algn="r"/>
            <a:fld id="{5D9A5160-6218-4E5A-B9E6-B93E3DAE377C}" type="slidenum">
              <a:rPr lang="en-US" smtClean="0"/>
              <a:pPr algn="r"/>
              <a:t>‹#›</a:t>
            </a:fld>
            <a:endParaRPr lang="en-US"/>
          </a:p>
        </p:txBody>
      </p:sp>
      <p:sp>
        <p:nvSpPr>
          <p:cNvPr id="5" name="Title Placeholder 4">
            <a:extLst>
              <a:ext uri="{FF2B5EF4-FFF2-40B4-BE49-F238E27FC236}">
                <a16:creationId xmlns:a16="http://schemas.microsoft.com/office/drawing/2014/main" id="{D28F27D4-FFE2-4FAB-BA1B-9D013846C4B7}"/>
              </a:ext>
            </a:extLst>
          </p:cNvPr>
          <p:cNvSpPr>
            <a:spLocks noGrp="1"/>
          </p:cNvSpPr>
          <p:nvPr>
            <p:ph type="title"/>
          </p:nvPr>
        </p:nvSpPr>
        <p:spPr>
          <a:xfrm>
            <a:off x="551240" y="549274"/>
            <a:ext cx="11088050" cy="930372"/>
          </a:xfrm>
          <a:prstGeom prst="rect">
            <a:avLst/>
          </a:prstGeom>
        </p:spPr>
        <p:txBody>
          <a:bodyPr vert="horz" lIns="0" tIns="0" rIns="0" bIns="126000" rtlCol="0" anchor="b" anchorCtr="0">
            <a:noAutofit/>
          </a:bodyPr>
          <a:lstStyle/>
          <a:p>
            <a:pPr lvl="0"/>
            <a:r>
              <a:rPr lang="en-US"/>
              <a:t>Click to edit Master title style</a:t>
            </a:r>
            <a:endParaRPr lang="de-DE"/>
          </a:p>
        </p:txBody>
      </p:sp>
      <p:sp>
        <p:nvSpPr>
          <p:cNvPr id="19" name="Footer Placeholder 9">
            <a:extLst>
              <a:ext uri="{FF2B5EF4-FFF2-40B4-BE49-F238E27FC236}">
                <a16:creationId xmlns:a16="http://schemas.microsoft.com/office/drawing/2014/main" id="{D3809B95-B2AA-47A9-8F86-88BF7BDE32FD}"/>
              </a:ext>
            </a:extLst>
          </p:cNvPr>
          <p:cNvSpPr>
            <a:spLocks noGrp="1"/>
          </p:cNvSpPr>
          <p:nvPr>
            <p:ph type="ftr" sz="quarter" idx="3"/>
          </p:nvPr>
        </p:nvSpPr>
        <p:spPr>
          <a:xfrm>
            <a:off x="550719" y="6650662"/>
            <a:ext cx="4715296" cy="123111"/>
          </a:xfrm>
          <a:prstGeom prst="rect">
            <a:avLst/>
          </a:prstGeom>
        </p:spPr>
        <p:txBody>
          <a:bodyPr wrap="none" lIns="0" tIns="0" rIns="0" bIns="0" anchor="ctr" anchorCtr="0">
            <a:noAutofit/>
          </a:bodyPr>
          <a:lstStyle>
            <a:lvl1pPr>
              <a:defRPr lang="de-DE" sz="800">
                <a:solidFill>
                  <a:schemeClr val="bg1">
                    <a:lumMod val="65000"/>
                  </a:schemeClr>
                </a:solidFill>
              </a:defRPr>
            </a:lvl1pPr>
          </a:lstStyle>
          <a:p>
            <a:pPr>
              <a:spcBef>
                <a:spcPts val="1000"/>
              </a:spcBef>
            </a:pPr>
            <a:r>
              <a:rPr lang="en-US"/>
              <a:t>AI Data Copilot - AskData</a:t>
            </a:r>
          </a:p>
        </p:txBody>
      </p:sp>
      <p:sp>
        <p:nvSpPr>
          <p:cNvPr id="20" name="Stickerbox" hidden="1">
            <a:extLst>
              <a:ext uri="{FF2B5EF4-FFF2-40B4-BE49-F238E27FC236}">
                <a16:creationId xmlns:a16="http://schemas.microsoft.com/office/drawing/2014/main" id="{D03A9799-ACDC-4925-8EE1-5C65CCCBD0FA}"/>
              </a:ext>
            </a:extLst>
          </p:cNvPr>
          <p:cNvSpPr>
            <a:spLocks noChangeArrowheads="1"/>
          </p:cNvSpPr>
          <p:nvPr userDrawn="1"/>
        </p:nvSpPr>
        <p:spPr bwMode="gray">
          <a:xfrm>
            <a:off x="11111469" y="1124745"/>
            <a:ext cx="804598" cy="402775"/>
          </a:xfrm>
          <a:prstGeom prst="rect">
            <a:avLst/>
          </a:prstGeom>
          <a:solidFill>
            <a:schemeClr val="accent2"/>
          </a:solidFill>
          <a:ln w="10795">
            <a:noFill/>
            <a:round/>
            <a:headEnd/>
            <a:tailEnd/>
          </a:ln>
          <a:effectLst/>
        </p:spPr>
        <p:txBody>
          <a:bodyPr vert="horz" wrap="none" lIns="107972" tIns="107972" rIns="107972" bIns="107972" anchor="ctr" anchorCtr="0">
            <a:spAutoFit/>
          </a:bodyPr>
          <a:lstStyle/>
          <a:p>
            <a:pPr marL="0" marR="0" lvl="0" indent="0" algn="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all" spc="0" normalizeH="0" baseline="0" noProof="0">
                <a:ln>
                  <a:noFill/>
                </a:ln>
                <a:solidFill>
                  <a:srgbClr val="FFFFFF">
                    <a:lumMod val="100000"/>
                  </a:srgbClr>
                </a:solidFill>
                <a:effectLst/>
                <a:uLnTx/>
                <a:uFillTx/>
                <a:latin typeface="Ubuntu"/>
                <a:ea typeface="+mn-ea"/>
                <a:cs typeface="+mn-cs"/>
              </a:rPr>
              <a:t>Sticker</a:t>
            </a:r>
          </a:p>
        </p:txBody>
      </p:sp>
      <p:sp>
        <p:nvSpPr>
          <p:cNvPr id="22" name="CapgeminiBox" hidden="1">
            <a:extLst>
              <a:ext uri="{FF2B5EF4-FFF2-40B4-BE49-F238E27FC236}">
                <a16:creationId xmlns:a16="http://schemas.microsoft.com/office/drawing/2014/main" id="{7C293A1E-B461-4AFE-976D-6EE38B2AFEB4}"/>
              </a:ext>
            </a:extLst>
          </p:cNvPr>
          <p:cNvSpPr txBox="1">
            <a:spLocks/>
          </p:cNvSpPr>
          <p:nvPr userDrawn="1"/>
        </p:nvSpPr>
        <p:spPr>
          <a:xfrm>
            <a:off x="9590" y="0"/>
            <a:ext cx="1837182" cy="260350"/>
          </a:xfrm>
          <a:prstGeom prst="rect">
            <a:avLst/>
          </a:prstGeom>
        </p:spPr>
        <p:txBody>
          <a:bodyPr vert="horz" lIns="0" tIns="0" rIns="17995" bIns="0" rtlCol="0">
            <a:normAutofit fontScale="92500"/>
          </a:bodyPr>
          <a:lstStyle>
            <a:lvl1pPr marL="0" indent="0" algn="l" defTabSz="914400" rtl="0" eaLnBrk="1" latinLnBrk="0" hangingPunct="1">
              <a:lnSpc>
                <a:spcPct val="100000"/>
              </a:lnSpc>
              <a:spcBef>
                <a:spcPts val="600"/>
              </a:spcBef>
              <a:buFont typeface="Arial" panose="020B0604020202020204" pitchFamily="34" charset="0"/>
              <a:buNone/>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600"/>
              </a:spcBef>
              <a:buClr>
                <a:schemeClr val="tx1"/>
              </a:buClr>
              <a:buFont typeface="Wingdings" panose="05000000000000000000" pitchFamily="2" charset="2"/>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600"/>
              </a:spcBef>
              <a:buClr>
                <a:schemeClr val="tx1"/>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600"/>
              </a:spcBef>
              <a:buClr>
                <a:schemeClr val="tx1"/>
              </a:buClr>
              <a:buFont typeface="Verdana" panose="020B060403050404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600"/>
              </a:spcBef>
              <a:buClr>
                <a:schemeClr val="tx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1400"/>
              <a:t>Capgemini Invent v10.0</a:t>
            </a:r>
          </a:p>
        </p:txBody>
      </p:sp>
      <p:sp>
        <p:nvSpPr>
          <p:cNvPr id="29" name="FootnoteAndSource" hidden="1">
            <a:extLst>
              <a:ext uri="{FF2B5EF4-FFF2-40B4-BE49-F238E27FC236}">
                <a16:creationId xmlns:a16="http://schemas.microsoft.com/office/drawing/2014/main" id="{96E9BC24-418C-4CE4-8E81-3AF9AB04DEAA}"/>
              </a:ext>
            </a:extLst>
          </p:cNvPr>
          <p:cNvSpPr txBox="1"/>
          <p:nvPr userDrawn="1"/>
        </p:nvSpPr>
        <p:spPr>
          <a:xfrm>
            <a:off x="545181" y="6304130"/>
            <a:ext cx="11337047" cy="162096"/>
          </a:xfrm>
          <a:prstGeom prst="rect">
            <a:avLst/>
          </a:prstGeom>
          <a:noFill/>
        </p:spPr>
        <p:txBody>
          <a:bodyPr vert="horz" wrap="square" lIns="0" tIns="25393" rIns="0" bIns="25393" rtlCol="0" anchor="b" anchorCtr="0">
            <a:spAutoFit/>
          </a:bodyPr>
          <a:lstStyle>
            <a:defPPr>
              <a:defRPr lang="pt-PT"/>
            </a:defPPr>
            <a:lvl1pPr marL="429768" indent="-429768">
              <a:lnSpc>
                <a:spcPct val="90000"/>
              </a:lnSpc>
              <a:tabLst>
                <a:tab pos="347472" algn="r"/>
              </a:tabLst>
              <a:defRPr sz="800"/>
            </a:lvl1pPr>
          </a:lstStyle>
          <a:p>
            <a:pPr marL="429639" indent="-429639" defTabSz="914126">
              <a:lnSpc>
                <a:spcPct val="90000"/>
              </a:lnSpc>
              <a:tabLst>
                <a:tab pos="347368" algn="r"/>
              </a:tabLst>
            </a:pPr>
            <a:r>
              <a:rPr lang="de-DE" sz="800"/>
              <a:t>	Source:	Source Text</a:t>
            </a:r>
          </a:p>
        </p:txBody>
      </p:sp>
      <p:grpSp>
        <p:nvGrpSpPr>
          <p:cNvPr id="3" name="Group 37">
            <a:extLst>
              <a:ext uri="{FF2B5EF4-FFF2-40B4-BE49-F238E27FC236}">
                <a16:creationId xmlns:a16="http://schemas.microsoft.com/office/drawing/2014/main" id="{9962DC9F-19EF-0160-1ECB-38EA543386E4}"/>
              </a:ext>
            </a:extLst>
          </p:cNvPr>
          <p:cNvGrpSpPr/>
          <p:nvPr userDrawn="1"/>
        </p:nvGrpSpPr>
        <p:grpSpPr>
          <a:xfrm>
            <a:off x="11767257" y="176700"/>
            <a:ext cx="260162" cy="240782"/>
            <a:chOff x="5481638" y="2859088"/>
            <a:chExt cx="1231900" cy="1139825"/>
          </a:xfrm>
          <a:solidFill>
            <a:schemeClr val="tx2"/>
          </a:solidFill>
        </p:grpSpPr>
        <p:sp>
          <p:nvSpPr>
            <p:cNvPr id="6" name="Freeform 320">
              <a:extLst>
                <a:ext uri="{FF2B5EF4-FFF2-40B4-BE49-F238E27FC236}">
                  <a16:creationId xmlns:a16="http://schemas.microsoft.com/office/drawing/2014/main" id="{9EB66FFA-57EA-AE57-615D-D19F28A47239}"/>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sp>
          <p:nvSpPr>
            <p:cNvPr id="7" name="Freeform 321">
              <a:extLst>
                <a:ext uri="{FF2B5EF4-FFF2-40B4-BE49-F238E27FC236}">
                  <a16:creationId xmlns:a16="http://schemas.microsoft.com/office/drawing/2014/main" id="{FF39CD59-7E45-33C5-FA77-E50FFA28B646}"/>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sz="1799">
                <a:solidFill>
                  <a:schemeClr val="tx2"/>
                </a:solidFill>
              </a:endParaRPr>
            </a:p>
          </p:txBody>
        </p:sp>
      </p:grpSp>
      <p:sp>
        <p:nvSpPr>
          <p:cNvPr id="2" name="Text Placeholder 1">
            <a:extLst>
              <a:ext uri="{FF2B5EF4-FFF2-40B4-BE49-F238E27FC236}">
                <a16:creationId xmlns:a16="http://schemas.microsoft.com/office/drawing/2014/main" id="{156439DF-44D6-437D-43F8-6C05612D6564}"/>
              </a:ext>
            </a:extLst>
          </p:cNvPr>
          <p:cNvSpPr>
            <a:spLocks noGrp="1"/>
          </p:cNvSpPr>
          <p:nvPr>
            <p:ph type="body" idx="1"/>
          </p:nvPr>
        </p:nvSpPr>
        <p:spPr>
          <a:xfrm>
            <a:off x="551240" y="1628800"/>
            <a:ext cx="11088050" cy="46686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Tree>
    <p:extLst>
      <p:ext uri="{BB962C8B-B14F-4D97-AF65-F5344CB8AC3E}">
        <p14:creationId xmlns:p14="http://schemas.microsoft.com/office/powerpoint/2010/main" val="27272724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Lst>
  <p:hf hdr="0"/>
  <p:txStyles>
    <p:title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p:titleStyle>
    <p:bodyStyle>
      <a:lvl1pPr marL="0" marR="0" indent="0" algn="l" defTabSz="914126" rtl="0" eaLnBrk="1" fontAlgn="auto" latinLnBrk="0" hangingPunct="1">
        <a:lnSpc>
          <a:spcPct val="100000"/>
        </a:lnSpc>
        <a:spcBef>
          <a:spcPts val="1799"/>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
          <a:schemeClr val="accent1"/>
        </a:buClr>
        <a:buFont typeface="Arial" panose="020B0604020202020204" pitchFamily="34" charset="0"/>
        <a:buChar char="•"/>
        <a:tabLst/>
        <a:defRPr sz="14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
          <a:schemeClr val="accent2"/>
        </a:buClr>
        <a:buFont typeface="System Font Regular"/>
        <a:buChar char="-"/>
        <a:defRPr sz="14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pt-PT"/>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8" orient="horz" pos="709">
          <p15:clr>
            <a:srgbClr val="F26B43"/>
          </p15:clr>
        </p15:guide>
        <p15:guide id="19" orient="horz" pos="4065">
          <p15:clr>
            <a:srgbClr val="F26B43"/>
          </p15:clr>
        </p15:guide>
        <p15:guide id="20" pos="347">
          <p15:clr>
            <a:srgbClr val="F26B43"/>
          </p15:clr>
        </p15:guide>
        <p15:guide id="21" pos="3840">
          <p15:clr>
            <a:srgbClr val="F26B43"/>
          </p15:clr>
        </p15:guide>
        <p15:guide id="22" pos="7333">
          <p15:clr>
            <a:srgbClr val="F26B43"/>
          </p15:clr>
        </p15:guide>
        <p15:guide id="23" orient="horz" pos="164">
          <p15:clr>
            <a:srgbClr val="F26B43"/>
          </p15:clr>
        </p15:guide>
        <p15:guide id="24" orient="horz" pos="1026">
          <p15:clr>
            <a:srgbClr val="F26B43"/>
          </p15:clr>
        </p15:guide>
        <p15:guide id="25" orient="horz" pos="346">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ID" hidden="1">
            <a:extLst>
              <a:ext uri="{FF2B5EF4-FFF2-40B4-BE49-F238E27FC236}">
                <a16:creationId xmlns:a16="http://schemas.microsoft.com/office/drawing/2014/main" id="{A27D0679-8D96-1186-A961-BDC17B525A6F}"/>
              </a:ext>
            </a:extLst>
          </p:cNvPr>
          <p:cNvPicPr>
            <a:picLocks noGrp="1" noRot="1" noChangeAspect="1" noMove="1" noResize="1" noEditPoints="1" noAdjustHandles="1" noChangeArrowheads="1" noChangeShapeType="1" noCrop="1"/>
          </p:cNvPicPr>
          <p:nvPr userDrawn="1"/>
        </p:nvPicPr>
        <p:blipFill>
          <a:blip r:embed="rId17" cstate="screen">
            <a:extLst>
              <a:ext uri="{28A0092B-C50C-407E-A947-70E740481C1C}">
                <a14:useLocalDpi xmlns:a14="http://schemas.microsoft.com/office/drawing/2010/main"/>
              </a:ext>
            </a:extLst>
          </a:blip>
          <a:stretch>
            <a:fillRect/>
          </a:stretch>
        </p:blipFill>
        <p:spPr>
          <a:xfrm>
            <a:off x="414863" y="388938"/>
            <a:ext cx="11366079" cy="6067248"/>
          </a:xfrm>
          <a:prstGeom prst="rect">
            <a:avLst/>
          </a:prstGeom>
        </p:spPr>
      </p:pic>
      <p:sp>
        <p:nvSpPr>
          <p:cNvPr id="4" name="Text Placeholder 1"/>
          <p:cNvSpPr>
            <a:spLocks noGrp="1"/>
          </p:cNvSpPr>
          <p:nvPr>
            <p:ph type="body" idx="1"/>
          </p:nvPr>
        </p:nvSpPr>
        <p:spPr>
          <a:xfrm>
            <a:off x="407882" y="1628800"/>
            <a:ext cx="11366079" cy="4829080"/>
          </a:xfrm>
          <a:prstGeom prst="rect">
            <a:avLst/>
          </a:prstGeom>
        </p:spPr>
        <p:txBody>
          <a:bodyPr vert="horz" lIns="0" tIns="0" rIns="0" bIns="0" rtlCol="0">
            <a:noAutofit/>
          </a:bodyPr>
          <a:lstStyle/>
          <a:p>
            <a:pPr lvl="0"/>
            <a:r>
              <a:rPr lang="fr-FR"/>
              <a:t>Enter </a:t>
            </a:r>
            <a:r>
              <a:rPr lang="fr-FR" err="1"/>
              <a:t>your</a:t>
            </a:r>
            <a:r>
              <a:rPr lang="fr-FR"/>
              <a:t> contents</a:t>
            </a:r>
          </a:p>
          <a:p>
            <a:pPr lvl="1"/>
            <a:r>
              <a:rPr lang="fr-FR"/>
              <a:t>Second </a:t>
            </a:r>
            <a:r>
              <a:rPr lang="fr-FR" err="1"/>
              <a:t>level</a:t>
            </a:r>
            <a:endParaRPr lang="fr-FR"/>
          </a:p>
          <a:p>
            <a:pPr lvl="2"/>
            <a:r>
              <a:rPr lang="fr-FR" err="1"/>
              <a:t>Third</a:t>
            </a:r>
            <a:r>
              <a:rPr lang="fr-FR"/>
              <a:t> </a:t>
            </a:r>
            <a:r>
              <a:rPr lang="fr-FR" err="1"/>
              <a:t>level</a:t>
            </a:r>
            <a:endParaRPr lang="fr-FR"/>
          </a:p>
          <a:p>
            <a:pPr lvl="3"/>
            <a:r>
              <a:rPr lang="fr-FR" err="1"/>
              <a:t>Fourth</a:t>
            </a:r>
            <a:r>
              <a:rPr lang="fr-FR"/>
              <a:t> </a:t>
            </a:r>
            <a:r>
              <a:rPr lang="fr-FR" err="1"/>
              <a:t>level</a:t>
            </a:r>
            <a:endParaRPr lang="fr-FR"/>
          </a:p>
          <a:p>
            <a:pPr lvl="4"/>
            <a:r>
              <a:rPr lang="fr-FR" err="1"/>
              <a:t>Fifth</a:t>
            </a:r>
            <a:r>
              <a:rPr lang="fr-FR"/>
              <a:t> </a:t>
            </a:r>
            <a:r>
              <a:rPr lang="fr-FR" err="1"/>
              <a:t>level</a:t>
            </a:r>
            <a:endParaRPr lang="en-US"/>
          </a:p>
        </p:txBody>
      </p:sp>
      <p:grpSp>
        <p:nvGrpSpPr>
          <p:cNvPr id="31" name="Groupe 1">
            <a:extLst>
              <a:ext uri="{FF2B5EF4-FFF2-40B4-BE49-F238E27FC236}">
                <a16:creationId xmlns:a16="http://schemas.microsoft.com/office/drawing/2014/main" id="{F31688C0-3AAB-457C-86FA-4177A059CF79}"/>
              </a:ext>
            </a:extLst>
          </p:cNvPr>
          <p:cNvGrpSpPr/>
          <p:nvPr userDrawn="1"/>
        </p:nvGrpSpPr>
        <p:grpSpPr>
          <a:xfrm>
            <a:off x="11498107" y="171573"/>
            <a:ext cx="419327" cy="388988"/>
            <a:chOff x="11501102" y="171573"/>
            <a:chExt cx="419436" cy="388988"/>
          </a:xfrm>
        </p:grpSpPr>
        <p:sp>
          <p:nvSpPr>
            <p:cNvPr id="33" name="Freeform 13">
              <a:extLst>
                <a:ext uri="{FF2B5EF4-FFF2-40B4-BE49-F238E27FC236}">
                  <a16:creationId xmlns:a16="http://schemas.microsoft.com/office/drawing/2014/main" id="{0DF4B7FE-AA65-4E55-B964-75A3DEE12DA3}"/>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sp>
          <p:nvSpPr>
            <p:cNvPr id="34" name="Freeform 14">
              <a:extLst>
                <a:ext uri="{FF2B5EF4-FFF2-40B4-BE49-F238E27FC236}">
                  <a16:creationId xmlns:a16="http://schemas.microsoft.com/office/drawing/2014/main" id="{08DB13D7-F3B3-4CCC-9572-7C835EA669A8}"/>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sz="1799"/>
            </a:p>
          </p:txBody>
        </p:sp>
      </p:grpSp>
      <p:sp>
        <p:nvSpPr>
          <p:cNvPr id="5" name="Title Placeholder 4">
            <a:extLst>
              <a:ext uri="{FF2B5EF4-FFF2-40B4-BE49-F238E27FC236}">
                <a16:creationId xmlns:a16="http://schemas.microsoft.com/office/drawing/2014/main" id="{D28F27D4-FFE2-4FAB-BA1B-9D013846C4B7}"/>
              </a:ext>
            </a:extLst>
          </p:cNvPr>
          <p:cNvSpPr>
            <a:spLocks noGrp="1"/>
          </p:cNvSpPr>
          <p:nvPr>
            <p:ph type="title"/>
          </p:nvPr>
        </p:nvSpPr>
        <p:spPr>
          <a:xfrm>
            <a:off x="414864" y="260351"/>
            <a:ext cx="11005546" cy="792163"/>
          </a:xfrm>
          <a:prstGeom prst="rect">
            <a:avLst/>
          </a:prstGeom>
        </p:spPr>
        <p:txBody>
          <a:bodyPr vert="horz" lIns="0" tIns="0" rIns="0" bIns="0" rtlCol="0" anchor="b" anchorCtr="0">
            <a:noAutofit/>
          </a:bodyPr>
          <a:lstStyle/>
          <a:p>
            <a:r>
              <a:rPr lang="fr-FR"/>
              <a:t>Modifiez le style du titre</a:t>
            </a:r>
            <a:endParaRPr lang="de-DE"/>
          </a:p>
        </p:txBody>
      </p:sp>
      <p:sp>
        <p:nvSpPr>
          <p:cNvPr id="20" name="Stickerbox" hidden="1">
            <a:extLst>
              <a:ext uri="{FF2B5EF4-FFF2-40B4-BE49-F238E27FC236}">
                <a16:creationId xmlns:a16="http://schemas.microsoft.com/office/drawing/2014/main" id="{D03A9799-ACDC-4925-8EE1-5C65CCCBD0FA}"/>
              </a:ext>
            </a:extLst>
          </p:cNvPr>
          <p:cNvSpPr>
            <a:spLocks noChangeArrowheads="1"/>
          </p:cNvSpPr>
          <p:nvPr userDrawn="1"/>
        </p:nvSpPr>
        <p:spPr bwMode="gray">
          <a:xfrm>
            <a:off x="10976346" y="1068491"/>
            <a:ext cx="804598" cy="402775"/>
          </a:xfrm>
          <a:prstGeom prst="rect">
            <a:avLst/>
          </a:prstGeom>
          <a:solidFill>
            <a:schemeClr val="accent2"/>
          </a:solidFill>
          <a:ln w="10795">
            <a:noFill/>
            <a:round/>
            <a:headEnd/>
            <a:tailEnd/>
          </a:ln>
          <a:effectLst/>
        </p:spPr>
        <p:txBody>
          <a:bodyPr vert="horz" wrap="none" lIns="107972" tIns="107972" rIns="107972" bIns="107972" anchor="ctr" anchorCtr="0">
            <a:spAutoFit/>
          </a:bodyPr>
          <a:lstStyle/>
          <a:p>
            <a:pPr marL="0" marR="0" lvl="0" indent="0" algn="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all" spc="0" normalizeH="0" baseline="0" noProof="0">
                <a:ln>
                  <a:noFill/>
                </a:ln>
                <a:solidFill>
                  <a:srgbClr val="FFFFFF">
                    <a:lumMod val="100000"/>
                  </a:srgbClr>
                </a:solidFill>
                <a:effectLst/>
                <a:uLnTx/>
                <a:uFillTx/>
                <a:latin typeface="Ubuntu"/>
                <a:ea typeface="+mn-ea"/>
                <a:cs typeface="+mn-cs"/>
              </a:rPr>
              <a:t>Sticker</a:t>
            </a:r>
          </a:p>
        </p:txBody>
      </p:sp>
      <p:sp>
        <p:nvSpPr>
          <p:cNvPr id="22" name="CapgeminiBox" hidden="1">
            <a:extLst>
              <a:ext uri="{FF2B5EF4-FFF2-40B4-BE49-F238E27FC236}">
                <a16:creationId xmlns:a16="http://schemas.microsoft.com/office/drawing/2014/main" id="{7C293A1E-B461-4AFE-976D-6EE38B2AFEB4}"/>
              </a:ext>
            </a:extLst>
          </p:cNvPr>
          <p:cNvSpPr txBox="1">
            <a:spLocks/>
          </p:cNvSpPr>
          <p:nvPr userDrawn="1"/>
        </p:nvSpPr>
        <p:spPr>
          <a:xfrm>
            <a:off x="9590" y="0"/>
            <a:ext cx="1837182" cy="260350"/>
          </a:xfrm>
          <a:prstGeom prst="rect">
            <a:avLst/>
          </a:prstGeom>
        </p:spPr>
        <p:txBody>
          <a:bodyPr vert="horz" lIns="0" tIns="0" rIns="17995" bIns="0" rtlCol="0">
            <a:normAutofit/>
          </a:bodyPr>
          <a:lstStyle>
            <a:lvl1pPr marL="0" indent="0" algn="l" defTabSz="914400" rtl="0" eaLnBrk="1" latinLnBrk="0" hangingPunct="1">
              <a:lnSpc>
                <a:spcPct val="100000"/>
              </a:lnSpc>
              <a:spcBef>
                <a:spcPts val="600"/>
              </a:spcBef>
              <a:buFont typeface="Arial" panose="020B0604020202020204" pitchFamily="34" charset="0"/>
              <a:buNone/>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600"/>
              </a:spcBef>
              <a:buClr>
                <a:schemeClr val="tx1"/>
              </a:buClr>
              <a:buFont typeface="Wingdings" panose="05000000000000000000" pitchFamily="2" charset="2"/>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600"/>
              </a:spcBef>
              <a:buClr>
                <a:schemeClr val="tx1"/>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600"/>
              </a:spcBef>
              <a:buClr>
                <a:schemeClr val="tx1"/>
              </a:buClr>
              <a:buFont typeface="Verdana" panose="020B060403050404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600"/>
              </a:spcBef>
              <a:buClr>
                <a:schemeClr val="tx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1400"/>
              <a:t>Capgemini v10.0</a:t>
            </a:r>
          </a:p>
        </p:txBody>
      </p:sp>
      <p:sp>
        <p:nvSpPr>
          <p:cNvPr id="29" name="FootnoteAndSource" hidden="1">
            <a:extLst>
              <a:ext uri="{FF2B5EF4-FFF2-40B4-BE49-F238E27FC236}">
                <a16:creationId xmlns:a16="http://schemas.microsoft.com/office/drawing/2014/main" id="{96E9BC24-418C-4CE4-8E81-3AF9AB04DEAA}"/>
              </a:ext>
            </a:extLst>
          </p:cNvPr>
          <p:cNvSpPr txBox="1"/>
          <p:nvPr userDrawn="1"/>
        </p:nvSpPr>
        <p:spPr>
          <a:xfrm>
            <a:off x="398634" y="6304130"/>
            <a:ext cx="11337047" cy="162096"/>
          </a:xfrm>
          <a:prstGeom prst="rect">
            <a:avLst/>
          </a:prstGeom>
          <a:noFill/>
        </p:spPr>
        <p:txBody>
          <a:bodyPr vert="horz" wrap="square" lIns="0" tIns="25393" rIns="0" bIns="25393" rtlCol="0" anchor="b" anchorCtr="0">
            <a:spAutoFit/>
          </a:bodyPr>
          <a:lstStyle>
            <a:defPPr>
              <a:defRPr lang="pt-PT"/>
            </a:defPPr>
            <a:lvl1pPr marL="429768" indent="-429768">
              <a:lnSpc>
                <a:spcPct val="90000"/>
              </a:lnSpc>
              <a:tabLst>
                <a:tab pos="347472" algn="r"/>
              </a:tabLst>
              <a:defRPr sz="800"/>
            </a:lvl1pPr>
          </a:lstStyle>
          <a:p>
            <a:pPr marL="429639" indent="-429639" defTabSz="914126">
              <a:lnSpc>
                <a:spcPct val="90000"/>
              </a:lnSpc>
              <a:tabLst>
                <a:tab pos="347368" algn="r"/>
              </a:tabLst>
            </a:pPr>
            <a:r>
              <a:rPr lang="de-DE" sz="800"/>
              <a:t>	Source:	Source Text</a:t>
            </a:r>
          </a:p>
        </p:txBody>
      </p:sp>
      <p:sp>
        <p:nvSpPr>
          <p:cNvPr id="3" name="Rectangle 27">
            <a:extLst>
              <a:ext uri="{FF2B5EF4-FFF2-40B4-BE49-F238E27FC236}">
                <a16:creationId xmlns:a16="http://schemas.microsoft.com/office/drawing/2014/main" id="{62086BA9-1591-C6CD-E573-A5F8961683B1}"/>
              </a:ext>
            </a:extLst>
          </p:cNvPr>
          <p:cNvSpPr/>
          <p:nvPr userDrawn="1"/>
        </p:nvSpPr>
        <p:spPr>
          <a:xfrm>
            <a:off x="406727" y="6517871"/>
            <a:ext cx="3409959" cy="219456"/>
          </a:xfrm>
          <a:prstGeom prst="rect">
            <a:avLst/>
          </a:prstGeom>
        </p:spPr>
        <p:txBody>
          <a:bodyPr wrap="square" lIns="0" tIns="0" rIns="0" bIns="0" anchor="ctr" anchorCtr="0">
            <a:no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lang="en-US" sz="700" kern="0">
                <a:solidFill>
                  <a:schemeClr val="bg1">
                    <a:lumMod val="65000"/>
                  </a:schemeClr>
                </a:solidFill>
                <a:latin typeface="+mn-lt"/>
                <a:cs typeface="Arial" panose="020B0604020202020204" pitchFamily="34" charset="0"/>
              </a:rPr>
              <a:t>GO! Data &amp; AI Strategy and Governance | [NAME OF SUB-OFFER]</a:t>
            </a:r>
          </a:p>
        </p:txBody>
      </p:sp>
      <p:sp>
        <p:nvSpPr>
          <p:cNvPr id="6" name="Rectangle 27">
            <a:extLst>
              <a:ext uri="{FF2B5EF4-FFF2-40B4-BE49-F238E27FC236}">
                <a16:creationId xmlns:a16="http://schemas.microsoft.com/office/drawing/2014/main" id="{C7A3A5DA-5BBD-64D1-6DE2-E0F6859C58F2}"/>
              </a:ext>
            </a:extLst>
          </p:cNvPr>
          <p:cNvSpPr/>
          <p:nvPr userDrawn="1"/>
        </p:nvSpPr>
        <p:spPr>
          <a:xfrm>
            <a:off x="7129963" y="6517871"/>
            <a:ext cx="4530982" cy="219456"/>
          </a:xfrm>
          <a:prstGeom prst="rect">
            <a:avLst/>
          </a:prstGeom>
        </p:spPr>
        <p:txBody>
          <a:bodyPr wrap="square" lIns="0" tIns="0" rIns="0" bIns="0" anchor="ctr" anchorCtr="0">
            <a:noAutofit/>
          </a:bodyPr>
          <a:lstStyle/>
          <a:p>
            <a:pPr marL="0" marR="0" lvl="0" indent="0" algn="r" defTabSz="914126" rtl="0" eaLnBrk="1" fontAlgn="auto" latinLnBrk="0" hangingPunct="1">
              <a:lnSpc>
                <a:spcPct val="100000"/>
              </a:lnSpc>
              <a:spcBef>
                <a:spcPts val="0"/>
              </a:spcBef>
              <a:spcAft>
                <a:spcPts val="0"/>
              </a:spcAft>
              <a:buClrTx/>
              <a:buSzTx/>
              <a:buFontTx/>
              <a:buNone/>
              <a:tabLst/>
              <a:defRPr/>
            </a:pPr>
            <a:r>
              <a:rPr lang="en-GB" sz="700">
                <a:solidFill>
                  <a:schemeClr val="bg1">
                    <a:lumMod val="65000"/>
                  </a:schemeClr>
                </a:solidFill>
                <a:latin typeface="+mn-lt"/>
                <a:cs typeface="Arial" panose="020B0604020202020204" pitchFamily="34" charset="0"/>
              </a:rPr>
              <a:t>Company Confidential © Capgemini 2026. All rights reserved  |</a:t>
            </a:r>
          </a:p>
        </p:txBody>
      </p:sp>
      <p:sp>
        <p:nvSpPr>
          <p:cNvPr id="7" name="Rectangle 43">
            <a:extLst>
              <a:ext uri="{FF2B5EF4-FFF2-40B4-BE49-F238E27FC236}">
                <a16:creationId xmlns:a16="http://schemas.microsoft.com/office/drawing/2014/main" id="{5A64C6D2-B9B0-18AF-749A-15AAED7E4993}"/>
              </a:ext>
            </a:extLst>
          </p:cNvPr>
          <p:cNvSpPr/>
          <p:nvPr userDrawn="1"/>
        </p:nvSpPr>
        <p:spPr>
          <a:xfrm>
            <a:off x="11645845" y="6517658"/>
            <a:ext cx="229203" cy="215444"/>
          </a:xfrm>
          <a:prstGeom prst="rect">
            <a:avLst/>
          </a:prstGeom>
        </p:spPr>
        <p:txBody>
          <a:bodyPr wrap="square" lIns="0" rIns="0">
            <a:spAutoFit/>
          </a:bodyPr>
          <a:lstStyle/>
          <a:p>
            <a:pPr algn="r"/>
            <a:fld id="{0502E5A9-B53C-401E-A0E0-4A359BB0A9E5}" type="slidenum">
              <a:rPr lang="en-US" sz="800" smtClean="0">
                <a:solidFill>
                  <a:schemeClr val="bg1">
                    <a:lumMod val="65000"/>
                  </a:schemeClr>
                </a:solidFill>
                <a:latin typeface="+mn-lt"/>
                <a:cs typeface="Arial" panose="020B0604020202020204" pitchFamily="34" charset="0"/>
              </a:rPr>
              <a:pPr algn="r"/>
              <a:t>‹#›</a:t>
            </a:fld>
            <a:endParaRPr lang="en-US" sz="800">
              <a:solidFill>
                <a:schemeClr val="bg1">
                  <a:lumMod val="65000"/>
                </a:schemeClr>
              </a:solidFill>
              <a:latin typeface="+mn-lt"/>
              <a:cs typeface="Arial" panose="020B0604020202020204" pitchFamily="34" charset="0"/>
            </a:endParaRPr>
          </a:p>
        </p:txBody>
      </p:sp>
    </p:spTree>
    <p:extLst>
      <p:ext uri="{BB962C8B-B14F-4D97-AF65-F5344CB8AC3E}">
        <p14:creationId xmlns:p14="http://schemas.microsoft.com/office/powerpoint/2010/main" val="2686777190"/>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Lst>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hf hdr="0"/>
  <p:txStyles>
    <p:titleStyle>
      <a:lvl1pPr marL="0" marR="0" indent="0" algn="l" defTabSz="914126" rtl="0" eaLnBrk="1" fontAlgn="auto" latinLnBrk="0" hangingPunct="1">
        <a:lnSpc>
          <a:spcPct val="90000"/>
        </a:lnSpc>
        <a:spcBef>
          <a:spcPct val="0"/>
        </a:spcBef>
        <a:spcAft>
          <a:spcPts val="0"/>
        </a:spcAft>
        <a:buClrTx/>
        <a:buSzTx/>
        <a:buFontTx/>
        <a:buNone/>
        <a:tabLst/>
        <a:defRPr kumimoji="0" lang="en-US" sz="2799" b="0" i="0" u="none" strike="noStrike" kern="1200" cap="none" spc="0" normalizeH="0" baseline="0" noProof="0" dirty="0">
          <a:ln>
            <a:noFill/>
          </a:ln>
          <a:solidFill>
            <a:schemeClr val="tx1"/>
          </a:solidFill>
          <a:effectLst/>
          <a:uLnTx/>
          <a:uFillTx/>
          <a:latin typeface="+mj-lt"/>
          <a:ea typeface="+mj-ea"/>
          <a:cs typeface="+mj-cs"/>
        </a:defRPr>
      </a:lvl1pPr>
    </p:titleStyle>
    <p:bodyStyle>
      <a:lvl1pPr marL="0" indent="0" algn="l" defTabSz="914126" rtl="0" eaLnBrk="1" latinLnBrk="0" hangingPunct="1">
        <a:lnSpc>
          <a:spcPct val="100000"/>
        </a:lnSpc>
        <a:spcBef>
          <a:spcPts val="600"/>
        </a:spcBef>
        <a:buFont typeface="Arial" panose="020B0604020202020204" pitchFamily="34" charset="0"/>
        <a:buNone/>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accent1"/>
        </a:buClr>
        <a:buFont typeface="Wingdings" panose="05000000000000000000" pitchFamily="2" charset="2"/>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Tx/>
        <a:buFont typeface="Arial" panose="020B0604020202020204" pitchFamily="34" charset="0"/>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Tx/>
        <a:buFont typeface="Verdana" panose="020B0604030504040204" pitchFamily="34" charset="0"/>
        <a:buChar char="‒"/>
        <a:tabLst/>
        <a:defRPr sz="12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Tx/>
        <a:buFont typeface="Arial" panose="020B0604020202020204" pitchFamily="34" charset="0"/>
        <a:buChar char="•"/>
        <a:defRPr sz="12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pt-PT"/>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8" orient="horz" pos="663">
          <p15:clr>
            <a:srgbClr val="F26B43"/>
          </p15:clr>
        </p15:guide>
        <p15:guide id="19" orient="horz" pos="4320">
          <p15:clr>
            <a:srgbClr val="F26B43"/>
          </p15:clr>
        </p15:guide>
        <p15:guide id="20" pos="257">
          <p15:clr>
            <a:srgbClr val="F26B43"/>
          </p15:clr>
        </p15:guide>
        <p15:guide id="21" pos="3840">
          <p15:clr>
            <a:srgbClr val="F26B43"/>
          </p15:clr>
        </p15:guide>
        <p15:guide id="22" pos="7423">
          <p15:clr>
            <a:srgbClr val="F26B43"/>
          </p15:clr>
        </p15:guide>
        <p15:guide id="23" orient="horz" pos="255">
          <p15:clr>
            <a:srgbClr val="F26B43"/>
          </p15:clr>
        </p15:guide>
        <p15:guide id="24" orient="horz" pos="1026">
          <p15:clr>
            <a:srgbClr val="F26B43"/>
          </p15:clr>
        </p15:guide>
        <p15:guide id="26" orient="horz" pos="4065">
          <p15:clr>
            <a:srgbClr val="F26B43"/>
          </p15:clr>
        </p15:guide>
        <p15:guide id="27" orient="horz" pos="89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44.xml"/></Relationships>
</file>

<file path=ppt/slides/_rels/slide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diagramLayout" Target="../diagrams/layout1.xml"/><Relationship Id="rId7" Type="http://schemas.openxmlformats.org/officeDocument/2006/relationships/image" Target="../media/image26.svg"/><Relationship Id="rId2" Type="http://schemas.openxmlformats.org/officeDocument/2006/relationships/diagramData" Target="../diagrams/data1.xml"/><Relationship Id="rId1" Type="http://schemas.openxmlformats.org/officeDocument/2006/relationships/slideLayout" Target="../slideLayouts/slideLayout16.xml"/><Relationship Id="rId6" Type="http://schemas.microsoft.com/office/2007/relationships/diagramDrawing" Target="../diagrams/drawing1.xml"/><Relationship Id="rId5" Type="http://schemas.openxmlformats.org/officeDocument/2006/relationships/diagramColors" Target="../diagrams/colors1.xml"/><Relationship Id="rId10" Type="http://schemas.openxmlformats.org/officeDocument/2006/relationships/image" Target="../media/image29.svg"/><Relationship Id="rId4" Type="http://schemas.openxmlformats.org/officeDocument/2006/relationships/diagramQuickStyle" Target="../diagrams/quickStyle1.xml"/><Relationship Id="rId9" Type="http://schemas.openxmlformats.org/officeDocument/2006/relationships/image" Target="../media/image28.svg"/></Relationships>
</file>

<file path=ppt/slides/_rels/slide4.xml.rels><?xml version="1.0" encoding="UTF-8" standalone="yes"?>
<Relationships xmlns="http://schemas.openxmlformats.org/package/2006/relationships"><Relationship Id="rId8" Type="http://schemas.openxmlformats.org/officeDocument/2006/relationships/image" Target="../media/image36.jpe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16.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0" Type="http://schemas.openxmlformats.org/officeDocument/2006/relationships/image" Target="../media/image38.png"/><Relationship Id="rId4" Type="http://schemas.openxmlformats.org/officeDocument/2006/relationships/image" Target="../media/image32.jpeg"/><Relationship Id="rId9" Type="http://schemas.openxmlformats.org/officeDocument/2006/relationships/image" Target="../media/image37.png"/></Relationships>
</file>

<file path=ppt/slides/_rels/slide5.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47.jpeg"/><Relationship Id="rId3" Type="http://schemas.openxmlformats.org/officeDocument/2006/relationships/image" Target="../media/image42.svg"/><Relationship Id="rId7" Type="http://schemas.openxmlformats.org/officeDocument/2006/relationships/image" Target="../media/image46.png"/><Relationship Id="rId2" Type="http://schemas.openxmlformats.org/officeDocument/2006/relationships/image" Target="../media/image31.png"/><Relationship Id="rId1" Type="http://schemas.openxmlformats.org/officeDocument/2006/relationships/slideLayout" Target="../slideLayouts/slideLayout16.xml"/><Relationship Id="rId6" Type="http://schemas.openxmlformats.org/officeDocument/2006/relationships/image" Target="../media/image45.png"/><Relationship Id="rId11" Type="http://schemas.openxmlformats.org/officeDocument/2006/relationships/image" Target="../media/image50.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svg"/><Relationship Id="rId9" Type="http://schemas.openxmlformats.org/officeDocument/2006/relationships/image" Target="../media/image48.png"/></Relationships>
</file>

<file path=ppt/slides/_rels/slide9.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8" Type="http://schemas.openxmlformats.org/officeDocument/2006/relationships/image" Target="../media/image58.jpeg"/><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image" Target="../media/image52.png"/><Relationship Id="rId1" Type="http://schemas.openxmlformats.org/officeDocument/2006/relationships/slideLayout" Target="../slideLayouts/slideLayout16.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11.xml.rels><?xml version="1.0" encoding="UTF-8" standalone="yes"?>
<Relationships xmlns="http://schemas.openxmlformats.org/package/2006/relationships"><Relationship Id="rId3" Type="http://schemas.openxmlformats.org/officeDocument/2006/relationships/hyperlink" Target="file:///C:\Users\rdashara\OneDrive%20-%20Capgemini\Desktop\ai_data\AskDB.mp4" TargetMode="External"/><Relationship Id="rId2" Type="http://schemas.openxmlformats.org/officeDocument/2006/relationships/hyperlink" Target="file:///C:\Users\rdashara\OneDrive%20-%20Capgemini\Desktop\ai_data\Databricks_Genie.mp4" TargetMode="Externa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image" Target="../media/image60.jpg"/><Relationship Id="rId1" Type="http://schemas.openxmlformats.org/officeDocument/2006/relationships/slideLayout" Target="../slideLayouts/slideLayout5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ity lights focused in magnifying glass">
            <a:extLst>
              <a:ext uri="{FF2B5EF4-FFF2-40B4-BE49-F238E27FC236}">
                <a16:creationId xmlns:a16="http://schemas.microsoft.com/office/drawing/2014/main" id="{C6E89C26-70F4-AFF7-6F6A-D1163E692F1B}"/>
              </a:ext>
            </a:extLst>
          </p:cNvPr>
          <p:cNvPicPr>
            <a:picLocks noChangeAspect="1"/>
          </p:cNvPicPr>
          <p:nvPr/>
        </p:nvPicPr>
        <p:blipFill>
          <a:blip r:embed="rId2"/>
          <a:stretch>
            <a:fillRect/>
          </a:stretch>
        </p:blipFill>
        <p:spPr>
          <a:xfrm>
            <a:off x="1" y="0"/>
            <a:ext cx="12188824" cy="6858000"/>
          </a:xfrm>
          <a:prstGeom prst="rect">
            <a:avLst/>
          </a:prstGeom>
        </p:spPr>
      </p:pic>
      <p:sp>
        <p:nvSpPr>
          <p:cNvPr id="18" name="Date Placeholder 2">
            <a:extLst>
              <a:ext uri="{FF2B5EF4-FFF2-40B4-BE49-F238E27FC236}">
                <a16:creationId xmlns:a16="http://schemas.microsoft.com/office/drawing/2014/main" id="{4E360583-02A7-6520-0B0B-A75C7D2FD87B}"/>
              </a:ext>
            </a:extLst>
          </p:cNvPr>
          <p:cNvSpPr>
            <a:spLocks noGrp="1"/>
          </p:cNvSpPr>
          <p:nvPr>
            <p:ph type="dt" sz="half" idx="24"/>
          </p:nvPr>
        </p:nvSpPr>
        <p:spPr>
          <a:xfrm>
            <a:off x="9807372" y="6650662"/>
            <a:ext cx="1830733" cy="123111"/>
          </a:xfrm>
        </p:spPr>
        <p:txBody>
          <a:bodyPr/>
          <a:lstStyle/>
          <a:p>
            <a:pPr>
              <a:spcBef>
                <a:spcPts val="1000"/>
              </a:spcBef>
            </a:pPr>
            <a:r>
              <a:rPr lang="en-IN"/>
              <a:t>Company Confidential © Capgemini 2026. All rights reserved.</a:t>
            </a:r>
            <a:endParaRPr lang="en-US"/>
          </a:p>
        </p:txBody>
      </p:sp>
      <p:sp>
        <p:nvSpPr>
          <p:cNvPr id="20" name="Footer Placeholder 3">
            <a:extLst>
              <a:ext uri="{FF2B5EF4-FFF2-40B4-BE49-F238E27FC236}">
                <a16:creationId xmlns:a16="http://schemas.microsoft.com/office/drawing/2014/main" id="{F1C93677-22C2-11AE-6605-7EFC6D132DD8}"/>
              </a:ext>
            </a:extLst>
          </p:cNvPr>
          <p:cNvSpPr>
            <a:spLocks noGrp="1"/>
          </p:cNvSpPr>
          <p:nvPr>
            <p:ph type="ftr" sz="quarter" idx="25"/>
          </p:nvPr>
        </p:nvSpPr>
        <p:spPr>
          <a:xfrm>
            <a:off x="550719" y="6650662"/>
            <a:ext cx="4715296" cy="123111"/>
          </a:xfrm>
        </p:spPr>
        <p:txBody>
          <a:bodyPr/>
          <a:lstStyle/>
          <a:p>
            <a:pPr>
              <a:spcBef>
                <a:spcPts val="1000"/>
              </a:spcBef>
            </a:pPr>
            <a:r>
              <a:rPr lang="en-US"/>
              <a:t>AI Data Copilot - AskData</a:t>
            </a:r>
            <a:endParaRPr lang="en-US" dirty="0"/>
          </a:p>
        </p:txBody>
      </p:sp>
      <p:sp>
        <p:nvSpPr>
          <p:cNvPr id="22" name="Slide Number Placeholder 4">
            <a:extLst>
              <a:ext uri="{FF2B5EF4-FFF2-40B4-BE49-F238E27FC236}">
                <a16:creationId xmlns:a16="http://schemas.microsoft.com/office/drawing/2014/main" id="{0F2E0C8D-E18D-E081-D0F2-4903D4AF9AA5}"/>
              </a:ext>
            </a:extLst>
          </p:cNvPr>
          <p:cNvSpPr>
            <a:spLocks noGrp="1"/>
          </p:cNvSpPr>
          <p:nvPr>
            <p:ph type="sldNum" sz="quarter" idx="26"/>
          </p:nvPr>
        </p:nvSpPr>
        <p:spPr>
          <a:xfrm>
            <a:off x="11775274" y="6650662"/>
            <a:ext cx="232604" cy="123111"/>
          </a:xfrm>
        </p:spPr>
        <p:txBody>
          <a:bodyPr/>
          <a:lstStyle/>
          <a:p>
            <a:pPr algn="r">
              <a:spcAft>
                <a:spcPts val="600"/>
              </a:spcAft>
            </a:pPr>
            <a:fld id="{5D9A5160-6218-4E5A-B9E6-B93E3DAE377C}" type="slidenum">
              <a:rPr lang="en-US" smtClean="0"/>
              <a:pPr algn="r">
                <a:spcAft>
                  <a:spcPts val="600"/>
                </a:spcAft>
              </a:pPr>
              <a:t>1</a:t>
            </a:fld>
            <a:endParaRPr lang="en-US"/>
          </a:p>
        </p:txBody>
      </p:sp>
      <p:sp>
        <p:nvSpPr>
          <p:cNvPr id="17" name="Text Placeholder 5">
            <a:extLst>
              <a:ext uri="{FF2B5EF4-FFF2-40B4-BE49-F238E27FC236}">
                <a16:creationId xmlns:a16="http://schemas.microsoft.com/office/drawing/2014/main" id="{0BB9434A-08FB-939B-7BE5-37268AA15EE0}"/>
              </a:ext>
            </a:extLst>
          </p:cNvPr>
          <p:cNvSpPr>
            <a:spLocks noGrp="1"/>
          </p:cNvSpPr>
          <p:nvPr>
            <p:ph type="body" sz="quarter" idx="22"/>
          </p:nvPr>
        </p:nvSpPr>
        <p:spPr>
          <a:xfrm>
            <a:off x="63228" y="3094880"/>
            <a:ext cx="5039768" cy="615553"/>
          </a:xfrm>
        </p:spPr>
        <p:txBody>
          <a:bodyPr/>
          <a:lstStyle/>
          <a:p>
            <a:r>
              <a:rPr lang="en-US" sz="2000" dirty="0">
                <a:solidFill>
                  <a:srgbClr val="002060"/>
                </a:solidFill>
              </a:rPr>
              <a:t>From Natural Language Questions to Actionable Business Insights</a:t>
            </a:r>
          </a:p>
        </p:txBody>
      </p:sp>
      <p:sp>
        <p:nvSpPr>
          <p:cNvPr id="19" name="Title 6">
            <a:extLst>
              <a:ext uri="{FF2B5EF4-FFF2-40B4-BE49-F238E27FC236}">
                <a16:creationId xmlns:a16="http://schemas.microsoft.com/office/drawing/2014/main" id="{CD0275B0-3893-94E3-32FF-D3C2EBF2F116}"/>
              </a:ext>
            </a:extLst>
          </p:cNvPr>
          <p:cNvSpPr>
            <a:spLocks noGrp="1"/>
          </p:cNvSpPr>
          <p:nvPr>
            <p:ph type="title"/>
          </p:nvPr>
        </p:nvSpPr>
        <p:spPr>
          <a:xfrm>
            <a:off x="64412" y="2009868"/>
            <a:ext cx="5039768" cy="930372"/>
          </a:xfrm>
        </p:spPr>
        <p:txBody>
          <a:bodyPr/>
          <a:lstStyle/>
          <a:p>
            <a:r>
              <a:rPr lang="en-IN" sz="3200" b="1" dirty="0">
                <a:solidFill>
                  <a:srgbClr val="002060"/>
                </a:solidFill>
              </a:rPr>
              <a:t>AI Data Platform - </a:t>
            </a:r>
            <a:r>
              <a:rPr lang="en-IN" sz="3200" b="1" dirty="0" err="1">
                <a:solidFill>
                  <a:srgbClr val="F59E0B"/>
                </a:solidFill>
              </a:rPr>
              <a:t>AskDB</a:t>
            </a:r>
            <a:endParaRPr lang="en-US" dirty="0">
              <a:solidFill>
                <a:srgbClr val="F59E0B"/>
              </a:solidFill>
            </a:endParaRPr>
          </a:p>
        </p:txBody>
      </p:sp>
    </p:spTree>
    <p:extLst>
      <p:ext uri="{BB962C8B-B14F-4D97-AF65-F5344CB8AC3E}">
        <p14:creationId xmlns:p14="http://schemas.microsoft.com/office/powerpoint/2010/main" val="4224207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D76767C0-85AD-77F9-2CDC-AD9589351CE4}"/>
              </a:ext>
            </a:extLst>
          </p:cNvPr>
          <p:cNvSpPr>
            <a:spLocks noGrp="1"/>
          </p:cNvSpPr>
          <p:nvPr>
            <p:ph type="pic" sz="quarter" idx="18"/>
          </p:nvPr>
        </p:nvSpPr>
        <p:spPr/>
        <p:txBody>
          <a:bodyPr/>
          <a:lstStyle/>
          <a:p>
            <a:endParaRPr lang="en-US"/>
          </a:p>
        </p:txBody>
      </p:sp>
      <p:sp>
        <p:nvSpPr>
          <p:cNvPr id="3" name="Date Placeholder 2">
            <a:extLst>
              <a:ext uri="{FF2B5EF4-FFF2-40B4-BE49-F238E27FC236}">
                <a16:creationId xmlns:a16="http://schemas.microsoft.com/office/drawing/2014/main" id="{1B84F830-B570-C703-3376-043EDECEB2DA}"/>
              </a:ext>
            </a:extLst>
          </p:cNvPr>
          <p:cNvSpPr>
            <a:spLocks noGrp="1"/>
          </p:cNvSpPr>
          <p:nvPr>
            <p:ph type="dt" sz="half" idx="36"/>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B50EDB7C-26C3-E7FA-9CF8-540D15EDF3AA}"/>
              </a:ext>
            </a:extLst>
          </p:cNvPr>
          <p:cNvSpPr>
            <a:spLocks noGrp="1"/>
          </p:cNvSpPr>
          <p:nvPr>
            <p:ph type="ftr" sz="quarter" idx="37"/>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247B3797-31E2-5B85-D2C7-DF4E789C69EE}"/>
              </a:ext>
            </a:extLst>
          </p:cNvPr>
          <p:cNvSpPr>
            <a:spLocks noGrp="1"/>
          </p:cNvSpPr>
          <p:nvPr>
            <p:ph type="sldNum" sz="quarter" idx="38"/>
          </p:nvPr>
        </p:nvSpPr>
        <p:spPr/>
        <p:txBody>
          <a:bodyPr/>
          <a:lstStyle/>
          <a:p>
            <a:pPr algn="r"/>
            <a:fld id="{5D9A5160-6218-4E5A-B9E6-B93E3DAE377C}" type="slidenum">
              <a:rPr lang="en-US" smtClean="0"/>
              <a:pPr algn="r"/>
              <a:t>2</a:t>
            </a:fld>
            <a:endParaRPr lang="en-US"/>
          </a:p>
        </p:txBody>
      </p:sp>
      <p:sp>
        <p:nvSpPr>
          <p:cNvPr id="6" name="Title 5">
            <a:extLst>
              <a:ext uri="{FF2B5EF4-FFF2-40B4-BE49-F238E27FC236}">
                <a16:creationId xmlns:a16="http://schemas.microsoft.com/office/drawing/2014/main" id="{C8F64BB0-9F0D-A60A-E36A-BEF1193BA1D6}"/>
              </a:ext>
            </a:extLst>
          </p:cNvPr>
          <p:cNvSpPr>
            <a:spLocks noGrp="1"/>
          </p:cNvSpPr>
          <p:nvPr>
            <p:ph type="title"/>
          </p:nvPr>
        </p:nvSpPr>
        <p:spPr>
          <a:xfrm>
            <a:off x="6598337" y="549274"/>
            <a:ext cx="5040953" cy="930372"/>
          </a:xfrm>
        </p:spPr>
        <p:txBody>
          <a:bodyPr/>
          <a:lstStyle/>
          <a:p>
            <a:pPr algn="ctr"/>
            <a:r>
              <a:rPr lang="en-IN" sz="3200" b="1">
                <a:solidFill>
                  <a:srgbClr val="0070C0"/>
                </a:solidFill>
              </a:rPr>
              <a:t>Agenda</a:t>
            </a:r>
            <a:endParaRPr lang="en-US"/>
          </a:p>
        </p:txBody>
      </p:sp>
      <p:pic>
        <p:nvPicPr>
          <p:cNvPr id="14" name="Picture 13" descr="Robot Reading Information Free Stock Photo - Public Domain Pictures">
            <a:extLst>
              <a:ext uri="{FF2B5EF4-FFF2-40B4-BE49-F238E27FC236}">
                <a16:creationId xmlns:a16="http://schemas.microsoft.com/office/drawing/2014/main" id="{AFAFF2AD-EB71-47FB-F44F-0F32AED79AB8}"/>
              </a:ext>
            </a:extLst>
          </p:cNvPr>
          <p:cNvPicPr>
            <a:picLocks noChangeAspect="1"/>
          </p:cNvPicPr>
          <p:nvPr/>
        </p:nvPicPr>
        <p:blipFill rotWithShape="1">
          <a:blip r:embed="rId3"/>
          <a:srcRect l="7934" t="327" r="60" b="327"/>
          <a:stretch>
            <a:fillRect/>
          </a:stretch>
        </p:blipFill>
        <p:spPr>
          <a:xfrm>
            <a:off x="-1" y="1"/>
            <a:ext cx="6351593" cy="6858000"/>
          </a:xfrm>
          <a:prstGeom prst="rect">
            <a:avLst/>
          </a:prstGeom>
        </p:spPr>
      </p:pic>
      <p:sp>
        <p:nvSpPr>
          <p:cNvPr id="15" name="Text Placeholder 1">
            <a:extLst>
              <a:ext uri="{FF2B5EF4-FFF2-40B4-BE49-F238E27FC236}">
                <a16:creationId xmlns:a16="http://schemas.microsoft.com/office/drawing/2014/main" id="{7AD63DC0-6641-898B-715C-F45BEBFF60B2}"/>
              </a:ext>
            </a:extLst>
          </p:cNvPr>
          <p:cNvSpPr txBox="1">
            <a:spLocks/>
          </p:cNvSpPr>
          <p:nvPr/>
        </p:nvSpPr>
        <p:spPr>
          <a:xfrm>
            <a:off x="7220822" y="1671247"/>
            <a:ext cx="3795982" cy="3704317"/>
          </a:xfrm>
          <a:prstGeom prst="rect">
            <a:avLst/>
          </a:prstGeom>
        </p:spPr>
        <p:txBody>
          <a:bodyPr>
            <a:normAutofit/>
          </a:bodyPr>
          <a:lstStyle>
            <a:lvl1pPr marL="0" marR="0" indent="0" algn="l" defTabSz="914126" rtl="0" eaLnBrk="1" fontAlgn="auto" latinLnBrk="0" hangingPunct="1">
              <a:lnSpc>
                <a:spcPct val="100000"/>
              </a:lnSpc>
              <a:spcBef>
                <a:spcPts val="1799"/>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
                <a:schemeClr val="accent1"/>
              </a:buClr>
              <a:buFont typeface="Arial" panose="020B0604020202020204" pitchFamily="34" charset="0"/>
              <a:buChar char="•"/>
              <a:tabLst/>
              <a:defRPr sz="14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
                <a:schemeClr val="accent2"/>
              </a:buClr>
              <a:buFont typeface="System Font Regular"/>
              <a:buChar char="-"/>
              <a:defRPr sz="14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285750" indent="-285750">
              <a:buClr>
                <a:schemeClr val="tx2"/>
              </a:buClr>
              <a:buFont typeface="Arial" panose="020B0604020202020204" pitchFamily="34" charset="0"/>
              <a:buChar char="•"/>
            </a:pPr>
            <a:r>
              <a:rPr lang="en-IN" sz="1600" b="1" dirty="0">
                <a:solidFill>
                  <a:schemeClr val="bg1"/>
                </a:solidFill>
              </a:rPr>
              <a:t>Business Problem</a:t>
            </a:r>
          </a:p>
          <a:p>
            <a:pPr marL="285750" indent="-285750">
              <a:buClr>
                <a:schemeClr val="tx2"/>
              </a:buClr>
              <a:buFont typeface="Arial" panose="020B0604020202020204" pitchFamily="34" charset="0"/>
              <a:buChar char="•"/>
            </a:pPr>
            <a:r>
              <a:rPr lang="en-IN" sz="1600" b="1" dirty="0">
                <a:solidFill>
                  <a:schemeClr val="bg1"/>
                </a:solidFill>
              </a:rPr>
              <a:t>Our Solution</a:t>
            </a:r>
          </a:p>
          <a:p>
            <a:pPr marL="285750" indent="-285750">
              <a:buClr>
                <a:schemeClr val="tx2"/>
              </a:buClr>
              <a:buFont typeface="Arial" panose="020B0604020202020204" pitchFamily="34" charset="0"/>
              <a:buChar char="•"/>
            </a:pPr>
            <a:r>
              <a:rPr lang="en-US" sz="1600" b="1" dirty="0">
                <a:solidFill>
                  <a:schemeClr val="bg1"/>
                </a:solidFill>
              </a:rPr>
              <a:t>Solution Framework</a:t>
            </a:r>
          </a:p>
          <a:p>
            <a:pPr marL="285750" indent="-285750">
              <a:buClr>
                <a:schemeClr val="tx2"/>
              </a:buClr>
              <a:buFont typeface="Arial" panose="020B0604020202020204" pitchFamily="34" charset="0"/>
              <a:buChar char="•"/>
            </a:pPr>
            <a:r>
              <a:rPr lang="en-US" sz="1600" b="1" dirty="0">
                <a:solidFill>
                  <a:schemeClr val="bg1"/>
                </a:solidFill>
              </a:rPr>
              <a:t>Implementation Framework</a:t>
            </a:r>
          </a:p>
          <a:p>
            <a:pPr marL="285750" indent="-285750">
              <a:buClr>
                <a:schemeClr val="tx2"/>
              </a:buClr>
              <a:buFont typeface="Arial" panose="020B0604020202020204" pitchFamily="34" charset="0"/>
              <a:buChar char="•"/>
            </a:pPr>
            <a:r>
              <a:rPr lang="en-US" sz="1600" b="1" dirty="0">
                <a:solidFill>
                  <a:schemeClr val="bg1"/>
                </a:solidFill>
              </a:rPr>
              <a:t>Key Features &amp; Comparison</a:t>
            </a:r>
          </a:p>
          <a:p>
            <a:pPr marL="285750" indent="-285750">
              <a:buClr>
                <a:schemeClr val="tx2"/>
              </a:buClr>
              <a:buFont typeface="Arial" panose="020B0604020202020204" pitchFamily="34" charset="0"/>
              <a:buChar char="•"/>
            </a:pPr>
            <a:r>
              <a:rPr lang="en-US" sz="1600" b="1" dirty="0">
                <a:solidFill>
                  <a:schemeClr val="bg1"/>
                </a:solidFill>
              </a:rPr>
              <a:t>Live Demo / Use Cases</a:t>
            </a:r>
          </a:p>
          <a:p>
            <a:pPr marL="285750" indent="-285750">
              <a:buClr>
                <a:schemeClr val="tx2"/>
              </a:buClr>
              <a:buFont typeface="Arial" panose="020B0604020202020204" pitchFamily="34" charset="0"/>
              <a:buChar char="•"/>
            </a:pPr>
            <a:r>
              <a:rPr lang="en-US" sz="1600" b="1" dirty="0">
                <a:solidFill>
                  <a:schemeClr val="bg1"/>
                </a:solidFill>
              </a:rPr>
              <a:t>Future Roadmap</a:t>
            </a:r>
          </a:p>
        </p:txBody>
      </p:sp>
    </p:spTree>
    <p:extLst>
      <p:ext uri="{BB962C8B-B14F-4D97-AF65-F5344CB8AC3E}">
        <p14:creationId xmlns:p14="http://schemas.microsoft.com/office/powerpoint/2010/main" val="33648553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8ACC3-ABA7-2001-1549-BD1CECF54A7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5CEC7FB-6F03-B094-7875-2935492711A8}"/>
              </a:ext>
            </a:extLst>
          </p:cNvPr>
          <p:cNvSpPr>
            <a:spLocks noGrp="1"/>
          </p:cNvSpPr>
          <p:nvPr>
            <p:ph type="title"/>
          </p:nvPr>
        </p:nvSpPr>
        <p:spPr>
          <a:xfrm>
            <a:off x="550387" y="53958"/>
            <a:ext cx="11088050" cy="930372"/>
          </a:xfrm>
        </p:spPr>
        <p:txBody>
          <a:bodyPr/>
          <a:lstStyle/>
          <a:p>
            <a:r>
              <a:rPr lang="en-IN" sz="3200" b="1">
                <a:solidFill>
                  <a:srgbClr val="0070C0"/>
                </a:solidFill>
              </a:rPr>
              <a:t>Business Problem</a:t>
            </a:r>
            <a:endParaRPr lang="en-US"/>
          </a:p>
        </p:txBody>
      </p:sp>
      <p:sp>
        <p:nvSpPr>
          <p:cNvPr id="92" name="Title 1">
            <a:extLst>
              <a:ext uri="{FF2B5EF4-FFF2-40B4-BE49-F238E27FC236}">
                <a16:creationId xmlns:a16="http://schemas.microsoft.com/office/drawing/2014/main" id="{17CA0F11-1560-1475-43C5-3A665E2A7FC1}"/>
              </a:ext>
            </a:extLst>
          </p:cNvPr>
          <p:cNvSpPr txBox="1">
            <a:spLocks/>
          </p:cNvSpPr>
          <p:nvPr/>
        </p:nvSpPr>
        <p:spPr>
          <a:xfrm>
            <a:off x="457200" y="274638"/>
            <a:ext cx="8229600" cy="1143000"/>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endParaRPr lang="en-US" sz="3599">
              <a:solidFill>
                <a:srgbClr val="0070C0"/>
              </a:solidFill>
            </a:endParaRPr>
          </a:p>
        </p:txBody>
      </p:sp>
      <p:graphicFrame>
        <p:nvGraphicFramePr>
          <p:cNvPr id="5" name="Diagram 4">
            <a:extLst>
              <a:ext uri="{FF2B5EF4-FFF2-40B4-BE49-F238E27FC236}">
                <a16:creationId xmlns:a16="http://schemas.microsoft.com/office/drawing/2014/main" id="{DFF6C56A-348C-12F8-D623-968FA11BC98D}"/>
              </a:ext>
            </a:extLst>
          </p:cNvPr>
          <p:cNvGraphicFramePr/>
          <p:nvPr>
            <p:extLst>
              <p:ext uri="{D42A27DB-BD31-4B8C-83A1-F6EECF244321}">
                <p14:modId xmlns:p14="http://schemas.microsoft.com/office/powerpoint/2010/main" val="1551424192"/>
              </p:ext>
            </p:extLst>
          </p:nvPr>
        </p:nvGraphicFramePr>
        <p:xfrm>
          <a:off x="380148" y="1799560"/>
          <a:ext cx="4513591" cy="437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Rounded Rectangle 5">
            <a:extLst>
              <a:ext uri="{FF2B5EF4-FFF2-40B4-BE49-F238E27FC236}">
                <a16:creationId xmlns:a16="http://schemas.microsoft.com/office/drawing/2014/main" id="{94295ABD-41F0-845E-C3CF-CE4BC9342778}"/>
              </a:ext>
            </a:extLst>
          </p:cNvPr>
          <p:cNvSpPr/>
          <p:nvPr/>
        </p:nvSpPr>
        <p:spPr>
          <a:xfrm>
            <a:off x="347009" y="1070778"/>
            <a:ext cx="5238000" cy="567540"/>
          </a:xfrm>
          <a:prstGeom prst="roundRect">
            <a:avLst/>
          </a:prstGeom>
          <a:solidFill>
            <a:srgbClr val="475569"/>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a:solidFill>
                  <a:schemeClr val="bg1"/>
                </a:solidFill>
              </a:rPr>
              <a:t>Current Workflow</a:t>
            </a:r>
          </a:p>
        </p:txBody>
      </p:sp>
      <p:sp>
        <p:nvSpPr>
          <p:cNvPr id="9" name="Rounded Rectangle 8">
            <a:extLst>
              <a:ext uri="{FF2B5EF4-FFF2-40B4-BE49-F238E27FC236}">
                <a16:creationId xmlns:a16="http://schemas.microsoft.com/office/drawing/2014/main" id="{0AAE6965-2ACF-9915-86AF-25A2DFB575FD}"/>
              </a:ext>
            </a:extLst>
          </p:cNvPr>
          <p:cNvSpPr/>
          <p:nvPr/>
        </p:nvSpPr>
        <p:spPr>
          <a:xfrm>
            <a:off x="6402209" y="1055441"/>
            <a:ext cx="5238000" cy="567540"/>
          </a:xfrm>
          <a:prstGeom prst="roundRect">
            <a:avLst/>
          </a:prstGeom>
          <a:solidFill>
            <a:srgbClr val="475569"/>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a:solidFill>
                  <a:schemeClr val="bg1"/>
                </a:solidFill>
              </a:rPr>
              <a:t>Current Problems</a:t>
            </a:r>
          </a:p>
        </p:txBody>
      </p:sp>
      <p:sp>
        <p:nvSpPr>
          <p:cNvPr id="2" name="Rounded Rectangular Callout 6">
            <a:extLst>
              <a:ext uri="{FF2B5EF4-FFF2-40B4-BE49-F238E27FC236}">
                <a16:creationId xmlns:a16="http://schemas.microsoft.com/office/drawing/2014/main" id="{08DC1CBB-B7BA-D97D-B27F-3F8C84261EA3}"/>
              </a:ext>
            </a:extLst>
          </p:cNvPr>
          <p:cNvSpPr/>
          <p:nvPr/>
        </p:nvSpPr>
        <p:spPr>
          <a:xfrm>
            <a:off x="6803107" y="1865037"/>
            <a:ext cx="1198666" cy="928109"/>
          </a:xfrm>
          <a:prstGeom prst="wedgeRoundRectCallout">
            <a:avLst>
              <a:gd name="adj1" fmla="val 92437"/>
              <a:gd name="adj2" fmla="val -12756"/>
              <a:gd name="adj3" fmla="val 16667"/>
            </a:avLst>
          </a:prstGeom>
          <a:solidFill>
            <a:schemeClr val="accent1"/>
          </a:solidFill>
          <a:ln w="25400" cap="flat" cmpd="sng" algn="ctr">
            <a:noFill/>
            <a:prstDash val="solid"/>
          </a:ln>
          <a:effectLst/>
        </p:spPr>
        <p:txBody>
          <a:bodyPr wrap="square" lIns="0" tIns="0" rIns="0" bIns="0" rtlCol="0" anchor="ctr"/>
          <a:ls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rgbClr val="FFFFFF"/>
                </a:solidFill>
                <a:effectLst/>
                <a:uLnTx/>
                <a:uFillTx/>
                <a:latin typeface="Segoe UI"/>
                <a:ea typeface="+mn-ea"/>
                <a:cs typeface="+mn-cs"/>
              </a:rPr>
              <a:t>“I don’t know how to use SQL”</a:t>
            </a:r>
          </a:p>
        </p:txBody>
      </p:sp>
      <p:sp>
        <p:nvSpPr>
          <p:cNvPr id="7" name="Oval Callout 15">
            <a:extLst>
              <a:ext uri="{FF2B5EF4-FFF2-40B4-BE49-F238E27FC236}">
                <a16:creationId xmlns:a16="http://schemas.microsoft.com/office/drawing/2014/main" id="{491A2F4E-3B98-9411-4705-D47362788264}"/>
              </a:ext>
            </a:extLst>
          </p:cNvPr>
          <p:cNvSpPr/>
          <p:nvPr/>
        </p:nvSpPr>
        <p:spPr>
          <a:xfrm>
            <a:off x="8106997" y="2781300"/>
            <a:ext cx="1676400" cy="1295400"/>
          </a:xfrm>
          <a:prstGeom prst="wedgeEllipseCallout">
            <a:avLst>
              <a:gd name="adj1" fmla="val 43861"/>
              <a:gd name="adj2" fmla="val -80318"/>
            </a:avLst>
          </a:prstGeom>
          <a:solidFill>
            <a:srgbClr val="95E616"/>
          </a:solidFill>
          <a:ln w="25400" cap="flat" cmpd="sng" algn="ctr">
            <a:noFill/>
            <a:prstDash val="solid"/>
          </a:ln>
          <a:effectLst/>
        </p:spPr>
        <p:txBody>
          <a:bodyPr wrap="square" lIns="0" tIns="0" rIns="0" bIns="0" rtlCol="0" anchor="ctr"/>
          <a:ls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rgbClr val="463A45"/>
                </a:solidFill>
                <a:effectLst/>
                <a:uLnTx/>
                <a:uFillTx/>
                <a:latin typeface="Segoe UI"/>
                <a:ea typeface="+mn-ea"/>
                <a:cs typeface="Arial" charset="0"/>
              </a:rPr>
              <a:t>“…Data team, when will I get my answers”, “How long will you take?”</a:t>
            </a:r>
            <a:endParaRPr kumimoji="0" lang="en-US" sz="1200" b="0" i="0" u="none" strike="noStrike" kern="0" cap="none" spc="0" normalizeH="0" baseline="0" noProof="0">
              <a:ln>
                <a:noFill/>
              </a:ln>
              <a:solidFill>
                <a:srgbClr val="FFFFFF"/>
              </a:solidFill>
              <a:effectLst/>
              <a:uLnTx/>
              <a:uFillTx/>
              <a:latin typeface="Segoe UI"/>
              <a:ea typeface="+mn-ea"/>
              <a:cs typeface="+mn-cs"/>
            </a:endParaRPr>
          </a:p>
        </p:txBody>
      </p:sp>
      <p:sp>
        <p:nvSpPr>
          <p:cNvPr id="10" name="Rectangular Callout 4">
            <a:extLst>
              <a:ext uri="{FF2B5EF4-FFF2-40B4-BE49-F238E27FC236}">
                <a16:creationId xmlns:a16="http://schemas.microsoft.com/office/drawing/2014/main" id="{92040C23-2C8C-732F-C892-05A902279B6B}"/>
              </a:ext>
            </a:extLst>
          </p:cNvPr>
          <p:cNvSpPr/>
          <p:nvPr/>
        </p:nvSpPr>
        <p:spPr>
          <a:xfrm>
            <a:off x="10357726" y="5383684"/>
            <a:ext cx="1738200" cy="1367397"/>
          </a:xfrm>
          <a:prstGeom prst="wedgeRectCallout">
            <a:avLst>
              <a:gd name="adj1" fmla="val -39148"/>
              <a:gd name="adj2" fmla="val -77873"/>
            </a:avLst>
          </a:prstGeom>
          <a:solidFill>
            <a:schemeClr val="accent1">
              <a:lumMod val="50000"/>
            </a:schemeClr>
          </a:solidFill>
          <a:ln w="25400" cap="flat" cmpd="sng" algn="ctr">
            <a:noFill/>
            <a:prstDash val="solid"/>
          </a:ln>
          <a:effectLst/>
        </p:spPr>
        <p:txBody>
          <a:bodyPr wrap="square" lIns="9144" tIns="0" rIns="9144" bIns="0" rtlCol="0" anchor="ctr"/>
          <a:ls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200" b="0" i="0" u="none" strike="noStrike" kern="0" cap="none" spc="0" normalizeH="0" baseline="0" noProof="0">
                <a:ln>
                  <a:noFill/>
                </a:ln>
                <a:solidFill>
                  <a:srgbClr val="FFFFFF"/>
                </a:solidFill>
                <a:effectLst/>
                <a:uLnTx/>
                <a:uFillTx/>
                <a:latin typeface="Segoe UI"/>
                <a:ea typeface="+mn-ea"/>
                <a:cs typeface="Arial" charset="0"/>
              </a:rPr>
              <a:t>“Hey… I got the same request from another business analyst”</a:t>
            </a:r>
            <a:endParaRPr kumimoji="0" lang="en-US" sz="1200" b="0" i="0" u="none" strike="noStrike" kern="0" cap="none" spc="0" normalizeH="0" baseline="0" noProof="0">
              <a:ln>
                <a:noFill/>
              </a:ln>
              <a:solidFill>
                <a:srgbClr val="FFFFFF"/>
              </a:solidFill>
              <a:effectLst/>
              <a:uLnTx/>
              <a:uFillTx/>
              <a:latin typeface="Segoe UI"/>
              <a:ea typeface="+mn-ea"/>
              <a:cs typeface="+mn-cs"/>
            </a:endParaRPr>
          </a:p>
        </p:txBody>
      </p:sp>
      <p:sp>
        <p:nvSpPr>
          <p:cNvPr id="16" name="Cloud Callout 12">
            <a:extLst>
              <a:ext uri="{FF2B5EF4-FFF2-40B4-BE49-F238E27FC236}">
                <a16:creationId xmlns:a16="http://schemas.microsoft.com/office/drawing/2014/main" id="{C56682AA-FA2E-6973-3513-6F2B2B265040}"/>
              </a:ext>
            </a:extLst>
          </p:cNvPr>
          <p:cNvSpPr/>
          <p:nvPr/>
        </p:nvSpPr>
        <p:spPr>
          <a:xfrm>
            <a:off x="9816795" y="2578536"/>
            <a:ext cx="1950434" cy="1367405"/>
          </a:xfrm>
          <a:prstGeom prst="cloudCallout">
            <a:avLst>
              <a:gd name="adj1" fmla="val -39368"/>
              <a:gd name="adj2" fmla="val -58801"/>
            </a:avLst>
          </a:prstGeom>
          <a:solidFill>
            <a:srgbClr val="88D5ED"/>
          </a:solidFill>
          <a:ln w="25400" cap="flat" cmpd="sng" algn="ctr">
            <a:noFill/>
            <a:prstDash val="solid"/>
          </a:ln>
          <a:effectLst/>
        </p:spPr>
        <p:txBody>
          <a:bodyPr wrap="square" lIns="0" tIns="0" rIns="0" bIns="0" rtlCol="0" anchor="ctr"/>
          <a:ls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prstClr val="black"/>
                </a:solidFill>
                <a:effectLst/>
                <a:uLnTx/>
                <a:uFillTx/>
                <a:latin typeface="Segoe UI"/>
                <a:ea typeface="+mn-ea"/>
                <a:cs typeface="+mn-cs"/>
              </a:rPr>
              <a:t>“…oh! Are there multiple sources of truth?”</a:t>
            </a:r>
          </a:p>
        </p:txBody>
      </p:sp>
      <p:sp>
        <p:nvSpPr>
          <p:cNvPr id="17" name="Cloud Callout 12">
            <a:extLst>
              <a:ext uri="{FF2B5EF4-FFF2-40B4-BE49-F238E27FC236}">
                <a16:creationId xmlns:a16="http://schemas.microsoft.com/office/drawing/2014/main" id="{69E7FD81-E09F-A862-D00C-8EE044EFA24B}"/>
              </a:ext>
            </a:extLst>
          </p:cNvPr>
          <p:cNvSpPr/>
          <p:nvPr/>
        </p:nvSpPr>
        <p:spPr>
          <a:xfrm>
            <a:off x="8001773" y="5469092"/>
            <a:ext cx="1949926" cy="1367049"/>
          </a:xfrm>
          <a:prstGeom prst="cloudCallout">
            <a:avLst>
              <a:gd name="adj1" fmla="val 58778"/>
              <a:gd name="adj2" fmla="val -89944"/>
            </a:avLst>
          </a:prstGeom>
          <a:solidFill>
            <a:srgbClr val="88D5ED"/>
          </a:solidFill>
          <a:ln w="25400" cap="flat" cmpd="sng" algn="ctr">
            <a:noFill/>
            <a:prstDash val="solid"/>
          </a:ln>
          <a:effectLst/>
        </p:spPr>
        <p:txBody>
          <a:bodyPr wrap="square" lIns="0" tIns="0" rIns="0" bIns="0" rtlCol="0" anchor="ctr"/>
          <a:ls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126">
              <a:defRPr/>
            </a:pPr>
            <a:r>
              <a:rPr lang="en-US" sz="1200" kern="0">
                <a:solidFill>
                  <a:prstClr val="black"/>
                </a:solidFill>
                <a:latin typeface="Segoe UI"/>
              </a:rPr>
              <a:t>“This is too much to process, can’t manage alone”</a:t>
            </a:r>
          </a:p>
        </p:txBody>
      </p:sp>
      <p:sp>
        <p:nvSpPr>
          <p:cNvPr id="19" name="Oval Callout 15">
            <a:extLst>
              <a:ext uri="{FF2B5EF4-FFF2-40B4-BE49-F238E27FC236}">
                <a16:creationId xmlns:a16="http://schemas.microsoft.com/office/drawing/2014/main" id="{8B3B3B50-1EC8-F585-FF8B-789EB6D2905B}"/>
              </a:ext>
            </a:extLst>
          </p:cNvPr>
          <p:cNvSpPr/>
          <p:nvPr/>
        </p:nvSpPr>
        <p:spPr>
          <a:xfrm>
            <a:off x="5735411" y="5401632"/>
            <a:ext cx="1676400" cy="1295400"/>
          </a:xfrm>
          <a:prstGeom prst="wedgeEllipseCallout">
            <a:avLst>
              <a:gd name="adj1" fmla="val 54644"/>
              <a:gd name="adj2" fmla="val -101658"/>
            </a:avLst>
          </a:prstGeom>
          <a:solidFill>
            <a:srgbClr val="95E616"/>
          </a:solidFill>
          <a:ln w="25400" cap="flat" cmpd="sng" algn="ctr">
            <a:noFill/>
            <a:prstDash val="solid"/>
          </a:ln>
          <a:effectLst/>
        </p:spPr>
        <p:txBody>
          <a:bodyPr wrap="square" lIns="0" tIns="0" rIns="0" bIns="0" rtlCol="0" anchor="ctr"/>
          <a:ls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rgbClr val="463A45"/>
                </a:solidFill>
                <a:effectLst/>
                <a:uLnTx/>
                <a:uFillTx/>
                <a:latin typeface="Segoe UI"/>
                <a:ea typeface="+mn-ea"/>
                <a:cs typeface="Arial" charset="0"/>
              </a:rPr>
              <a:t>“I don’t know what you mean by FTR, pls explain”</a:t>
            </a:r>
            <a:endParaRPr kumimoji="0" lang="en-US" sz="1200" b="0" i="0" u="none" strike="noStrike" kern="0" cap="none" spc="0" normalizeH="0" baseline="0" noProof="0">
              <a:ln>
                <a:noFill/>
              </a:ln>
              <a:solidFill>
                <a:srgbClr val="FFFFFF"/>
              </a:solidFill>
              <a:effectLst/>
              <a:uLnTx/>
              <a:uFillTx/>
              <a:latin typeface="Segoe UI"/>
              <a:ea typeface="+mn-ea"/>
              <a:cs typeface="+mn-cs"/>
            </a:endParaRPr>
          </a:p>
        </p:txBody>
      </p:sp>
      <p:pic>
        <p:nvPicPr>
          <p:cNvPr id="21" name="Graphic 20" descr="Sunglasses face outline with solid fill">
            <a:extLst>
              <a:ext uri="{FF2B5EF4-FFF2-40B4-BE49-F238E27FC236}">
                <a16:creationId xmlns:a16="http://schemas.microsoft.com/office/drawing/2014/main" id="{01183295-852D-E1C6-8C22-272DC4F18FF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421179" y="1638318"/>
            <a:ext cx="914400" cy="914400"/>
          </a:xfrm>
          <a:prstGeom prst="rect">
            <a:avLst/>
          </a:prstGeom>
        </p:spPr>
      </p:pic>
      <p:pic>
        <p:nvPicPr>
          <p:cNvPr id="23" name="Graphic 22" descr="Confused face outline outline">
            <a:extLst>
              <a:ext uri="{FF2B5EF4-FFF2-40B4-BE49-F238E27FC236}">
                <a16:creationId xmlns:a16="http://schemas.microsoft.com/office/drawing/2014/main" id="{94E5DB28-5FC5-178F-65E1-0879F566961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092856" y="4207612"/>
            <a:ext cx="914400" cy="914400"/>
          </a:xfrm>
          <a:prstGeom prst="rect">
            <a:avLst/>
          </a:prstGeom>
        </p:spPr>
      </p:pic>
      <p:pic>
        <p:nvPicPr>
          <p:cNvPr id="24" name="Graphic 23" descr="Sunglasses face outline with solid fill">
            <a:extLst>
              <a:ext uri="{FF2B5EF4-FFF2-40B4-BE49-F238E27FC236}">
                <a16:creationId xmlns:a16="http://schemas.microsoft.com/office/drawing/2014/main" id="{ABAFBB1A-E8CB-1C0D-8273-CB99416CCFC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464784" y="1611054"/>
            <a:ext cx="914400" cy="914400"/>
          </a:xfrm>
          <a:prstGeom prst="rect">
            <a:avLst/>
          </a:prstGeom>
        </p:spPr>
      </p:pic>
      <p:pic>
        <p:nvPicPr>
          <p:cNvPr id="26" name="Graphic 25" descr="Worried face with solid fill with solid fill">
            <a:extLst>
              <a:ext uri="{FF2B5EF4-FFF2-40B4-BE49-F238E27FC236}">
                <a16:creationId xmlns:a16="http://schemas.microsoft.com/office/drawing/2014/main" id="{8AD6D0C3-DA2C-2466-4B10-AA7ADC32F13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291199" y="4182857"/>
            <a:ext cx="914400" cy="914400"/>
          </a:xfrm>
          <a:prstGeom prst="rect">
            <a:avLst/>
          </a:prstGeom>
        </p:spPr>
      </p:pic>
      <p:cxnSp>
        <p:nvCxnSpPr>
          <p:cNvPr id="28" name="Straight Connector 27">
            <a:extLst>
              <a:ext uri="{FF2B5EF4-FFF2-40B4-BE49-F238E27FC236}">
                <a16:creationId xmlns:a16="http://schemas.microsoft.com/office/drawing/2014/main" id="{EF79BE66-69B9-CBCD-6C49-EC3464793831}"/>
              </a:ext>
            </a:extLst>
          </p:cNvPr>
          <p:cNvCxnSpPr>
            <a:cxnSpLocks/>
          </p:cNvCxnSpPr>
          <p:nvPr/>
        </p:nvCxnSpPr>
        <p:spPr>
          <a:xfrm>
            <a:off x="6402209" y="4207612"/>
            <a:ext cx="5238000" cy="23855"/>
          </a:xfrm>
          <a:prstGeom prst="line">
            <a:avLst/>
          </a:prstGeom>
          <a:ln>
            <a:prstDash val="sysDash"/>
          </a:ln>
        </p:spPr>
        <p:style>
          <a:lnRef idx="3">
            <a:schemeClr val="accent1"/>
          </a:lnRef>
          <a:fillRef idx="0">
            <a:schemeClr val="accent1"/>
          </a:fillRef>
          <a:effectRef idx="2">
            <a:schemeClr val="accent1"/>
          </a:effectRef>
          <a:fontRef idx="minor">
            <a:schemeClr val="tx1"/>
          </a:fontRef>
        </p:style>
      </p:cxnSp>
      <p:sp>
        <p:nvSpPr>
          <p:cNvPr id="30" name="TextBox 29">
            <a:extLst>
              <a:ext uri="{FF2B5EF4-FFF2-40B4-BE49-F238E27FC236}">
                <a16:creationId xmlns:a16="http://schemas.microsoft.com/office/drawing/2014/main" id="{6A411B8E-CE15-4146-E779-F2670820657E}"/>
              </a:ext>
            </a:extLst>
          </p:cNvPr>
          <p:cNvSpPr txBox="1"/>
          <p:nvPr/>
        </p:nvSpPr>
        <p:spPr>
          <a:xfrm>
            <a:off x="6636198" y="2969987"/>
            <a:ext cx="1551225" cy="309958"/>
          </a:xfrm>
          <a:prstGeom prst="rect">
            <a:avLst/>
          </a:prstGeom>
          <a:noFill/>
        </p:spPr>
        <p:txBody>
          <a:bodyPr vert="horz" wrap="square" lIns="90000" tIns="46800" rIns="90000" bIns="46800" rtlCol="0" anchor="ctr">
            <a:spAutoFit/>
          </a:bodyPr>
          <a:lstStyle/>
          <a:p>
            <a:pPr algn="l">
              <a:spcBef>
                <a:spcPct val="0"/>
              </a:spcBef>
            </a:pPr>
            <a:r>
              <a:rPr lang="en-US" sz="1400">
                <a:solidFill>
                  <a:schemeClr val="bg1"/>
                </a:solidFill>
              </a:rPr>
              <a:t>Leadership Layer</a:t>
            </a:r>
          </a:p>
        </p:txBody>
      </p:sp>
      <p:sp>
        <p:nvSpPr>
          <p:cNvPr id="31" name="TextBox 30">
            <a:extLst>
              <a:ext uri="{FF2B5EF4-FFF2-40B4-BE49-F238E27FC236}">
                <a16:creationId xmlns:a16="http://schemas.microsoft.com/office/drawing/2014/main" id="{C896F756-89D3-9002-2D8F-53EE23B75BC8}"/>
              </a:ext>
            </a:extLst>
          </p:cNvPr>
          <p:cNvSpPr txBox="1"/>
          <p:nvPr/>
        </p:nvSpPr>
        <p:spPr>
          <a:xfrm>
            <a:off x="8519580" y="4448535"/>
            <a:ext cx="1087455" cy="309958"/>
          </a:xfrm>
          <a:prstGeom prst="rect">
            <a:avLst/>
          </a:prstGeom>
          <a:noFill/>
        </p:spPr>
        <p:txBody>
          <a:bodyPr vert="horz" wrap="none" lIns="90000" tIns="46800" rIns="90000" bIns="46800" rtlCol="0" anchor="ctr">
            <a:spAutoFit/>
          </a:bodyPr>
          <a:lstStyle/>
          <a:p>
            <a:pPr algn="l">
              <a:spcBef>
                <a:spcPct val="0"/>
              </a:spcBef>
            </a:pPr>
            <a:r>
              <a:rPr lang="en-US" sz="1400">
                <a:solidFill>
                  <a:schemeClr val="bg1"/>
                </a:solidFill>
              </a:rPr>
              <a:t>Analyst/DE</a:t>
            </a:r>
          </a:p>
        </p:txBody>
      </p:sp>
      <p:sp>
        <p:nvSpPr>
          <p:cNvPr id="33" name="Striped Right Arrow 32">
            <a:extLst>
              <a:ext uri="{FF2B5EF4-FFF2-40B4-BE49-F238E27FC236}">
                <a16:creationId xmlns:a16="http://schemas.microsoft.com/office/drawing/2014/main" id="{43821248-B8EF-6E1B-87A7-4C6A35F8B18A}"/>
              </a:ext>
            </a:extLst>
          </p:cNvPr>
          <p:cNvSpPr/>
          <p:nvPr/>
        </p:nvSpPr>
        <p:spPr>
          <a:xfrm>
            <a:off x="457199" y="6081470"/>
            <a:ext cx="4031673" cy="484632"/>
          </a:xfrm>
          <a:prstGeom prst="stripedRightArrow">
            <a:avLst/>
          </a:prstGeom>
          <a:gradFill>
            <a:gsLst>
              <a:gs pos="100000">
                <a:srgbClr val="FF0000"/>
              </a:gs>
              <a:gs pos="0">
                <a:srgbClr val="00B050"/>
              </a:gs>
              <a:gs pos="50000">
                <a:schemeClr val="accent1">
                  <a:lumMod val="45000"/>
                  <a:lumOff val="55000"/>
                </a:schemeClr>
              </a:gs>
            </a:gsLst>
            <a:lin ang="0" scaled="1"/>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a:solidFill>
                  <a:schemeClr val="tx1"/>
                </a:solidFill>
              </a:rPr>
              <a:t>Turn around time</a:t>
            </a:r>
          </a:p>
        </p:txBody>
      </p:sp>
      <p:cxnSp>
        <p:nvCxnSpPr>
          <p:cNvPr id="35" name="Straight Arrow Connector 34">
            <a:extLst>
              <a:ext uri="{FF2B5EF4-FFF2-40B4-BE49-F238E27FC236}">
                <a16:creationId xmlns:a16="http://schemas.microsoft.com/office/drawing/2014/main" id="{572BDBD9-CB50-4964-FB11-D48D5EABAC63}"/>
              </a:ext>
            </a:extLst>
          </p:cNvPr>
          <p:cNvCxnSpPr>
            <a:cxnSpLocks/>
          </p:cNvCxnSpPr>
          <p:nvPr/>
        </p:nvCxnSpPr>
        <p:spPr>
          <a:xfrm flipH="1">
            <a:off x="7198950" y="3889899"/>
            <a:ext cx="6352" cy="815929"/>
          </a:xfrm>
          <a:prstGeom prst="straightConnector1">
            <a:avLst/>
          </a:prstGeom>
          <a:ln w="127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BEA37F9-6936-CF4C-FAE0-A3CF9EC7C03A}"/>
              </a:ext>
            </a:extLst>
          </p:cNvPr>
          <p:cNvCxnSpPr>
            <a:cxnSpLocks/>
          </p:cNvCxnSpPr>
          <p:nvPr/>
        </p:nvCxnSpPr>
        <p:spPr>
          <a:xfrm flipH="1">
            <a:off x="8249542" y="3889899"/>
            <a:ext cx="6352" cy="815929"/>
          </a:xfrm>
          <a:prstGeom prst="straightConnector1">
            <a:avLst/>
          </a:prstGeom>
          <a:ln w="127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C370B2FF-3A8B-3461-C2BF-CE9DC4545BCF}"/>
              </a:ext>
            </a:extLst>
          </p:cNvPr>
          <p:cNvCxnSpPr>
            <a:cxnSpLocks/>
          </p:cNvCxnSpPr>
          <p:nvPr/>
        </p:nvCxnSpPr>
        <p:spPr>
          <a:xfrm flipH="1">
            <a:off x="9646559" y="3889899"/>
            <a:ext cx="6352" cy="815929"/>
          </a:xfrm>
          <a:prstGeom prst="straightConnector1">
            <a:avLst/>
          </a:prstGeom>
          <a:ln w="127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BCCA1B2A-FCE6-253D-9B6D-2B593C399CDB}"/>
              </a:ext>
            </a:extLst>
          </p:cNvPr>
          <p:cNvCxnSpPr>
            <a:cxnSpLocks/>
          </p:cNvCxnSpPr>
          <p:nvPr/>
        </p:nvCxnSpPr>
        <p:spPr>
          <a:xfrm flipH="1">
            <a:off x="11297819" y="3889899"/>
            <a:ext cx="6352" cy="815929"/>
          </a:xfrm>
          <a:prstGeom prst="straightConnector1">
            <a:avLst/>
          </a:prstGeom>
          <a:ln w="127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16073336-63B1-6ADB-0F7B-8EE666BF0694}"/>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8" name="Footer Placeholder 7">
            <a:extLst>
              <a:ext uri="{FF2B5EF4-FFF2-40B4-BE49-F238E27FC236}">
                <a16:creationId xmlns:a16="http://schemas.microsoft.com/office/drawing/2014/main" id="{61F408C4-6BD2-E5E0-894F-DC6F382D6C56}"/>
              </a:ext>
            </a:extLst>
          </p:cNvPr>
          <p:cNvSpPr>
            <a:spLocks noGrp="1"/>
          </p:cNvSpPr>
          <p:nvPr>
            <p:ph type="ftr" sz="quarter" idx="11"/>
          </p:nvPr>
        </p:nvSpPr>
        <p:spPr/>
        <p:txBody>
          <a:bodyPr/>
          <a:lstStyle/>
          <a:p>
            <a:pPr>
              <a:spcBef>
                <a:spcPts val="1000"/>
              </a:spcBef>
            </a:pPr>
            <a:r>
              <a:rPr lang="en-US"/>
              <a:t>AI Data Copilot - AskData</a:t>
            </a:r>
          </a:p>
        </p:txBody>
      </p:sp>
      <p:sp>
        <p:nvSpPr>
          <p:cNvPr id="11" name="Slide Number Placeholder 10">
            <a:extLst>
              <a:ext uri="{FF2B5EF4-FFF2-40B4-BE49-F238E27FC236}">
                <a16:creationId xmlns:a16="http://schemas.microsoft.com/office/drawing/2014/main" id="{FE10D994-83F5-D07A-416B-B07B80C9F042}"/>
              </a:ext>
            </a:extLst>
          </p:cNvPr>
          <p:cNvSpPr>
            <a:spLocks noGrp="1"/>
          </p:cNvSpPr>
          <p:nvPr>
            <p:ph type="sldNum" sz="quarter" idx="12"/>
          </p:nvPr>
        </p:nvSpPr>
        <p:spPr/>
        <p:txBody>
          <a:bodyPr/>
          <a:lstStyle/>
          <a:p>
            <a:pPr algn="r"/>
            <a:fld id="{5D9A5160-6218-4E5A-B9E6-B93E3DAE377C}" type="slidenum">
              <a:rPr lang="en-US" smtClean="0"/>
              <a:pPr algn="r"/>
              <a:t>3</a:t>
            </a:fld>
            <a:endParaRPr lang="en-US"/>
          </a:p>
        </p:txBody>
      </p:sp>
    </p:spTree>
    <p:extLst>
      <p:ext uri="{BB962C8B-B14F-4D97-AF65-F5344CB8AC3E}">
        <p14:creationId xmlns:p14="http://schemas.microsoft.com/office/powerpoint/2010/main" val="3940423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61E08F7-7DA0-1174-4BC6-272D6DDBBC66}"/>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13CBA644-85DD-318B-1A1E-06E9909DC8DD}"/>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7CA38FAF-583A-DA76-32D8-9284A115BFF0}"/>
              </a:ext>
            </a:extLst>
          </p:cNvPr>
          <p:cNvSpPr>
            <a:spLocks noGrp="1"/>
          </p:cNvSpPr>
          <p:nvPr>
            <p:ph type="sldNum" sz="quarter" idx="12"/>
          </p:nvPr>
        </p:nvSpPr>
        <p:spPr/>
        <p:txBody>
          <a:bodyPr/>
          <a:lstStyle/>
          <a:p>
            <a:pPr algn="r"/>
            <a:fld id="{5D9A5160-6218-4E5A-B9E6-B93E3DAE377C}" type="slidenum">
              <a:rPr lang="en-US" smtClean="0"/>
              <a:pPr algn="r"/>
              <a:t>4</a:t>
            </a:fld>
            <a:endParaRPr lang="en-US"/>
          </a:p>
        </p:txBody>
      </p:sp>
      <p:sp>
        <p:nvSpPr>
          <p:cNvPr id="6" name="Pie 5">
            <a:extLst>
              <a:ext uri="{FF2B5EF4-FFF2-40B4-BE49-F238E27FC236}">
                <a16:creationId xmlns:a16="http://schemas.microsoft.com/office/drawing/2014/main" id="{A82BD479-2E94-544F-23F2-D9D74EB49A9A}"/>
              </a:ext>
            </a:extLst>
          </p:cNvPr>
          <p:cNvSpPr>
            <a:spLocks noChangeAspect="1"/>
          </p:cNvSpPr>
          <p:nvPr/>
        </p:nvSpPr>
        <p:spPr>
          <a:xfrm rot="16200000">
            <a:off x="9383663" y="3263138"/>
            <a:ext cx="884005" cy="884005"/>
          </a:xfrm>
          <a:prstGeom prst="pie">
            <a:avLst/>
          </a:prstGeom>
          <a:solidFill>
            <a:srgbClr val="177B36"/>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7" name="Pie 6">
            <a:extLst>
              <a:ext uri="{FF2B5EF4-FFF2-40B4-BE49-F238E27FC236}">
                <a16:creationId xmlns:a16="http://schemas.microsoft.com/office/drawing/2014/main" id="{833239A7-F3A4-544D-1905-2C27F1AA5C75}"/>
              </a:ext>
            </a:extLst>
          </p:cNvPr>
          <p:cNvSpPr>
            <a:spLocks noChangeAspect="1"/>
          </p:cNvSpPr>
          <p:nvPr/>
        </p:nvSpPr>
        <p:spPr>
          <a:xfrm rot="5400000">
            <a:off x="1854149" y="3696817"/>
            <a:ext cx="900000" cy="900000"/>
          </a:xfrm>
          <a:prstGeom prst="pie">
            <a:avLst/>
          </a:prstGeom>
          <a:solidFill>
            <a:srgbClr val="0170AD"/>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8" name="Title 3">
            <a:extLst>
              <a:ext uri="{FF2B5EF4-FFF2-40B4-BE49-F238E27FC236}">
                <a16:creationId xmlns:a16="http://schemas.microsoft.com/office/drawing/2014/main" id="{E9BD339F-D4DD-B3E5-B9A7-2AB34C6BDA2B}"/>
              </a:ext>
            </a:extLst>
          </p:cNvPr>
          <p:cNvSpPr txBox="1">
            <a:spLocks/>
          </p:cNvSpPr>
          <p:nvPr/>
        </p:nvSpPr>
        <p:spPr>
          <a:xfrm>
            <a:off x="550387" y="53958"/>
            <a:ext cx="11088050" cy="930372"/>
          </a:xfrm>
          <a:prstGeom prst="rect">
            <a:avLst/>
          </a:prstGeom>
        </p:spPr>
        <p:txBody>
          <a:bodyPr vert="horz" lIns="0" tIns="0" rIns="0" bIns="126000" rtlCol="0" anchor="b" anchorCtr="0">
            <a:no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r>
              <a:rPr lang="en-IN" sz="3200" b="1" dirty="0">
                <a:solidFill>
                  <a:srgbClr val="0070C0"/>
                </a:solidFill>
              </a:rPr>
              <a:t>Our Solution</a:t>
            </a:r>
            <a:endParaRPr lang="en-US" dirty="0"/>
          </a:p>
        </p:txBody>
      </p:sp>
      <p:sp>
        <p:nvSpPr>
          <p:cNvPr id="9" name="Rounded Rectangle 8">
            <a:extLst>
              <a:ext uri="{FF2B5EF4-FFF2-40B4-BE49-F238E27FC236}">
                <a16:creationId xmlns:a16="http://schemas.microsoft.com/office/drawing/2014/main" id="{A5C20ED4-D538-A925-A8A6-7C0957AD0022}"/>
              </a:ext>
            </a:extLst>
          </p:cNvPr>
          <p:cNvSpPr/>
          <p:nvPr/>
        </p:nvSpPr>
        <p:spPr>
          <a:xfrm>
            <a:off x="1394906" y="1790314"/>
            <a:ext cx="914400" cy="914400"/>
          </a:xfrm>
          <a:prstGeom prst="roundRect">
            <a:avLst/>
          </a:prstGeom>
          <a:solidFill>
            <a:srgbClr val="177B36"/>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0" name="Rectangle 9">
            <a:extLst>
              <a:ext uri="{FF2B5EF4-FFF2-40B4-BE49-F238E27FC236}">
                <a16:creationId xmlns:a16="http://schemas.microsoft.com/office/drawing/2014/main" id="{5126A605-2CD1-4456-BEFC-C6E6F6E594FB}"/>
              </a:ext>
            </a:extLst>
          </p:cNvPr>
          <p:cNvSpPr/>
          <p:nvPr/>
        </p:nvSpPr>
        <p:spPr>
          <a:xfrm>
            <a:off x="2305873" y="2012200"/>
            <a:ext cx="7510071" cy="450000"/>
          </a:xfrm>
          <a:prstGeom prst="rect">
            <a:avLst/>
          </a:prstGeom>
          <a:solidFill>
            <a:srgbClr val="177B36"/>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1" name="Rectangle 10">
            <a:extLst>
              <a:ext uri="{FF2B5EF4-FFF2-40B4-BE49-F238E27FC236}">
                <a16:creationId xmlns:a16="http://schemas.microsoft.com/office/drawing/2014/main" id="{1B49D627-992E-26D9-0D56-3F53BC14FA44}"/>
              </a:ext>
            </a:extLst>
          </p:cNvPr>
          <p:cNvSpPr/>
          <p:nvPr/>
        </p:nvSpPr>
        <p:spPr>
          <a:xfrm rot="10800000">
            <a:off x="2305873" y="3697142"/>
            <a:ext cx="7510071" cy="450000"/>
          </a:xfrm>
          <a:prstGeom prst="rect">
            <a:avLst/>
          </a:prstGeom>
          <a:gradFill flip="none" rotWithShape="1">
            <a:gsLst>
              <a:gs pos="100000">
                <a:srgbClr val="0370AD"/>
              </a:gs>
              <a:gs pos="0">
                <a:srgbClr val="177B36"/>
              </a:gs>
              <a:gs pos="50000">
                <a:schemeClr val="accent1">
                  <a:lumMod val="45000"/>
                  <a:lumOff val="55000"/>
                </a:schemeClr>
              </a:gs>
            </a:gsLst>
            <a:lin ang="0" scaled="1"/>
            <a:tileRect/>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2" name="Rectangle 11">
            <a:extLst>
              <a:ext uri="{FF2B5EF4-FFF2-40B4-BE49-F238E27FC236}">
                <a16:creationId xmlns:a16="http://schemas.microsoft.com/office/drawing/2014/main" id="{DE530CF3-E183-0C3D-3DAF-33259EBDBBC0}"/>
              </a:ext>
            </a:extLst>
          </p:cNvPr>
          <p:cNvSpPr/>
          <p:nvPr/>
        </p:nvSpPr>
        <p:spPr>
          <a:xfrm>
            <a:off x="2304467" y="5362534"/>
            <a:ext cx="7510071" cy="450000"/>
          </a:xfrm>
          <a:prstGeom prst="rect">
            <a:avLst/>
          </a:prstGeom>
          <a:solidFill>
            <a:srgbClr val="0170AD"/>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3" name="Rounded Rectangle 12">
            <a:extLst>
              <a:ext uri="{FF2B5EF4-FFF2-40B4-BE49-F238E27FC236}">
                <a16:creationId xmlns:a16="http://schemas.microsoft.com/office/drawing/2014/main" id="{20581935-5D3C-EFB9-81F4-5D258597240B}"/>
              </a:ext>
            </a:extLst>
          </p:cNvPr>
          <p:cNvSpPr/>
          <p:nvPr/>
        </p:nvSpPr>
        <p:spPr>
          <a:xfrm>
            <a:off x="9814538" y="5139570"/>
            <a:ext cx="914400" cy="914400"/>
          </a:xfrm>
          <a:prstGeom prst="roundRect">
            <a:avLst/>
          </a:prstGeom>
          <a:solidFill>
            <a:srgbClr val="00B0F0"/>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4" name="Rectangle 13">
            <a:extLst>
              <a:ext uri="{FF2B5EF4-FFF2-40B4-BE49-F238E27FC236}">
                <a16:creationId xmlns:a16="http://schemas.microsoft.com/office/drawing/2014/main" id="{2BF736FC-20CA-5677-8C71-2A5BA17A5519}"/>
              </a:ext>
            </a:extLst>
          </p:cNvPr>
          <p:cNvSpPr/>
          <p:nvPr/>
        </p:nvSpPr>
        <p:spPr>
          <a:xfrm rot="5400000">
            <a:off x="9423473" y="2859829"/>
            <a:ext cx="1224626" cy="450000"/>
          </a:xfrm>
          <a:prstGeom prst="rect">
            <a:avLst/>
          </a:prstGeom>
          <a:solidFill>
            <a:srgbClr val="177B36"/>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5" name="Pie 14">
            <a:extLst>
              <a:ext uri="{FF2B5EF4-FFF2-40B4-BE49-F238E27FC236}">
                <a16:creationId xmlns:a16="http://schemas.microsoft.com/office/drawing/2014/main" id="{E7CA48D5-6254-FFAF-2CC4-F4DDF15124DE}"/>
              </a:ext>
            </a:extLst>
          </p:cNvPr>
          <p:cNvSpPr/>
          <p:nvPr/>
        </p:nvSpPr>
        <p:spPr>
          <a:xfrm rot="10800000">
            <a:off x="9360786" y="2012200"/>
            <a:ext cx="900000" cy="900000"/>
          </a:xfrm>
          <a:prstGeom prst="pie">
            <a:avLst/>
          </a:prstGeom>
          <a:solidFill>
            <a:srgbClr val="177B36"/>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6" name="Rectangle 15">
            <a:extLst>
              <a:ext uri="{FF2B5EF4-FFF2-40B4-BE49-F238E27FC236}">
                <a16:creationId xmlns:a16="http://schemas.microsoft.com/office/drawing/2014/main" id="{207BE3BB-95B0-2061-0A7B-74DA7E65D4F2}"/>
              </a:ext>
            </a:extLst>
          </p:cNvPr>
          <p:cNvSpPr/>
          <p:nvPr/>
        </p:nvSpPr>
        <p:spPr>
          <a:xfrm rot="5400000">
            <a:off x="1467154" y="4534457"/>
            <a:ext cx="1224626" cy="450000"/>
          </a:xfrm>
          <a:prstGeom prst="rect">
            <a:avLst/>
          </a:prstGeom>
          <a:solidFill>
            <a:srgbClr val="0170AD"/>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7" name="Pie 16">
            <a:extLst>
              <a:ext uri="{FF2B5EF4-FFF2-40B4-BE49-F238E27FC236}">
                <a16:creationId xmlns:a16="http://schemas.microsoft.com/office/drawing/2014/main" id="{039BAA79-ECB4-51CC-2F69-ADAD09FBB260}"/>
              </a:ext>
            </a:extLst>
          </p:cNvPr>
          <p:cNvSpPr>
            <a:spLocks noChangeAspect="1"/>
          </p:cNvSpPr>
          <p:nvPr/>
        </p:nvSpPr>
        <p:spPr>
          <a:xfrm>
            <a:off x="1854467" y="4918003"/>
            <a:ext cx="900000" cy="900000"/>
          </a:xfrm>
          <a:prstGeom prst="pie">
            <a:avLst/>
          </a:prstGeom>
          <a:solidFill>
            <a:srgbClr val="0170AD"/>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pic>
        <p:nvPicPr>
          <p:cNvPr id="18" name="Picture 17" descr="Tilted macbook pro mockup">
            <a:extLst>
              <a:ext uri="{FF2B5EF4-FFF2-40B4-BE49-F238E27FC236}">
                <a16:creationId xmlns:a16="http://schemas.microsoft.com/office/drawing/2014/main" id="{F5C2B080-E5AD-9AD7-1584-93ECB8FCF343}"/>
              </a:ext>
            </a:extLst>
          </p:cNvPr>
          <p:cNvPicPr>
            <a:picLocks noChangeAspect="1"/>
          </p:cNvPicPr>
          <p:nvPr/>
        </p:nvPicPr>
        <p:blipFill>
          <a:blip r:embed="rId2"/>
          <a:stretch/>
        </p:blipFill>
        <p:spPr>
          <a:xfrm>
            <a:off x="3032504" y="1479441"/>
            <a:ext cx="1875594" cy="1250395"/>
          </a:xfrm>
          <a:prstGeom prst="rect">
            <a:avLst/>
          </a:prstGeom>
        </p:spPr>
      </p:pic>
      <p:pic>
        <p:nvPicPr>
          <p:cNvPr id="19" name="Picture 18" descr="Vector User Icon Stock Illustrations – 567,014 Vector User Icon Stock Illustrations, Vectors &amp; Clipart - Dreamstime">
            <a:extLst>
              <a:ext uri="{FF2B5EF4-FFF2-40B4-BE49-F238E27FC236}">
                <a16:creationId xmlns:a16="http://schemas.microsoft.com/office/drawing/2014/main" id="{8F5C933D-0F79-6715-9665-951C433113AC}"/>
              </a:ext>
            </a:extLst>
          </p:cNvPr>
          <p:cNvPicPr>
            <a:picLocks noChangeAspect="1"/>
          </p:cNvPicPr>
          <p:nvPr/>
        </p:nvPicPr>
        <p:blipFill>
          <a:blip r:embed="rId3"/>
          <a:stretch/>
        </p:blipFill>
        <p:spPr>
          <a:xfrm>
            <a:off x="1473923" y="1798118"/>
            <a:ext cx="889054" cy="889054"/>
          </a:xfrm>
          <a:prstGeom prst="rect">
            <a:avLst/>
          </a:prstGeom>
        </p:spPr>
      </p:pic>
      <p:pic>
        <p:nvPicPr>
          <p:cNvPr id="20" name="Picture 19" descr="What is a web portal and what is the difference from a website? - Red Portal">
            <a:extLst>
              <a:ext uri="{FF2B5EF4-FFF2-40B4-BE49-F238E27FC236}">
                <a16:creationId xmlns:a16="http://schemas.microsoft.com/office/drawing/2014/main" id="{D85873E4-35A8-86F7-0BE2-E119FCD56DBE}"/>
              </a:ext>
            </a:extLst>
          </p:cNvPr>
          <p:cNvPicPr>
            <a:picLocks noChangeAspect="1"/>
          </p:cNvPicPr>
          <p:nvPr/>
        </p:nvPicPr>
        <p:blipFill>
          <a:blip r:embed="rId4"/>
          <a:srcRect l="9052" r="9052"/>
          <a:stretch>
            <a:fillRect/>
          </a:stretch>
        </p:blipFill>
        <p:spPr>
          <a:xfrm>
            <a:off x="9584843" y="5139570"/>
            <a:ext cx="1336294" cy="914400"/>
          </a:xfrm>
          <a:prstGeom prst="rect">
            <a:avLst/>
          </a:prstGeom>
        </p:spPr>
      </p:pic>
      <p:sp>
        <p:nvSpPr>
          <p:cNvPr id="21" name="TextBox 20">
            <a:extLst>
              <a:ext uri="{FF2B5EF4-FFF2-40B4-BE49-F238E27FC236}">
                <a16:creationId xmlns:a16="http://schemas.microsoft.com/office/drawing/2014/main" id="{0D73DF53-24B4-9681-BBF9-CD4788A4390D}"/>
              </a:ext>
            </a:extLst>
          </p:cNvPr>
          <p:cNvSpPr txBox="1"/>
          <p:nvPr/>
        </p:nvSpPr>
        <p:spPr>
          <a:xfrm>
            <a:off x="2474241" y="2085453"/>
            <a:ext cx="930361" cy="309958"/>
          </a:xfrm>
          <a:prstGeom prst="rect">
            <a:avLst/>
          </a:prstGeom>
          <a:noFill/>
        </p:spPr>
        <p:txBody>
          <a:bodyPr vert="horz" wrap="none" lIns="90000" tIns="46800" rIns="90000" bIns="46800" rtlCol="0" anchor="ctr">
            <a:spAutoFit/>
          </a:bodyPr>
          <a:lstStyle/>
          <a:p>
            <a:pPr algn="ctr">
              <a:spcBef>
                <a:spcPct val="0"/>
              </a:spcBef>
            </a:pPr>
            <a:r>
              <a:rPr lang="en-IN" sz="1400">
                <a:solidFill>
                  <a:schemeClr val="bg1"/>
                </a:solidFill>
              </a:rPr>
              <a:t>Question</a:t>
            </a:r>
            <a:endParaRPr lang="en-US" sz="1400" err="1">
              <a:solidFill>
                <a:schemeClr val="bg1"/>
              </a:solidFill>
            </a:endParaRPr>
          </a:p>
        </p:txBody>
      </p:sp>
      <p:sp>
        <p:nvSpPr>
          <p:cNvPr id="22" name="TextBox 21">
            <a:extLst>
              <a:ext uri="{FF2B5EF4-FFF2-40B4-BE49-F238E27FC236}">
                <a16:creationId xmlns:a16="http://schemas.microsoft.com/office/drawing/2014/main" id="{B99C89FE-BD0A-CD31-D25D-1C2EC4BD53A0}"/>
              </a:ext>
            </a:extLst>
          </p:cNvPr>
          <p:cNvSpPr txBox="1"/>
          <p:nvPr/>
        </p:nvSpPr>
        <p:spPr>
          <a:xfrm>
            <a:off x="4607219" y="1977732"/>
            <a:ext cx="1137148" cy="525401"/>
          </a:xfrm>
          <a:prstGeom prst="rect">
            <a:avLst/>
          </a:prstGeom>
          <a:noFill/>
        </p:spPr>
        <p:txBody>
          <a:bodyPr vert="horz" wrap="none" lIns="90000" tIns="46800" rIns="90000" bIns="46800" rtlCol="0" anchor="ctr">
            <a:spAutoFit/>
          </a:bodyPr>
          <a:lstStyle/>
          <a:p>
            <a:pPr algn="ctr">
              <a:spcBef>
                <a:spcPct val="0"/>
              </a:spcBef>
            </a:pPr>
            <a:r>
              <a:rPr lang="en-IN" sz="1400">
                <a:solidFill>
                  <a:schemeClr val="bg1"/>
                </a:solidFill>
              </a:rPr>
              <a:t>Semantic </a:t>
            </a:r>
          </a:p>
          <a:p>
            <a:pPr algn="ctr">
              <a:spcBef>
                <a:spcPct val="0"/>
              </a:spcBef>
            </a:pPr>
            <a:r>
              <a:rPr lang="en-IN" sz="1400">
                <a:solidFill>
                  <a:schemeClr val="bg1"/>
                </a:solidFill>
              </a:rPr>
              <a:t>Understand</a:t>
            </a:r>
            <a:endParaRPr lang="en-US" sz="1400" err="1">
              <a:solidFill>
                <a:schemeClr val="bg1"/>
              </a:solidFill>
            </a:endParaRPr>
          </a:p>
        </p:txBody>
      </p:sp>
      <p:sp>
        <p:nvSpPr>
          <p:cNvPr id="23" name="TextBox 22">
            <a:extLst>
              <a:ext uri="{FF2B5EF4-FFF2-40B4-BE49-F238E27FC236}">
                <a16:creationId xmlns:a16="http://schemas.microsoft.com/office/drawing/2014/main" id="{200EFCB6-2FB8-3187-58F6-A51E93DD6A02}"/>
              </a:ext>
            </a:extLst>
          </p:cNvPr>
          <p:cNvSpPr txBox="1"/>
          <p:nvPr/>
        </p:nvSpPr>
        <p:spPr>
          <a:xfrm>
            <a:off x="7315165" y="1977732"/>
            <a:ext cx="890285" cy="525401"/>
          </a:xfrm>
          <a:prstGeom prst="rect">
            <a:avLst/>
          </a:prstGeom>
          <a:noFill/>
        </p:spPr>
        <p:txBody>
          <a:bodyPr vert="horz" wrap="none" lIns="90000" tIns="46800" rIns="90000" bIns="46800" rtlCol="0" anchor="ctr">
            <a:spAutoFit/>
          </a:bodyPr>
          <a:lstStyle/>
          <a:p>
            <a:pPr algn="ctr">
              <a:spcBef>
                <a:spcPct val="0"/>
              </a:spcBef>
            </a:pPr>
            <a:r>
              <a:rPr lang="en-IN" sz="1400">
                <a:solidFill>
                  <a:schemeClr val="bg1"/>
                </a:solidFill>
              </a:rPr>
              <a:t>Query </a:t>
            </a:r>
          </a:p>
          <a:p>
            <a:pPr algn="ctr">
              <a:spcBef>
                <a:spcPct val="0"/>
              </a:spcBef>
            </a:pPr>
            <a:r>
              <a:rPr lang="en-IN" sz="1400">
                <a:solidFill>
                  <a:schemeClr val="bg1"/>
                </a:solidFill>
              </a:rPr>
              <a:t>Planning</a:t>
            </a:r>
            <a:endParaRPr lang="en-US" sz="1400" err="1">
              <a:solidFill>
                <a:schemeClr val="bg1"/>
              </a:solidFill>
            </a:endParaRPr>
          </a:p>
        </p:txBody>
      </p:sp>
      <p:sp>
        <p:nvSpPr>
          <p:cNvPr id="24" name="TextBox 23">
            <a:extLst>
              <a:ext uri="{FF2B5EF4-FFF2-40B4-BE49-F238E27FC236}">
                <a16:creationId xmlns:a16="http://schemas.microsoft.com/office/drawing/2014/main" id="{73438796-117B-6F2B-C299-F36B31735BC8}"/>
              </a:ext>
            </a:extLst>
          </p:cNvPr>
          <p:cNvSpPr txBox="1"/>
          <p:nvPr/>
        </p:nvSpPr>
        <p:spPr>
          <a:xfrm>
            <a:off x="8655730" y="3750174"/>
            <a:ext cx="1310080" cy="309958"/>
          </a:xfrm>
          <a:prstGeom prst="rect">
            <a:avLst/>
          </a:prstGeom>
          <a:noFill/>
        </p:spPr>
        <p:txBody>
          <a:bodyPr vert="horz" wrap="none" lIns="90000" tIns="46800" rIns="90000" bIns="46800" rtlCol="0" anchor="ctr">
            <a:spAutoFit/>
          </a:bodyPr>
          <a:lstStyle/>
          <a:p>
            <a:pPr>
              <a:spcBef>
                <a:spcPct val="0"/>
              </a:spcBef>
            </a:pPr>
            <a:r>
              <a:rPr lang="en-IN" sz="1400">
                <a:solidFill>
                  <a:schemeClr val="bg1"/>
                </a:solidFill>
              </a:rPr>
              <a:t>Generate SQL</a:t>
            </a:r>
            <a:endParaRPr lang="en-US" sz="1400" err="1">
              <a:solidFill>
                <a:schemeClr val="bg1"/>
              </a:solidFill>
            </a:endParaRPr>
          </a:p>
        </p:txBody>
      </p:sp>
      <p:sp>
        <p:nvSpPr>
          <p:cNvPr id="25" name="TextBox 24">
            <a:extLst>
              <a:ext uri="{FF2B5EF4-FFF2-40B4-BE49-F238E27FC236}">
                <a16:creationId xmlns:a16="http://schemas.microsoft.com/office/drawing/2014/main" id="{FE178756-7877-9C08-9063-ED6069DA6F3C}"/>
              </a:ext>
            </a:extLst>
          </p:cNvPr>
          <p:cNvSpPr txBox="1"/>
          <p:nvPr/>
        </p:nvSpPr>
        <p:spPr>
          <a:xfrm>
            <a:off x="2167568" y="5418695"/>
            <a:ext cx="1220504" cy="309958"/>
          </a:xfrm>
          <a:prstGeom prst="rect">
            <a:avLst/>
          </a:prstGeom>
          <a:noFill/>
        </p:spPr>
        <p:txBody>
          <a:bodyPr vert="horz" wrap="none" lIns="90000" tIns="46800" rIns="90000" bIns="46800" rtlCol="0" anchor="ctr">
            <a:spAutoFit/>
          </a:bodyPr>
          <a:lstStyle/>
          <a:p>
            <a:pPr>
              <a:spcBef>
                <a:spcPct val="0"/>
              </a:spcBef>
            </a:pPr>
            <a:r>
              <a:rPr lang="en-IN" sz="1400">
                <a:solidFill>
                  <a:schemeClr val="bg1"/>
                </a:solidFill>
              </a:rPr>
              <a:t>Show results</a:t>
            </a:r>
            <a:endParaRPr lang="en-US" sz="1400" err="1">
              <a:solidFill>
                <a:schemeClr val="bg1"/>
              </a:solidFill>
            </a:endParaRPr>
          </a:p>
        </p:txBody>
      </p:sp>
      <p:sp>
        <p:nvSpPr>
          <p:cNvPr id="26" name="TextBox 25">
            <a:extLst>
              <a:ext uri="{FF2B5EF4-FFF2-40B4-BE49-F238E27FC236}">
                <a16:creationId xmlns:a16="http://schemas.microsoft.com/office/drawing/2014/main" id="{0D6C6894-D741-D9F1-A5AA-521546AE1496}"/>
              </a:ext>
            </a:extLst>
          </p:cNvPr>
          <p:cNvSpPr txBox="1"/>
          <p:nvPr/>
        </p:nvSpPr>
        <p:spPr>
          <a:xfrm>
            <a:off x="3308648" y="3737523"/>
            <a:ext cx="1295652" cy="309958"/>
          </a:xfrm>
          <a:prstGeom prst="rect">
            <a:avLst/>
          </a:prstGeom>
          <a:noFill/>
        </p:spPr>
        <p:txBody>
          <a:bodyPr vert="horz" wrap="none" lIns="90000" tIns="46800" rIns="90000" bIns="46800" rtlCol="0" anchor="ctr">
            <a:spAutoFit/>
          </a:bodyPr>
          <a:lstStyle/>
          <a:p>
            <a:pPr>
              <a:spcBef>
                <a:spcPct val="0"/>
              </a:spcBef>
            </a:pPr>
            <a:r>
              <a:rPr lang="en-IN" sz="1400">
                <a:solidFill>
                  <a:schemeClr val="bg1"/>
                </a:solidFill>
              </a:rPr>
              <a:t>Retrieve Data</a:t>
            </a:r>
            <a:endParaRPr lang="en-US" sz="1400" err="1">
              <a:solidFill>
                <a:schemeClr val="bg1"/>
              </a:solidFill>
            </a:endParaRPr>
          </a:p>
        </p:txBody>
      </p:sp>
      <p:sp>
        <p:nvSpPr>
          <p:cNvPr id="27" name="TextBox 26">
            <a:extLst>
              <a:ext uri="{FF2B5EF4-FFF2-40B4-BE49-F238E27FC236}">
                <a16:creationId xmlns:a16="http://schemas.microsoft.com/office/drawing/2014/main" id="{9455AC92-5AB9-A13C-56E4-7E6239CC6E5F}"/>
              </a:ext>
            </a:extLst>
          </p:cNvPr>
          <p:cNvSpPr txBox="1"/>
          <p:nvPr/>
        </p:nvSpPr>
        <p:spPr>
          <a:xfrm>
            <a:off x="5845100" y="3765100"/>
            <a:ext cx="1222235" cy="309958"/>
          </a:xfrm>
          <a:prstGeom prst="rect">
            <a:avLst/>
          </a:prstGeom>
          <a:noFill/>
        </p:spPr>
        <p:txBody>
          <a:bodyPr vert="horz" wrap="none" lIns="90000" tIns="46800" rIns="90000" bIns="46800" rtlCol="0" anchor="ctr">
            <a:spAutoFit/>
          </a:bodyPr>
          <a:lstStyle/>
          <a:p>
            <a:pPr>
              <a:spcBef>
                <a:spcPct val="0"/>
              </a:spcBef>
            </a:pPr>
            <a:r>
              <a:rPr lang="en-IN" sz="1400">
                <a:solidFill>
                  <a:schemeClr val="bg1"/>
                </a:solidFill>
              </a:rPr>
              <a:t>Validate SQL</a:t>
            </a:r>
            <a:endParaRPr lang="en-US" sz="1400" err="1">
              <a:solidFill>
                <a:schemeClr val="bg1"/>
              </a:solidFill>
            </a:endParaRPr>
          </a:p>
        </p:txBody>
      </p:sp>
      <p:sp>
        <p:nvSpPr>
          <p:cNvPr id="28" name="TextBox 27">
            <a:extLst>
              <a:ext uri="{FF2B5EF4-FFF2-40B4-BE49-F238E27FC236}">
                <a16:creationId xmlns:a16="http://schemas.microsoft.com/office/drawing/2014/main" id="{576D532C-438E-CE69-CEB0-7CAF106CC9C2}"/>
              </a:ext>
            </a:extLst>
          </p:cNvPr>
          <p:cNvSpPr txBox="1"/>
          <p:nvPr/>
        </p:nvSpPr>
        <p:spPr>
          <a:xfrm>
            <a:off x="5369682" y="5413251"/>
            <a:ext cx="816547" cy="309958"/>
          </a:xfrm>
          <a:prstGeom prst="rect">
            <a:avLst/>
          </a:prstGeom>
          <a:noFill/>
        </p:spPr>
        <p:txBody>
          <a:bodyPr vert="horz" wrap="none" lIns="90000" tIns="46800" rIns="90000" bIns="46800" rtlCol="0" anchor="ctr">
            <a:spAutoFit/>
          </a:bodyPr>
          <a:lstStyle/>
          <a:p>
            <a:pPr>
              <a:spcBef>
                <a:spcPct val="0"/>
              </a:spcBef>
            </a:pPr>
            <a:r>
              <a:rPr lang="en-IN" sz="1400">
                <a:solidFill>
                  <a:schemeClr val="bg1"/>
                </a:solidFill>
              </a:rPr>
              <a:t>Analyse</a:t>
            </a:r>
            <a:endParaRPr lang="en-US" sz="1400" err="1">
              <a:solidFill>
                <a:schemeClr val="bg1"/>
              </a:solidFill>
            </a:endParaRPr>
          </a:p>
        </p:txBody>
      </p:sp>
      <p:sp>
        <p:nvSpPr>
          <p:cNvPr id="29" name="TextBox 28">
            <a:extLst>
              <a:ext uri="{FF2B5EF4-FFF2-40B4-BE49-F238E27FC236}">
                <a16:creationId xmlns:a16="http://schemas.microsoft.com/office/drawing/2014/main" id="{BFC63DE0-0CEC-E98D-D628-1D6752F39A82}"/>
              </a:ext>
            </a:extLst>
          </p:cNvPr>
          <p:cNvSpPr txBox="1"/>
          <p:nvPr/>
        </p:nvSpPr>
        <p:spPr>
          <a:xfrm>
            <a:off x="8113222" y="5406082"/>
            <a:ext cx="1076233" cy="309958"/>
          </a:xfrm>
          <a:prstGeom prst="rect">
            <a:avLst/>
          </a:prstGeom>
          <a:noFill/>
        </p:spPr>
        <p:txBody>
          <a:bodyPr vert="horz" wrap="none" lIns="90000" tIns="46800" rIns="90000" bIns="46800" rtlCol="0" anchor="ctr">
            <a:spAutoFit/>
          </a:bodyPr>
          <a:lstStyle/>
          <a:p>
            <a:pPr>
              <a:spcBef>
                <a:spcPct val="0"/>
              </a:spcBef>
            </a:pPr>
            <a:r>
              <a:rPr lang="en-IN" sz="1400">
                <a:solidFill>
                  <a:schemeClr val="bg1"/>
                </a:solidFill>
              </a:rPr>
              <a:t>Summarise</a:t>
            </a:r>
            <a:endParaRPr lang="en-US" sz="1400" err="1">
              <a:solidFill>
                <a:schemeClr val="bg1"/>
              </a:solidFill>
            </a:endParaRPr>
          </a:p>
        </p:txBody>
      </p:sp>
      <p:pic>
        <p:nvPicPr>
          <p:cNvPr id="30" name="Picture 29" descr="Plan Images - Free Download on Magnific (formerly Freepik)">
            <a:extLst>
              <a:ext uri="{FF2B5EF4-FFF2-40B4-BE49-F238E27FC236}">
                <a16:creationId xmlns:a16="http://schemas.microsoft.com/office/drawing/2014/main" id="{AA1579F5-64BD-0C95-87BF-572ECCB4AD97}"/>
              </a:ext>
            </a:extLst>
          </p:cNvPr>
          <p:cNvPicPr>
            <a:picLocks noChangeAspect="1"/>
          </p:cNvPicPr>
          <p:nvPr/>
        </p:nvPicPr>
        <p:blipFill>
          <a:blip r:embed="rId5"/>
          <a:stretch/>
        </p:blipFill>
        <p:spPr>
          <a:xfrm>
            <a:off x="8629232" y="1743592"/>
            <a:ext cx="988854" cy="988854"/>
          </a:xfrm>
          <a:prstGeom prst="rect">
            <a:avLst/>
          </a:prstGeom>
        </p:spPr>
      </p:pic>
      <p:pic>
        <p:nvPicPr>
          <p:cNvPr id="31" name="Picture 30" descr="How should I format Transact-SQL queries? – O'Reilly">
            <a:extLst>
              <a:ext uri="{FF2B5EF4-FFF2-40B4-BE49-F238E27FC236}">
                <a16:creationId xmlns:a16="http://schemas.microsoft.com/office/drawing/2014/main" id="{6D69373D-A997-E67D-279E-E8E2AE16F38F}"/>
              </a:ext>
            </a:extLst>
          </p:cNvPr>
          <p:cNvPicPr>
            <a:picLocks noChangeAspect="1"/>
          </p:cNvPicPr>
          <p:nvPr/>
        </p:nvPicPr>
        <p:blipFill>
          <a:blip r:embed="rId6"/>
          <a:srcRect l="22606" t="20107" r="33475" b="39769"/>
          <a:stretch>
            <a:fillRect/>
          </a:stretch>
        </p:blipFill>
        <p:spPr>
          <a:xfrm>
            <a:off x="7217201" y="3531835"/>
            <a:ext cx="1364922" cy="745319"/>
          </a:xfrm>
          <a:prstGeom prst="rect">
            <a:avLst/>
          </a:prstGeom>
        </p:spPr>
      </p:pic>
      <p:pic>
        <p:nvPicPr>
          <p:cNvPr id="32" name="Picture 31" descr="AI Will Surpass Human Brains Once We Crack the 'Neural Code' - Taylor &amp; Francis Newsroom">
            <a:extLst>
              <a:ext uri="{FF2B5EF4-FFF2-40B4-BE49-F238E27FC236}">
                <a16:creationId xmlns:a16="http://schemas.microsoft.com/office/drawing/2014/main" id="{5E84052B-195F-9A56-07D1-0E0C51119835}"/>
              </a:ext>
            </a:extLst>
          </p:cNvPr>
          <p:cNvPicPr>
            <a:picLocks noChangeAspect="1"/>
          </p:cNvPicPr>
          <p:nvPr/>
        </p:nvPicPr>
        <p:blipFill>
          <a:blip r:embed="rId7"/>
          <a:stretch/>
        </p:blipFill>
        <p:spPr>
          <a:xfrm>
            <a:off x="5718550" y="1844682"/>
            <a:ext cx="1290048" cy="860032"/>
          </a:xfrm>
          <a:prstGeom prst="rect">
            <a:avLst/>
          </a:prstGeom>
        </p:spPr>
      </p:pic>
      <p:pic>
        <p:nvPicPr>
          <p:cNvPr id="33" name="Picture 32" descr="Validation Symbol Validated Symbol&quot; Images – Browse 1 Stock Photos, Vectors, and Video | Adobe Stock">
            <a:extLst>
              <a:ext uri="{FF2B5EF4-FFF2-40B4-BE49-F238E27FC236}">
                <a16:creationId xmlns:a16="http://schemas.microsoft.com/office/drawing/2014/main" id="{399443DC-AEEE-45D9-1217-2F92FC79965B}"/>
              </a:ext>
            </a:extLst>
          </p:cNvPr>
          <p:cNvPicPr>
            <a:picLocks noChangeAspect="1"/>
          </p:cNvPicPr>
          <p:nvPr/>
        </p:nvPicPr>
        <p:blipFill>
          <a:blip r:embed="rId8"/>
          <a:srcRect l="5226" t="4431" r="6945" b="4030"/>
          <a:stretch>
            <a:fillRect/>
          </a:stretch>
        </p:blipFill>
        <p:spPr>
          <a:xfrm>
            <a:off x="4904031" y="3565066"/>
            <a:ext cx="724775" cy="745319"/>
          </a:xfrm>
          <a:prstGeom prst="rect">
            <a:avLst/>
          </a:prstGeom>
        </p:spPr>
      </p:pic>
      <p:pic>
        <p:nvPicPr>
          <p:cNvPr id="34" name="Picture 33" descr="Extracting data linear icon – Royalty-Free Vector | VectorStock">
            <a:extLst>
              <a:ext uri="{FF2B5EF4-FFF2-40B4-BE49-F238E27FC236}">
                <a16:creationId xmlns:a16="http://schemas.microsoft.com/office/drawing/2014/main" id="{B429AA97-8FCE-F6C2-E372-7A1154C97641}"/>
              </a:ext>
            </a:extLst>
          </p:cNvPr>
          <p:cNvPicPr>
            <a:picLocks noChangeAspect="1"/>
          </p:cNvPicPr>
          <p:nvPr/>
        </p:nvPicPr>
        <p:blipFill>
          <a:blip r:embed="rId9"/>
          <a:srcRect b="20241"/>
          <a:stretch>
            <a:fillRect/>
          </a:stretch>
        </p:blipFill>
        <p:spPr>
          <a:xfrm>
            <a:off x="2507108" y="3516079"/>
            <a:ext cx="809790" cy="808000"/>
          </a:xfrm>
          <a:prstGeom prst="rect">
            <a:avLst/>
          </a:prstGeom>
        </p:spPr>
      </p:pic>
      <p:pic>
        <p:nvPicPr>
          <p:cNvPr id="35" name="Picture 34" descr="4.15 Tables, Charts, and Graphs – Building Relationships With Business Communication">
            <a:extLst>
              <a:ext uri="{FF2B5EF4-FFF2-40B4-BE49-F238E27FC236}">
                <a16:creationId xmlns:a16="http://schemas.microsoft.com/office/drawing/2014/main" id="{A47EC88A-3467-79D4-7E6E-1AF15DF85707}"/>
              </a:ext>
            </a:extLst>
          </p:cNvPr>
          <p:cNvPicPr>
            <a:picLocks noChangeAspect="1"/>
          </p:cNvPicPr>
          <p:nvPr/>
        </p:nvPicPr>
        <p:blipFill>
          <a:blip r:embed="rId10"/>
          <a:stretch>
            <a:fillRect/>
          </a:stretch>
        </p:blipFill>
        <p:spPr>
          <a:xfrm>
            <a:off x="3468781" y="5197010"/>
            <a:ext cx="1336294" cy="781047"/>
          </a:xfrm>
          <a:prstGeom prst="rect">
            <a:avLst/>
          </a:prstGeom>
        </p:spPr>
      </p:pic>
      <p:pic>
        <p:nvPicPr>
          <p:cNvPr id="36" name="Picture 35" descr="Learn Data Interpretation for Placement | PrepInsta">
            <a:extLst>
              <a:ext uri="{FF2B5EF4-FFF2-40B4-BE49-F238E27FC236}">
                <a16:creationId xmlns:a16="http://schemas.microsoft.com/office/drawing/2014/main" id="{2FB437BB-9921-4FEA-4044-6DD81B843A49}"/>
              </a:ext>
            </a:extLst>
          </p:cNvPr>
          <p:cNvPicPr>
            <a:picLocks noChangeAspect="1"/>
          </p:cNvPicPr>
          <p:nvPr/>
        </p:nvPicPr>
        <p:blipFill>
          <a:blip r:embed="rId11"/>
          <a:stretch>
            <a:fillRect/>
          </a:stretch>
        </p:blipFill>
        <p:spPr>
          <a:xfrm>
            <a:off x="6636229" y="5192770"/>
            <a:ext cx="808000" cy="808000"/>
          </a:xfrm>
          <a:prstGeom prst="rect">
            <a:avLst/>
          </a:prstGeom>
        </p:spPr>
      </p:pic>
      <p:sp>
        <p:nvSpPr>
          <p:cNvPr id="37" name="Text Placeholder 5">
            <a:extLst>
              <a:ext uri="{FF2B5EF4-FFF2-40B4-BE49-F238E27FC236}">
                <a16:creationId xmlns:a16="http://schemas.microsoft.com/office/drawing/2014/main" id="{D719F6E2-CEB1-DFA1-0682-D8755962935E}"/>
              </a:ext>
            </a:extLst>
          </p:cNvPr>
          <p:cNvSpPr txBox="1">
            <a:spLocks/>
          </p:cNvSpPr>
          <p:nvPr/>
        </p:nvSpPr>
        <p:spPr>
          <a:xfrm>
            <a:off x="515477" y="914376"/>
            <a:ext cx="11088050" cy="307777"/>
          </a:xfrm>
          <a:prstGeom prst="rect">
            <a:avLst/>
          </a:prstGeom>
        </p:spPr>
        <p:txBody>
          <a:bodyPr/>
          <a:lstStyle>
            <a:lvl1pPr marL="0" marR="0" indent="0" algn="l" defTabSz="914126" rtl="0" eaLnBrk="1" fontAlgn="auto" latinLnBrk="0" hangingPunct="1">
              <a:lnSpc>
                <a:spcPct val="100000"/>
              </a:lnSpc>
              <a:spcBef>
                <a:spcPts val="1799"/>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
                <a:schemeClr val="accent1"/>
              </a:buClr>
              <a:buFont typeface="Arial" panose="020B0604020202020204" pitchFamily="34" charset="0"/>
              <a:buChar char="•"/>
              <a:tabLst/>
              <a:defRPr sz="14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
                <a:schemeClr val="accent2"/>
              </a:buClr>
              <a:buFont typeface="System Font Regular"/>
              <a:buChar char="-"/>
              <a:defRPr sz="14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dirty="0">
                <a:solidFill>
                  <a:schemeClr val="bg1"/>
                </a:solidFill>
              </a:rPr>
              <a:t>Enable Natural Language Access to Enterprise Data and Insights</a:t>
            </a:r>
          </a:p>
        </p:txBody>
      </p:sp>
    </p:spTree>
    <p:extLst>
      <p:ext uri="{BB962C8B-B14F-4D97-AF65-F5344CB8AC3E}">
        <p14:creationId xmlns:p14="http://schemas.microsoft.com/office/powerpoint/2010/main" val="41291140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90135-402E-5954-8883-0106010598EF}"/>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81C839EF-D6D7-1295-0918-C8E8A28F75FA}"/>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40908C82-ADBB-89F3-631D-1A9FA049AE51}"/>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D5C8D74C-C4B3-557A-20A9-168A65816791}"/>
              </a:ext>
            </a:extLst>
          </p:cNvPr>
          <p:cNvSpPr>
            <a:spLocks noGrp="1"/>
          </p:cNvSpPr>
          <p:nvPr>
            <p:ph type="sldNum" sz="quarter" idx="12"/>
          </p:nvPr>
        </p:nvSpPr>
        <p:spPr/>
        <p:txBody>
          <a:bodyPr/>
          <a:lstStyle/>
          <a:p>
            <a:pPr algn="r"/>
            <a:fld id="{5D9A5160-6218-4E5A-B9E6-B93E3DAE377C}" type="slidenum">
              <a:rPr lang="en-US" smtClean="0"/>
              <a:pPr algn="r"/>
              <a:t>5</a:t>
            </a:fld>
            <a:endParaRPr lang="en-US"/>
          </a:p>
        </p:txBody>
      </p:sp>
      <p:sp>
        <p:nvSpPr>
          <p:cNvPr id="8" name="Title 3">
            <a:extLst>
              <a:ext uri="{FF2B5EF4-FFF2-40B4-BE49-F238E27FC236}">
                <a16:creationId xmlns:a16="http://schemas.microsoft.com/office/drawing/2014/main" id="{749B47E1-AF00-0575-7F82-9FEC0182975B}"/>
              </a:ext>
            </a:extLst>
          </p:cNvPr>
          <p:cNvSpPr txBox="1">
            <a:spLocks/>
          </p:cNvSpPr>
          <p:nvPr/>
        </p:nvSpPr>
        <p:spPr>
          <a:xfrm>
            <a:off x="550387" y="53958"/>
            <a:ext cx="11088050" cy="930372"/>
          </a:xfrm>
          <a:prstGeom prst="rect">
            <a:avLst/>
          </a:prstGeom>
        </p:spPr>
        <p:txBody>
          <a:bodyPr vert="horz" lIns="0" tIns="0" rIns="0" bIns="126000" rtlCol="0" anchor="b" anchorCtr="0">
            <a:no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r>
              <a:rPr lang="en-IN" sz="3200" b="1" dirty="0">
                <a:solidFill>
                  <a:srgbClr val="0070C0"/>
                </a:solidFill>
              </a:rPr>
              <a:t>Our Solution</a:t>
            </a:r>
            <a:endParaRPr lang="en-US" dirty="0"/>
          </a:p>
        </p:txBody>
      </p:sp>
      <p:sp>
        <p:nvSpPr>
          <p:cNvPr id="37" name="Text Placeholder 5">
            <a:extLst>
              <a:ext uri="{FF2B5EF4-FFF2-40B4-BE49-F238E27FC236}">
                <a16:creationId xmlns:a16="http://schemas.microsoft.com/office/drawing/2014/main" id="{FF3C473A-E7FD-F936-723F-D846B006E190}"/>
              </a:ext>
            </a:extLst>
          </p:cNvPr>
          <p:cNvSpPr txBox="1">
            <a:spLocks/>
          </p:cNvSpPr>
          <p:nvPr/>
        </p:nvSpPr>
        <p:spPr>
          <a:xfrm>
            <a:off x="515477" y="914376"/>
            <a:ext cx="11088050" cy="307777"/>
          </a:xfrm>
          <a:prstGeom prst="rect">
            <a:avLst/>
          </a:prstGeom>
        </p:spPr>
        <p:txBody>
          <a:bodyPr/>
          <a:lstStyle>
            <a:lvl1pPr marL="0" marR="0" indent="0" algn="l" defTabSz="914126" rtl="0" eaLnBrk="1" fontAlgn="auto" latinLnBrk="0" hangingPunct="1">
              <a:lnSpc>
                <a:spcPct val="100000"/>
              </a:lnSpc>
              <a:spcBef>
                <a:spcPts val="1799"/>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
                <a:schemeClr val="accent1"/>
              </a:buClr>
              <a:buFont typeface="Arial" panose="020B0604020202020204" pitchFamily="34" charset="0"/>
              <a:buChar char="•"/>
              <a:tabLst/>
              <a:defRPr sz="14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
                <a:schemeClr val="accent2"/>
              </a:buClr>
              <a:buFont typeface="System Font Regular"/>
              <a:buChar char="-"/>
              <a:defRPr sz="14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dirty="0">
                <a:solidFill>
                  <a:schemeClr val="bg1"/>
                </a:solidFill>
              </a:rPr>
              <a:t>Enable Natural Language Access to Enterprise Data and Insights</a:t>
            </a:r>
          </a:p>
        </p:txBody>
      </p:sp>
      <p:sp>
        <p:nvSpPr>
          <p:cNvPr id="39" name="Rectangle 38">
            <a:extLst>
              <a:ext uri="{FF2B5EF4-FFF2-40B4-BE49-F238E27FC236}">
                <a16:creationId xmlns:a16="http://schemas.microsoft.com/office/drawing/2014/main" id="{94A2720A-1875-117E-2710-0C45706CD3DD}"/>
              </a:ext>
            </a:extLst>
          </p:cNvPr>
          <p:cNvSpPr/>
          <p:nvPr/>
        </p:nvSpPr>
        <p:spPr>
          <a:xfrm>
            <a:off x="2240645" y="3032432"/>
            <a:ext cx="1496021" cy="649224"/>
          </a:xfrm>
          <a:prstGeom prst="rect">
            <a:avLst/>
          </a:prstGeom>
          <a:solidFill>
            <a:schemeClr val="accent3">
              <a:lumMod val="75000"/>
            </a:schemeClr>
          </a:solidFill>
          <a:ln w="9525">
            <a:solidFill>
              <a:schemeClr val="accent2">
                <a:lumMod val="10000"/>
                <a:lumOff val="9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Chat UI</a:t>
            </a:r>
            <a:endParaRPr lang="en-IN" sz="1400" dirty="0" err="1">
              <a:solidFill>
                <a:schemeClr val="bg1"/>
              </a:solidFill>
            </a:endParaRPr>
          </a:p>
        </p:txBody>
      </p:sp>
      <p:sp>
        <p:nvSpPr>
          <p:cNvPr id="43" name="Rectangle 42">
            <a:extLst>
              <a:ext uri="{FF2B5EF4-FFF2-40B4-BE49-F238E27FC236}">
                <a16:creationId xmlns:a16="http://schemas.microsoft.com/office/drawing/2014/main" id="{88FEED86-C786-6265-5EB1-076F8E060332}"/>
              </a:ext>
            </a:extLst>
          </p:cNvPr>
          <p:cNvSpPr/>
          <p:nvPr/>
        </p:nvSpPr>
        <p:spPr>
          <a:xfrm>
            <a:off x="4411003" y="3020320"/>
            <a:ext cx="1496021" cy="649224"/>
          </a:xfrm>
          <a:prstGeom prst="rect">
            <a:avLst/>
          </a:prstGeom>
          <a:solidFill>
            <a:schemeClr val="accent3">
              <a:lumMod val="75000"/>
            </a:schemeClr>
          </a:solidFill>
          <a:ln w="9525">
            <a:solidFill>
              <a:schemeClr val="accent2">
                <a:lumMod val="10000"/>
                <a:lumOff val="9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Query Brain</a:t>
            </a:r>
            <a:endParaRPr lang="en-IN" sz="1400" dirty="0" err="1">
              <a:solidFill>
                <a:schemeClr val="bg1"/>
              </a:solidFill>
            </a:endParaRPr>
          </a:p>
        </p:txBody>
      </p:sp>
      <p:sp>
        <p:nvSpPr>
          <p:cNvPr id="45" name="Rectangle 44">
            <a:extLst>
              <a:ext uri="{FF2B5EF4-FFF2-40B4-BE49-F238E27FC236}">
                <a16:creationId xmlns:a16="http://schemas.microsoft.com/office/drawing/2014/main" id="{3D1EF861-47A8-DA03-AC60-E31E597E59DA}"/>
              </a:ext>
            </a:extLst>
          </p:cNvPr>
          <p:cNvSpPr/>
          <p:nvPr/>
        </p:nvSpPr>
        <p:spPr>
          <a:xfrm>
            <a:off x="6458530" y="1601473"/>
            <a:ext cx="2102756" cy="649224"/>
          </a:xfrm>
          <a:prstGeom prst="rect">
            <a:avLst/>
          </a:prstGeom>
          <a:solidFill>
            <a:schemeClr val="accent3">
              <a:lumMod val="75000"/>
            </a:schemeClr>
          </a:solidFill>
          <a:ln w="9525">
            <a:solidFill>
              <a:schemeClr val="accent2">
                <a:lumMod val="10000"/>
                <a:lumOff val="9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Semantic Layer</a:t>
            </a:r>
            <a:endParaRPr lang="en-IN" sz="1400" dirty="0" err="1">
              <a:solidFill>
                <a:schemeClr val="bg1"/>
              </a:solidFill>
            </a:endParaRPr>
          </a:p>
        </p:txBody>
      </p:sp>
      <p:sp>
        <p:nvSpPr>
          <p:cNvPr id="47" name="Rectangle 46">
            <a:extLst>
              <a:ext uri="{FF2B5EF4-FFF2-40B4-BE49-F238E27FC236}">
                <a16:creationId xmlns:a16="http://schemas.microsoft.com/office/drawing/2014/main" id="{BBB2C2D1-5DEA-7AF7-3619-8D1676367D69}"/>
              </a:ext>
            </a:extLst>
          </p:cNvPr>
          <p:cNvSpPr/>
          <p:nvPr/>
        </p:nvSpPr>
        <p:spPr>
          <a:xfrm>
            <a:off x="6458530" y="4599183"/>
            <a:ext cx="2281427" cy="649224"/>
          </a:xfrm>
          <a:prstGeom prst="rect">
            <a:avLst/>
          </a:prstGeom>
          <a:solidFill>
            <a:schemeClr val="accent1">
              <a:lumMod val="75000"/>
            </a:schemeClr>
          </a:solidFill>
          <a:ln w="9525">
            <a:solidFill>
              <a:schemeClr val="accent2">
                <a:lumMod val="10000"/>
                <a:lumOff val="9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Narration</a:t>
            </a:r>
            <a:endParaRPr lang="en-IN" sz="1400" dirty="0" err="1">
              <a:solidFill>
                <a:schemeClr val="bg1"/>
              </a:solidFill>
            </a:endParaRPr>
          </a:p>
        </p:txBody>
      </p:sp>
      <p:sp>
        <p:nvSpPr>
          <p:cNvPr id="48" name="Flowchart: Magnetic Disk 47">
            <a:extLst>
              <a:ext uri="{FF2B5EF4-FFF2-40B4-BE49-F238E27FC236}">
                <a16:creationId xmlns:a16="http://schemas.microsoft.com/office/drawing/2014/main" id="{87E2EC9A-DC77-169F-168F-45AEBBC0511C}"/>
              </a:ext>
            </a:extLst>
          </p:cNvPr>
          <p:cNvSpPr/>
          <p:nvPr/>
        </p:nvSpPr>
        <p:spPr>
          <a:xfrm>
            <a:off x="6924874" y="2979131"/>
            <a:ext cx="1332158" cy="758952"/>
          </a:xfrm>
          <a:prstGeom prst="flowChartMagneticDisk">
            <a:avLst/>
          </a:prstGeom>
          <a:solidFill>
            <a:schemeClr val="accent4">
              <a:lumMod val="40000"/>
              <a:lumOff val="60000"/>
            </a:schemeClr>
          </a:solidFill>
          <a:ln w="9525">
            <a:solidFill>
              <a:schemeClr val="accent3">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Duck DB</a:t>
            </a:r>
            <a:endParaRPr lang="en-IN" sz="1400" dirty="0" err="1">
              <a:solidFill>
                <a:schemeClr val="bg1"/>
              </a:solidFill>
            </a:endParaRPr>
          </a:p>
        </p:txBody>
      </p:sp>
      <p:pic>
        <p:nvPicPr>
          <p:cNvPr id="51" name="Graphic 50" descr="Users with solid fill">
            <a:extLst>
              <a:ext uri="{FF2B5EF4-FFF2-40B4-BE49-F238E27FC236}">
                <a16:creationId xmlns:a16="http://schemas.microsoft.com/office/drawing/2014/main" id="{3D95BFF9-AD09-EEB3-1827-7EE517D43EE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65760" y="2887732"/>
            <a:ext cx="1133856" cy="914400"/>
          </a:xfrm>
          <a:prstGeom prst="rect">
            <a:avLst/>
          </a:prstGeom>
        </p:spPr>
      </p:pic>
      <p:sp>
        <p:nvSpPr>
          <p:cNvPr id="85" name="Arrow: Bent 84">
            <a:extLst>
              <a:ext uri="{FF2B5EF4-FFF2-40B4-BE49-F238E27FC236}">
                <a16:creationId xmlns:a16="http://schemas.microsoft.com/office/drawing/2014/main" id="{E499572C-4262-27F7-D115-A9BCFA9FB954}"/>
              </a:ext>
            </a:extLst>
          </p:cNvPr>
          <p:cNvSpPr/>
          <p:nvPr/>
        </p:nvSpPr>
        <p:spPr>
          <a:xfrm>
            <a:off x="5266015" y="1874095"/>
            <a:ext cx="960120" cy="798750"/>
          </a:xfrm>
          <a:prstGeom prst="bentArrow">
            <a:avLst>
              <a:gd name="adj1" fmla="val 6683"/>
              <a:gd name="adj2" fmla="val 23283"/>
              <a:gd name="adj3" fmla="val 16986"/>
              <a:gd name="adj4" fmla="val 43750"/>
            </a:avLst>
          </a:prstGeom>
          <a:solidFill>
            <a:schemeClr val="bg1">
              <a:lumMod val="95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1400" dirty="0" err="1">
              <a:solidFill>
                <a:schemeClr val="tx1"/>
              </a:solidFill>
            </a:endParaRPr>
          </a:p>
        </p:txBody>
      </p:sp>
      <p:sp>
        <p:nvSpPr>
          <p:cNvPr id="86" name="Arrow: Right 85">
            <a:extLst>
              <a:ext uri="{FF2B5EF4-FFF2-40B4-BE49-F238E27FC236}">
                <a16:creationId xmlns:a16="http://schemas.microsoft.com/office/drawing/2014/main" id="{B983149C-E407-C0F7-51DA-5DD56BD4D435}"/>
              </a:ext>
            </a:extLst>
          </p:cNvPr>
          <p:cNvSpPr/>
          <p:nvPr/>
        </p:nvSpPr>
        <p:spPr>
          <a:xfrm>
            <a:off x="6183844" y="3332816"/>
            <a:ext cx="582715" cy="160192"/>
          </a:xfrm>
          <a:prstGeom prst="rightArrow">
            <a:avLst/>
          </a:prstGeom>
          <a:solidFill>
            <a:schemeClr val="bg1">
              <a:lumMod val="95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1400" dirty="0" err="1">
              <a:solidFill>
                <a:schemeClr val="tx1"/>
              </a:solidFill>
            </a:endParaRPr>
          </a:p>
        </p:txBody>
      </p:sp>
      <p:sp>
        <p:nvSpPr>
          <p:cNvPr id="88" name="Arrow: Right 87">
            <a:extLst>
              <a:ext uri="{FF2B5EF4-FFF2-40B4-BE49-F238E27FC236}">
                <a16:creationId xmlns:a16="http://schemas.microsoft.com/office/drawing/2014/main" id="{05F50269-5F22-2408-6951-13DB998F2F37}"/>
              </a:ext>
            </a:extLst>
          </p:cNvPr>
          <p:cNvSpPr/>
          <p:nvPr/>
        </p:nvSpPr>
        <p:spPr>
          <a:xfrm>
            <a:off x="1566308" y="3291837"/>
            <a:ext cx="582715" cy="153680"/>
          </a:xfrm>
          <a:prstGeom prst="rightArrow">
            <a:avLst/>
          </a:prstGeom>
          <a:solidFill>
            <a:schemeClr val="bg1">
              <a:lumMod val="95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1400" dirty="0" err="1">
              <a:solidFill>
                <a:schemeClr val="tx1"/>
              </a:solidFill>
            </a:endParaRPr>
          </a:p>
        </p:txBody>
      </p:sp>
      <p:sp>
        <p:nvSpPr>
          <p:cNvPr id="90" name="Arrow: Right 89">
            <a:extLst>
              <a:ext uri="{FF2B5EF4-FFF2-40B4-BE49-F238E27FC236}">
                <a16:creationId xmlns:a16="http://schemas.microsoft.com/office/drawing/2014/main" id="{E15FB4E9-7B15-5616-4C90-F9815627A493}"/>
              </a:ext>
            </a:extLst>
          </p:cNvPr>
          <p:cNvSpPr/>
          <p:nvPr/>
        </p:nvSpPr>
        <p:spPr>
          <a:xfrm>
            <a:off x="3828288" y="3291837"/>
            <a:ext cx="475575" cy="153680"/>
          </a:xfrm>
          <a:prstGeom prst="rightArrow">
            <a:avLst/>
          </a:prstGeom>
          <a:solidFill>
            <a:schemeClr val="bg1">
              <a:lumMod val="95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1400" dirty="0" err="1">
              <a:solidFill>
                <a:schemeClr val="tx1"/>
              </a:solidFill>
            </a:endParaRPr>
          </a:p>
        </p:txBody>
      </p:sp>
      <p:sp>
        <p:nvSpPr>
          <p:cNvPr id="93" name="TextBox 92">
            <a:extLst>
              <a:ext uri="{FF2B5EF4-FFF2-40B4-BE49-F238E27FC236}">
                <a16:creationId xmlns:a16="http://schemas.microsoft.com/office/drawing/2014/main" id="{3853463E-C5C7-C0AE-2434-C4FDFA6F5C75}"/>
              </a:ext>
            </a:extLst>
          </p:cNvPr>
          <p:cNvSpPr txBox="1"/>
          <p:nvPr/>
        </p:nvSpPr>
        <p:spPr>
          <a:xfrm>
            <a:off x="5049774" y="1811100"/>
            <a:ext cx="6094476" cy="307777"/>
          </a:xfrm>
          <a:prstGeom prst="rect">
            <a:avLst/>
          </a:prstGeom>
          <a:noFill/>
        </p:spPr>
        <p:txBody>
          <a:bodyPr wrap="square">
            <a:spAutoFit/>
          </a:bodyPr>
          <a:lstStyle/>
          <a:p>
            <a:pPr algn="l">
              <a:spcBef>
                <a:spcPct val="0"/>
              </a:spcBef>
            </a:pPr>
            <a:r>
              <a:rPr lang="en-US" sz="1400" dirty="0">
                <a:solidFill>
                  <a:schemeClr val="bg1"/>
                </a:solidFill>
              </a:rPr>
              <a:t>Use</a:t>
            </a:r>
            <a:endParaRPr lang="en-IN" sz="1400" dirty="0" err="1">
              <a:solidFill>
                <a:schemeClr val="bg1"/>
              </a:solidFill>
            </a:endParaRPr>
          </a:p>
        </p:txBody>
      </p:sp>
      <p:sp>
        <p:nvSpPr>
          <p:cNvPr id="95" name="Arrow: Right 94">
            <a:extLst>
              <a:ext uri="{FF2B5EF4-FFF2-40B4-BE49-F238E27FC236}">
                <a16:creationId xmlns:a16="http://schemas.microsoft.com/office/drawing/2014/main" id="{88ED7F71-58C0-0FD3-3C78-6507F434DA7F}"/>
              </a:ext>
            </a:extLst>
          </p:cNvPr>
          <p:cNvSpPr/>
          <p:nvPr/>
        </p:nvSpPr>
        <p:spPr>
          <a:xfrm rot="5400000">
            <a:off x="7212996" y="4083467"/>
            <a:ext cx="582715" cy="170331"/>
          </a:xfrm>
          <a:prstGeom prst="rightArrow">
            <a:avLst/>
          </a:prstGeom>
          <a:solidFill>
            <a:schemeClr val="bg1">
              <a:lumMod val="95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1400" dirty="0" err="1">
              <a:solidFill>
                <a:schemeClr val="tx1"/>
              </a:solidFill>
            </a:endParaRPr>
          </a:p>
        </p:txBody>
      </p:sp>
      <p:sp>
        <p:nvSpPr>
          <p:cNvPr id="97" name="Arrow: Bent 96">
            <a:extLst>
              <a:ext uri="{FF2B5EF4-FFF2-40B4-BE49-F238E27FC236}">
                <a16:creationId xmlns:a16="http://schemas.microsoft.com/office/drawing/2014/main" id="{38C4ABC3-0B94-D468-2A27-8D8A96BFE7BD}"/>
              </a:ext>
            </a:extLst>
          </p:cNvPr>
          <p:cNvSpPr/>
          <p:nvPr/>
        </p:nvSpPr>
        <p:spPr>
          <a:xfrm rot="16200000">
            <a:off x="5268662" y="4116674"/>
            <a:ext cx="740821" cy="960119"/>
          </a:xfrm>
          <a:prstGeom prst="bentArrow">
            <a:avLst>
              <a:gd name="adj1" fmla="val 6683"/>
              <a:gd name="adj2" fmla="val 23283"/>
              <a:gd name="adj3" fmla="val 16986"/>
              <a:gd name="adj4" fmla="val 43750"/>
            </a:avLst>
          </a:prstGeom>
          <a:solidFill>
            <a:schemeClr val="bg1">
              <a:lumMod val="95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1400" dirty="0" err="1">
              <a:solidFill>
                <a:schemeClr val="tx1"/>
              </a:solidFill>
            </a:endParaRPr>
          </a:p>
        </p:txBody>
      </p:sp>
      <p:sp>
        <p:nvSpPr>
          <p:cNvPr id="101" name="TextBox 100">
            <a:extLst>
              <a:ext uri="{FF2B5EF4-FFF2-40B4-BE49-F238E27FC236}">
                <a16:creationId xmlns:a16="http://schemas.microsoft.com/office/drawing/2014/main" id="{4B94F05B-5CB7-C38A-56D5-395BB211E961}"/>
              </a:ext>
            </a:extLst>
          </p:cNvPr>
          <p:cNvSpPr txBox="1"/>
          <p:nvPr/>
        </p:nvSpPr>
        <p:spPr>
          <a:xfrm>
            <a:off x="6226135" y="2979131"/>
            <a:ext cx="6094476" cy="307777"/>
          </a:xfrm>
          <a:prstGeom prst="rect">
            <a:avLst/>
          </a:prstGeom>
          <a:noFill/>
        </p:spPr>
        <p:txBody>
          <a:bodyPr wrap="square">
            <a:spAutoFit/>
          </a:bodyPr>
          <a:lstStyle/>
          <a:p>
            <a:pPr algn="l">
              <a:spcBef>
                <a:spcPct val="0"/>
              </a:spcBef>
            </a:pPr>
            <a:r>
              <a:rPr lang="en-US" sz="1400" dirty="0">
                <a:solidFill>
                  <a:schemeClr val="bg1"/>
                </a:solidFill>
              </a:rPr>
              <a:t>SQL</a:t>
            </a:r>
            <a:endParaRPr lang="en-IN" sz="1400" dirty="0" err="1">
              <a:solidFill>
                <a:schemeClr val="bg1"/>
              </a:solidFill>
            </a:endParaRPr>
          </a:p>
        </p:txBody>
      </p:sp>
      <p:sp>
        <p:nvSpPr>
          <p:cNvPr id="103" name="TextBox 102">
            <a:extLst>
              <a:ext uri="{FF2B5EF4-FFF2-40B4-BE49-F238E27FC236}">
                <a16:creationId xmlns:a16="http://schemas.microsoft.com/office/drawing/2014/main" id="{53DAB0A1-C6FC-0C27-0859-0C506B8FCD83}"/>
              </a:ext>
            </a:extLst>
          </p:cNvPr>
          <p:cNvSpPr txBox="1"/>
          <p:nvPr/>
        </p:nvSpPr>
        <p:spPr>
          <a:xfrm>
            <a:off x="7675500" y="3993273"/>
            <a:ext cx="6094476" cy="307777"/>
          </a:xfrm>
          <a:prstGeom prst="rect">
            <a:avLst/>
          </a:prstGeom>
          <a:noFill/>
        </p:spPr>
        <p:txBody>
          <a:bodyPr wrap="square">
            <a:spAutoFit/>
          </a:bodyPr>
          <a:lstStyle/>
          <a:p>
            <a:pPr algn="l">
              <a:spcBef>
                <a:spcPct val="0"/>
              </a:spcBef>
            </a:pPr>
            <a:r>
              <a:rPr lang="en-US" sz="1400" dirty="0">
                <a:solidFill>
                  <a:schemeClr val="bg1"/>
                </a:solidFill>
              </a:rPr>
              <a:t>Result</a:t>
            </a:r>
            <a:endParaRPr lang="en-IN" sz="1400" dirty="0" err="1">
              <a:solidFill>
                <a:schemeClr val="bg1"/>
              </a:solidFill>
            </a:endParaRPr>
          </a:p>
        </p:txBody>
      </p:sp>
      <p:sp>
        <p:nvSpPr>
          <p:cNvPr id="105" name="TextBox 104">
            <a:extLst>
              <a:ext uri="{FF2B5EF4-FFF2-40B4-BE49-F238E27FC236}">
                <a16:creationId xmlns:a16="http://schemas.microsoft.com/office/drawing/2014/main" id="{2A1940F4-6A3E-EB8E-6B99-D80F2E55D542}"/>
              </a:ext>
            </a:extLst>
          </p:cNvPr>
          <p:cNvSpPr txBox="1"/>
          <p:nvPr/>
        </p:nvSpPr>
        <p:spPr>
          <a:xfrm>
            <a:off x="5209794" y="5087883"/>
            <a:ext cx="6094476" cy="307777"/>
          </a:xfrm>
          <a:prstGeom prst="rect">
            <a:avLst/>
          </a:prstGeom>
          <a:noFill/>
        </p:spPr>
        <p:txBody>
          <a:bodyPr wrap="square">
            <a:spAutoFit/>
          </a:bodyPr>
          <a:lstStyle/>
          <a:p>
            <a:pPr algn="l">
              <a:spcBef>
                <a:spcPct val="0"/>
              </a:spcBef>
            </a:pPr>
            <a:r>
              <a:rPr lang="en-US" sz="1400" dirty="0">
                <a:solidFill>
                  <a:schemeClr val="bg1"/>
                </a:solidFill>
              </a:rPr>
              <a:t>Answer</a:t>
            </a:r>
            <a:endParaRPr lang="en-IN" sz="1400" dirty="0" err="1">
              <a:solidFill>
                <a:schemeClr val="bg1"/>
              </a:solidFill>
            </a:endParaRPr>
          </a:p>
        </p:txBody>
      </p:sp>
      <p:sp>
        <p:nvSpPr>
          <p:cNvPr id="107" name="TextBox 106">
            <a:extLst>
              <a:ext uri="{FF2B5EF4-FFF2-40B4-BE49-F238E27FC236}">
                <a16:creationId xmlns:a16="http://schemas.microsoft.com/office/drawing/2014/main" id="{BCAFB028-E2F0-8C75-59D8-175A26298DEB}"/>
              </a:ext>
            </a:extLst>
          </p:cNvPr>
          <p:cNvSpPr txBox="1"/>
          <p:nvPr/>
        </p:nvSpPr>
        <p:spPr>
          <a:xfrm>
            <a:off x="550387" y="2739710"/>
            <a:ext cx="6094476" cy="307777"/>
          </a:xfrm>
          <a:prstGeom prst="rect">
            <a:avLst/>
          </a:prstGeom>
          <a:noFill/>
        </p:spPr>
        <p:txBody>
          <a:bodyPr wrap="square">
            <a:spAutoFit/>
          </a:bodyPr>
          <a:lstStyle/>
          <a:p>
            <a:pPr algn="l">
              <a:spcBef>
                <a:spcPct val="0"/>
              </a:spcBef>
            </a:pPr>
            <a:r>
              <a:rPr lang="en-US" sz="1400" dirty="0">
                <a:solidFill>
                  <a:schemeClr val="bg1"/>
                </a:solidFill>
              </a:rPr>
              <a:t>User</a:t>
            </a:r>
            <a:endParaRPr lang="en-IN" sz="1400" dirty="0" err="1">
              <a:solidFill>
                <a:schemeClr val="bg1"/>
              </a:solidFill>
            </a:endParaRPr>
          </a:p>
        </p:txBody>
      </p:sp>
    </p:spTree>
    <p:extLst>
      <p:ext uri="{BB962C8B-B14F-4D97-AF65-F5344CB8AC3E}">
        <p14:creationId xmlns:p14="http://schemas.microsoft.com/office/powerpoint/2010/main" val="9449953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C7902-911B-EA6B-B69B-627B6190214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1A33A7-B088-CF92-C3C5-C0772EADC242}"/>
              </a:ext>
            </a:extLst>
          </p:cNvPr>
          <p:cNvSpPr>
            <a:spLocks noGrp="1"/>
          </p:cNvSpPr>
          <p:nvPr>
            <p:ph type="title"/>
          </p:nvPr>
        </p:nvSpPr>
        <p:spPr>
          <a:xfrm>
            <a:off x="550387" y="53958"/>
            <a:ext cx="11088050" cy="930372"/>
          </a:xfrm>
        </p:spPr>
        <p:txBody>
          <a:bodyPr/>
          <a:lstStyle/>
          <a:p>
            <a:r>
              <a:rPr lang="en-IN" sz="3200" b="1" dirty="0">
                <a:solidFill>
                  <a:srgbClr val="0070C0"/>
                </a:solidFill>
              </a:rPr>
              <a:t>How User Questions Become Business Insights</a:t>
            </a:r>
            <a:endParaRPr lang="en-US" dirty="0"/>
          </a:p>
        </p:txBody>
      </p:sp>
      <p:sp>
        <p:nvSpPr>
          <p:cNvPr id="92" name="Title 1">
            <a:extLst>
              <a:ext uri="{FF2B5EF4-FFF2-40B4-BE49-F238E27FC236}">
                <a16:creationId xmlns:a16="http://schemas.microsoft.com/office/drawing/2014/main" id="{3856FFB2-3C10-E3D5-8849-F3B7AFD04F75}"/>
              </a:ext>
            </a:extLst>
          </p:cNvPr>
          <p:cNvSpPr txBox="1">
            <a:spLocks/>
          </p:cNvSpPr>
          <p:nvPr/>
        </p:nvSpPr>
        <p:spPr>
          <a:xfrm>
            <a:off x="457200" y="736652"/>
            <a:ext cx="8229600" cy="1143000"/>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endParaRPr lang="en-US" sz="3599">
              <a:solidFill>
                <a:srgbClr val="0070C0"/>
              </a:solidFill>
            </a:endParaRPr>
          </a:p>
        </p:txBody>
      </p:sp>
      <p:sp>
        <p:nvSpPr>
          <p:cNvPr id="128" name="Date Placeholder 127">
            <a:extLst>
              <a:ext uri="{FF2B5EF4-FFF2-40B4-BE49-F238E27FC236}">
                <a16:creationId xmlns:a16="http://schemas.microsoft.com/office/drawing/2014/main" id="{072607C7-10B1-350E-0D8B-713EC093F5FE}"/>
              </a:ext>
            </a:extLst>
          </p:cNvPr>
          <p:cNvSpPr>
            <a:spLocks noGrp="1"/>
          </p:cNvSpPr>
          <p:nvPr>
            <p:ph type="dt" sz="half" idx="10"/>
          </p:nvPr>
        </p:nvSpPr>
        <p:spPr>
          <a:xfrm>
            <a:off x="9807372" y="6650662"/>
            <a:ext cx="1830733" cy="123111"/>
          </a:xfrm>
        </p:spPr>
        <p:txBody>
          <a:bodyPr/>
          <a:lstStyle/>
          <a:p>
            <a:pPr>
              <a:spcBef>
                <a:spcPts val="1000"/>
              </a:spcBef>
            </a:pPr>
            <a:r>
              <a:rPr lang="en-IN"/>
              <a:t>Company Confidential © Capgemini 2026. All rights reserved.</a:t>
            </a:r>
            <a:endParaRPr lang="en-US"/>
          </a:p>
        </p:txBody>
      </p:sp>
      <p:sp>
        <p:nvSpPr>
          <p:cNvPr id="129" name="Footer Placeholder 128">
            <a:extLst>
              <a:ext uri="{FF2B5EF4-FFF2-40B4-BE49-F238E27FC236}">
                <a16:creationId xmlns:a16="http://schemas.microsoft.com/office/drawing/2014/main" id="{FF70E3BD-D874-B67E-1905-BC8BC75ADDED}"/>
              </a:ext>
            </a:extLst>
          </p:cNvPr>
          <p:cNvSpPr>
            <a:spLocks noGrp="1"/>
          </p:cNvSpPr>
          <p:nvPr>
            <p:ph type="ftr" sz="quarter" idx="11"/>
          </p:nvPr>
        </p:nvSpPr>
        <p:spPr>
          <a:xfrm>
            <a:off x="550719" y="6650662"/>
            <a:ext cx="4715296" cy="123111"/>
          </a:xfrm>
        </p:spPr>
        <p:txBody>
          <a:bodyPr/>
          <a:lstStyle/>
          <a:p>
            <a:pPr>
              <a:spcBef>
                <a:spcPts val="1000"/>
              </a:spcBef>
            </a:pPr>
            <a:r>
              <a:rPr lang="en-US"/>
              <a:t>AI Data Copilot - AskData</a:t>
            </a:r>
          </a:p>
        </p:txBody>
      </p:sp>
      <p:sp>
        <p:nvSpPr>
          <p:cNvPr id="130" name="Slide Number Placeholder 129">
            <a:extLst>
              <a:ext uri="{FF2B5EF4-FFF2-40B4-BE49-F238E27FC236}">
                <a16:creationId xmlns:a16="http://schemas.microsoft.com/office/drawing/2014/main" id="{C5558F2C-9A7E-F155-C393-AFF657A0693B}"/>
              </a:ext>
            </a:extLst>
          </p:cNvPr>
          <p:cNvSpPr>
            <a:spLocks noGrp="1"/>
          </p:cNvSpPr>
          <p:nvPr>
            <p:ph type="sldNum" sz="quarter" idx="12"/>
          </p:nvPr>
        </p:nvSpPr>
        <p:spPr>
          <a:xfrm>
            <a:off x="11775274" y="6650662"/>
            <a:ext cx="232604" cy="123111"/>
          </a:xfrm>
        </p:spPr>
        <p:txBody>
          <a:bodyPr/>
          <a:lstStyle/>
          <a:p>
            <a:pPr algn="r"/>
            <a:fld id="{5D9A5160-6218-4E5A-B9E6-B93E3DAE377C}" type="slidenum">
              <a:rPr lang="en-US" smtClean="0"/>
              <a:pPr algn="r"/>
              <a:t>6</a:t>
            </a:fld>
            <a:endParaRPr lang="en-US"/>
          </a:p>
        </p:txBody>
      </p:sp>
      <p:sp>
        <p:nvSpPr>
          <p:cNvPr id="146" name="Rectangle 145">
            <a:extLst>
              <a:ext uri="{FF2B5EF4-FFF2-40B4-BE49-F238E27FC236}">
                <a16:creationId xmlns:a16="http://schemas.microsoft.com/office/drawing/2014/main" id="{72029BD6-8A77-81E0-8D5E-1E03250EB545}"/>
              </a:ext>
            </a:extLst>
          </p:cNvPr>
          <p:cNvSpPr/>
          <p:nvPr/>
        </p:nvSpPr>
        <p:spPr>
          <a:xfrm>
            <a:off x="630714" y="1454897"/>
            <a:ext cx="1744012" cy="4644000"/>
          </a:xfrm>
          <a:prstGeom prst="rect">
            <a:avLst/>
          </a:prstGeom>
          <a:solidFill>
            <a:srgbClr val="3B82F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r>
              <a:rPr lang="en-US" sz="1900" dirty="0">
                <a:solidFill>
                  <a:schemeClr val="bg1"/>
                </a:solidFill>
              </a:rPr>
              <a:t>User Layer</a:t>
            </a:r>
          </a:p>
        </p:txBody>
      </p:sp>
      <p:sp>
        <p:nvSpPr>
          <p:cNvPr id="147" name="Rectangle 146">
            <a:extLst>
              <a:ext uri="{FF2B5EF4-FFF2-40B4-BE49-F238E27FC236}">
                <a16:creationId xmlns:a16="http://schemas.microsoft.com/office/drawing/2014/main" id="{1F240960-7DE5-0981-FB65-DE6F548516F6}"/>
              </a:ext>
            </a:extLst>
          </p:cNvPr>
          <p:cNvSpPr>
            <a:spLocks noChangeAspect="1"/>
          </p:cNvSpPr>
          <p:nvPr/>
        </p:nvSpPr>
        <p:spPr>
          <a:xfrm>
            <a:off x="965820" y="3624040"/>
            <a:ext cx="1016456" cy="774859"/>
          </a:xfrm>
          <a:prstGeom prst="rect">
            <a:avLst/>
          </a:prstGeom>
          <a:solidFill>
            <a:srgbClr val="3B82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Natural Language Question</a:t>
            </a:r>
            <a:endParaRPr lang="en-US" sz="1100"/>
          </a:p>
        </p:txBody>
      </p:sp>
      <p:cxnSp>
        <p:nvCxnSpPr>
          <p:cNvPr id="148" name="Straight Arrow Connector 147">
            <a:extLst>
              <a:ext uri="{FF2B5EF4-FFF2-40B4-BE49-F238E27FC236}">
                <a16:creationId xmlns:a16="http://schemas.microsoft.com/office/drawing/2014/main" id="{F65D9EF5-8B83-5479-7A51-B57A141588F0}"/>
              </a:ext>
            </a:extLst>
          </p:cNvPr>
          <p:cNvCxnSpPr>
            <a:cxnSpLocks/>
            <a:endCxn id="147" idx="0"/>
          </p:cNvCxnSpPr>
          <p:nvPr/>
        </p:nvCxnSpPr>
        <p:spPr>
          <a:xfrm>
            <a:off x="1474048" y="3225678"/>
            <a:ext cx="0" cy="398362"/>
          </a:xfrm>
          <a:prstGeom prst="straightConnector1">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sp>
        <p:nvSpPr>
          <p:cNvPr id="149" name="Rectangle 148">
            <a:extLst>
              <a:ext uri="{FF2B5EF4-FFF2-40B4-BE49-F238E27FC236}">
                <a16:creationId xmlns:a16="http://schemas.microsoft.com/office/drawing/2014/main" id="{8CA77EB0-3A90-7399-55BB-15E1D82DB558}"/>
              </a:ext>
            </a:extLst>
          </p:cNvPr>
          <p:cNvSpPr/>
          <p:nvPr/>
        </p:nvSpPr>
        <p:spPr>
          <a:xfrm>
            <a:off x="2583166" y="1454897"/>
            <a:ext cx="1650693" cy="4644000"/>
          </a:xfrm>
          <a:prstGeom prst="rect">
            <a:avLst/>
          </a:prstGeom>
          <a:solidFill>
            <a:srgbClr val="8B5CF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r>
              <a:rPr lang="en-US" sz="1900">
                <a:solidFill>
                  <a:schemeClr val="bg1"/>
                </a:solidFill>
              </a:rPr>
              <a:t>Intelligence Layer</a:t>
            </a:r>
          </a:p>
        </p:txBody>
      </p:sp>
      <p:sp>
        <p:nvSpPr>
          <p:cNvPr id="150" name="Rectangle 149">
            <a:extLst>
              <a:ext uri="{FF2B5EF4-FFF2-40B4-BE49-F238E27FC236}">
                <a16:creationId xmlns:a16="http://schemas.microsoft.com/office/drawing/2014/main" id="{655C0CCC-15A2-4777-BA9D-60C6E1927939}"/>
              </a:ext>
            </a:extLst>
          </p:cNvPr>
          <p:cNvSpPr/>
          <p:nvPr/>
        </p:nvSpPr>
        <p:spPr>
          <a:xfrm>
            <a:off x="2900284" y="3624040"/>
            <a:ext cx="1016456" cy="774859"/>
          </a:xfrm>
          <a:prstGeom prst="rect">
            <a:avLst/>
          </a:prstGeom>
          <a:solidFill>
            <a:srgbClr val="8B5C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Model Update</a:t>
            </a:r>
            <a:endParaRPr lang="en-US" sz="1100"/>
          </a:p>
        </p:txBody>
      </p:sp>
      <p:cxnSp>
        <p:nvCxnSpPr>
          <p:cNvPr id="151" name="Straight Arrow Connector 150">
            <a:extLst>
              <a:ext uri="{FF2B5EF4-FFF2-40B4-BE49-F238E27FC236}">
                <a16:creationId xmlns:a16="http://schemas.microsoft.com/office/drawing/2014/main" id="{A02C709E-F3E0-C0DC-40F4-68212D2008DA}"/>
              </a:ext>
            </a:extLst>
          </p:cNvPr>
          <p:cNvCxnSpPr>
            <a:cxnSpLocks/>
            <a:stCxn id="152" idx="2"/>
            <a:endCxn id="150" idx="0"/>
          </p:cNvCxnSpPr>
          <p:nvPr/>
        </p:nvCxnSpPr>
        <p:spPr>
          <a:xfrm>
            <a:off x="3408512" y="3018284"/>
            <a:ext cx="0" cy="605756"/>
          </a:xfrm>
          <a:prstGeom prst="straightConnector1">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sp>
        <p:nvSpPr>
          <p:cNvPr id="152" name="Rectangle 151">
            <a:extLst>
              <a:ext uri="{FF2B5EF4-FFF2-40B4-BE49-F238E27FC236}">
                <a16:creationId xmlns:a16="http://schemas.microsoft.com/office/drawing/2014/main" id="{54A082B7-7D2B-C986-15A3-3E4911ABA472}"/>
              </a:ext>
            </a:extLst>
          </p:cNvPr>
          <p:cNvSpPr/>
          <p:nvPr/>
        </p:nvSpPr>
        <p:spPr>
          <a:xfrm>
            <a:off x="2900284" y="2243425"/>
            <a:ext cx="1016456" cy="774859"/>
          </a:xfrm>
          <a:prstGeom prst="rect">
            <a:avLst/>
          </a:prstGeom>
          <a:solidFill>
            <a:srgbClr val="8B5C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Business Semantic Model Creation</a:t>
            </a:r>
            <a:endParaRPr lang="en-US" sz="1100"/>
          </a:p>
        </p:txBody>
      </p:sp>
      <p:sp>
        <p:nvSpPr>
          <p:cNvPr id="153" name="Rectangle 152">
            <a:extLst>
              <a:ext uri="{FF2B5EF4-FFF2-40B4-BE49-F238E27FC236}">
                <a16:creationId xmlns:a16="http://schemas.microsoft.com/office/drawing/2014/main" id="{37DF2CD3-6E01-608F-63CA-3BE5E8E646FE}"/>
              </a:ext>
            </a:extLst>
          </p:cNvPr>
          <p:cNvSpPr/>
          <p:nvPr/>
        </p:nvSpPr>
        <p:spPr>
          <a:xfrm>
            <a:off x="2900284" y="5004656"/>
            <a:ext cx="1016456" cy="774859"/>
          </a:xfrm>
          <a:prstGeom prst="rect">
            <a:avLst/>
          </a:prstGeom>
          <a:solidFill>
            <a:srgbClr val="8B5C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SQL Generation + Metadata Enrichment</a:t>
            </a:r>
            <a:endParaRPr lang="en-US" sz="1100"/>
          </a:p>
        </p:txBody>
      </p:sp>
      <p:cxnSp>
        <p:nvCxnSpPr>
          <p:cNvPr id="154" name="Straight Arrow Connector 153">
            <a:extLst>
              <a:ext uri="{FF2B5EF4-FFF2-40B4-BE49-F238E27FC236}">
                <a16:creationId xmlns:a16="http://schemas.microsoft.com/office/drawing/2014/main" id="{66A39734-472E-F127-EE90-99F12E3765FA}"/>
              </a:ext>
            </a:extLst>
          </p:cNvPr>
          <p:cNvCxnSpPr>
            <a:cxnSpLocks/>
            <a:stCxn id="150" idx="2"/>
            <a:endCxn id="153" idx="0"/>
          </p:cNvCxnSpPr>
          <p:nvPr/>
        </p:nvCxnSpPr>
        <p:spPr>
          <a:xfrm>
            <a:off x="3408512" y="4398899"/>
            <a:ext cx="0" cy="605757"/>
          </a:xfrm>
          <a:prstGeom prst="straightConnector1">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sp>
        <p:nvSpPr>
          <p:cNvPr id="155" name="Rectangle 154">
            <a:extLst>
              <a:ext uri="{FF2B5EF4-FFF2-40B4-BE49-F238E27FC236}">
                <a16:creationId xmlns:a16="http://schemas.microsoft.com/office/drawing/2014/main" id="{4E9F7A36-30A0-4318-4589-1C04D0AA2538}"/>
              </a:ext>
            </a:extLst>
          </p:cNvPr>
          <p:cNvSpPr/>
          <p:nvPr/>
        </p:nvSpPr>
        <p:spPr>
          <a:xfrm>
            <a:off x="4442299" y="1454897"/>
            <a:ext cx="3407146" cy="4644000"/>
          </a:xfrm>
          <a:prstGeom prst="rect">
            <a:avLst/>
          </a:prstGeom>
          <a:solidFill>
            <a:srgbClr val="14B8A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r>
              <a:rPr lang="en-US" sz="1900">
                <a:solidFill>
                  <a:schemeClr val="bg1"/>
                </a:solidFill>
              </a:rPr>
              <a:t>Execution and Cache Layer</a:t>
            </a:r>
          </a:p>
        </p:txBody>
      </p:sp>
      <p:sp>
        <p:nvSpPr>
          <p:cNvPr id="156" name="Rectangle 155">
            <a:extLst>
              <a:ext uri="{FF2B5EF4-FFF2-40B4-BE49-F238E27FC236}">
                <a16:creationId xmlns:a16="http://schemas.microsoft.com/office/drawing/2014/main" id="{9CF69A5E-8329-2411-C366-79D9BA7E697E}"/>
              </a:ext>
            </a:extLst>
          </p:cNvPr>
          <p:cNvSpPr/>
          <p:nvPr/>
        </p:nvSpPr>
        <p:spPr>
          <a:xfrm>
            <a:off x="4621187" y="2857216"/>
            <a:ext cx="1016456" cy="774859"/>
          </a:xfrm>
          <a:prstGeom prst="rect">
            <a:avLst/>
          </a:prstGeom>
          <a:solidFill>
            <a:srgbClr val="14B8A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Fetch Cached SQL</a:t>
            </a:r>
            <a:endParaRPr lang="en-US" sz="1100"/>
          </a:p>
        </p:txBody>
      </p:sp>
      <p:sp>
        <p:nvSpPr>
          <p:cNvPr id="157" name="Rectangle 156">
            <a:extLst>
              <a:ext uri="{FF2B5EF4-FFF2-40B4-BE49-F238E27FC236}">
                <a16:creationId xmlns:a16="http://schemas.microsoft.com/office/drawing/2014/main" id="{186DFD85-32CE-EA1A-AAFC-59E271AA06B1}"/>
              </a:ext>
            </a:extLst>
          </p:cNvPr>
          <p:cNvSpPr/>
          <p:nvPr/>
        </p:nvSpPr>
        <p:spPr>
          <a:xfrm>
            <a:off x="5637643" y="1878540"/>
            <a:ext cx="1016456" cy="774859"/>
          </a:xfrm>
          <a:prstGeom prst="rect">
            <a:avLst/>
          </a:prstGeom>
          <a:solidFill>
            <a:srgbClr val="14B8A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Query Cache Check </a:t>
            </a:r>
            <a:endParaRPr lang="en-US" sz="1100"/>
          </a:p>
        </p:txBody>
      </p:sp>
      <p:sp>
        <p:nvSpPr>
          <p:cNvPr id="158" name="Rectangle 157">
            <a:extLst>
              <a:ext uri="{FF2B5EF4-FFF2-40B4-BE49-F238E27FC236}">
                <a16:creationId xmlns:a16="http://schemas.microsoft.com/office/drawing/2014/main" id="{9D8628C5-B1D3-9D3D-E02F-E3350268598A}"/>
              </a:ext>
            </a:extLst>
          </p:cNvPr>
          <p:cNvSpPr/>
          <p:nvPr/>
        </p:nvSpPr>
        <p:spPr>
          <a:xfrm>
            <a:off x="5637643" y="3899651"/>
            <a:ext cx="1016456" cy="774859"/>
          </a:xfrm>
          <a:prstGeom prst="rect">
            <a:avLst/>
          </a:prstGeom>
          <a:solidFill>
            <a:srgbClr val="14B8A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SQL Generation + Metadata Enrichment</a:t>
            </a:r>
            <a:endParaRPr lang="en-US" sz="1100"/>
          </a:p>
        </p:txBody>
      </p:sp>
      <p:sp>
        <p:nvSpPr>
          <p:cNvPr id="159" name="Rectangle 158">
            <a:extLst>
              <a:ext uri="{FF2B5EF4-FFF2-40B4-BE49-F238E27FC236}">
                <a16:creationId xmlns:a16="http://schemas.microsoft.com/office/drawing/2014/main" id="{FE68D538-F618-DDD4-4C3B-A7882EE992BE}"/>
              </a:ext>
            </a:extLst>
          </p:cNvPr>
          <p:cNvSpPr/>
          <p:nvPr/>
        </p:nvSpPr>
        <p:spPr>
          <a:xfrm>
            <a:off x="6658893" y="2838248"/>
            <a:ext cx="1016456" cy="774859"/>
          </a:xfrm>
          <a:prstGeom prst="rect">
            <a:avLst/>
          </a:prstGeom>
          <a:solidFill>
            <a:srgbClr val="14B8A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Generate SQL</a:t>
            </a:r>
            <a:endParaRPr lang="en-US" sz="1100"/>
          </a:p>
        </p:txBody>
      </p:sp>
      <p:cxnSp>
        <p:nvCxnSpPr>
          <p:cNvPr id="160" name="Elbow Connector 159">
            <a:extLst>
              <a:ext uri="{FF2B5EF4-FFF2-40B4-BE49-F238E27FC236}">
                <a16:creationId xmlns:a16="http://schemas.microsoft.com/office/drawing/2014/main" id="{AD60FD61-8863-1B48-525D-00BAF37D4EBE}"/>
              </a:ext>
            </a:extLst>
          </p:cNvPr>
          <p:cNvCxnSpPr>
            <a:cxnSpLocks/>
            <a:stCxn id="157" idx="1"/>
            <a:endCxn id="156" idx="0"/>
          </p:cNvCxnSpPr>
          <p:nvPr/>
        </p:nvCxnSpPr>
        <p:spPr>
          <a:xfrm rot="10800000" flipV="1">
            <a:off x="5129415" y="2265968"/>
            <a:ext cx="508228" cy="591247"/>
          </a:xfrm>
          <a:prstGeom prst="bentConnector2">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cxnSp>
        <p:nvCxnSpPr>
          <p:cNvPr id="173" name="Elbow Connector 172">
            <a:extLst>
              <a:ext uri="{FF2B5EF4-FFF2-40B4-BE49-F238E27FC236}">
                <a16:creationId xmlns:a16="http://schemas.microsoft.com/office/drawing/2014/main" id="{B30B6166-986B-5AD6-15B3-537DAF3DA13C}"/>
              </a:ext>
            </a:extLst>
          </p:cNvPr>
          <p:cNvCxnSpPr>
            <a:cxnSpLocks/>
            <a:stCxn id="157" idx="3"/>
          </p:cNvCxnSpPr>
          <p:nvPr/>
        </p:nvCxnSpPr>
        <p:spPr>
          <a:xfrm>
            <a:off x="6654099" y="2265969"/>
            <a:ext cx="527082" cy="578855"/>
          </a:xfrm>
          <a:prstGeom prst="bentConnector2">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cxnSp>
        <p:nvCxnSpPr>
          <p:cNvPr id="175" name="Elbow Connector 174">
            <a:extLst>
              <a:ext uri="{FF2B5EF4-FFF2-40B4-BE49-F238E27FC236}">
                <a16:creationId xmlns:a16="http://schemas.microsoft.com/office/drawing/2014/main" id="{0B16A478-C05C-3F73-A49E-5C041C206E1E}"/>
              </a:ext>
            </a:extLst>
          </p:cNvPr>
          <p:cNvCxnSpPr>
            <a:cxnSpLocks/>
            <a:stCxn id="156" idx="2"/>
            <a:endCxn id="158" idx="1"/>
          </p:cNvCxnSpPr>
          <p:nvPr/>
        </p:nvCxnSpPr>
        <p:spPr>
          <a:xfrm rot="16200000" flipH="1">
            <a:off x="5056027" y="3705463"/>
            <a:ext cx="655006" cy="508228"/>
          </a:xfrm>
          <a:prstGeom prst="bentConnector2">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cxnSp>
        <p:nvCxnSpPr>
          <p:cNvPr id="177" name="Elbow Connector 176">
            <a:extLst>
              <a:ext uri="{FF2B5EF4-FFF2-40B4-BE49-F238E27FC236}">
                <a16:creationId xmlns:a16="http://schemas.microsoft.com/office/drawing/2014/main" id="{3F279DA3-59FA-9619-FB31-4A6B14D61BC6}"/>
              </a:ext>
            </a:extLst>
          </p:cNvPr>
          <p:cNvCxnSpPr>
            <a:cxnSpLocks/>
            <a:stCxn id="159" idx="2"/>
            <a:endCxn id="158" idx="3"/>
          </p:cNvCxnSpPr>
          <p:nvPr/>
        </p:nvCxnSpPr>
        <p:spPr>
          <a:xfrm rot="5400000">
            <a:off x="6573623" y="3693583"/>
            <a:ext cx="673974" cy="513021"/>
          </a:xfrm>
          <a:prstGeom prst="bentConnector2">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sp>
        <p:nvSpPr>
          <p:cNvPr id="179" name="Rectangle 178">
            <a:extLst>
              <a:ext uri="{FF2B5EF4-FFF2-40B4-BE49-F238E27FC236}">
                <a16:creationId xmlns:a16="http://schemas.microsoft.com/office/drawing/2014/main" id="{11CAC2B8-4EA2-F9F3-9DF6-199EED18AF8B}"/>
              </a:ext>
            </a:extLst>
          </p:cNvPr>
          <p:cNvSpPr/>
          <p:nvPr/>
        </p:nvSpPr>
        <p:spPr>
          <a:xfrm>
            <a:off x="5637643" y="5004656"/>
            <a:ext cx="1016456" cy="774859"/>
          </a:xfrm>
          <a:prstGeom prst="rect">
            <a:avLst/>
          </a:prstGeom>
          <a:solidFill>
            <a:srgbClr val="14B8A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Retry &amp; Self-Heal</a:t>
            </a:r>
          </a:p>
        </p:txBody>
      </p:sp>
      <p:cxnSp>
        <p:nvCxnSpPr>
          <p:cNvPr id="180" name="Straight Arrow Connector 179">
            <a:extLst>
              <a:ext uri="{FF2B5EF4-FFF2-40B4-BE49-F238E27FC236}">
                <a16:creationId xmlns:a16="http://schemas.microsoft.com/office/drawing/2014/main" id="{645F0941-1852-78DD-12D7-6637C4513FB9}"/>
              </a:ext>
            </a:extLst>
          </p:cNvPr>
          <p:cNvCxnSpPr>
            <a:cxnSpLocks/>
            <a:stCxn id="158" idx="2"/>
            <a:endCxn id="179" idx="0"/>
          </p:cNvCxnSpPr>
          <p:nvPr/>
        </p:nvCxnSpPr>
        <p:spPr>
          <a:xfrm>
            <a:off x="6145871" y="4674510"/>
            <a:ext cx="0" cy="330146"/>
          </a:xfrm>
          <a:prstGeom prst="straightConnector1">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sp>
        <p:nvSpPr>
          <p:cNvPr id="181" name="Rectangle 180">
            <a:extLst>
              <a:ext uri="{FF2B5EF4-FFF2-40B4-BE49-F238E27FC236}">
                <a16:creationId xmlns:a16="http://schemas.microsoft.com/office/drawing/2014/main" id="{5EB6300D-76EF-60C7-D42E-8D2643A0B323}"/>
              </a:ext>
            </a:extLst>
          </p:cNvPr>
          <p:cNvSpPr/>
          <p:nvPr/>
        </p:nvSpPr>
        <p:spPr>
          <a:xfrm>
            <a:off x="8057885" y="1454897"/>
            <a:ext cx="1650693" cy="4644000"/>
          </a:xfrm>
          <a:prstGeom prst="rect">
            <a:avLst/>
          </a:prstGeom>
          <a:solidFill>
            <a:srgbClr val="64748B">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r>
              <a:rPr lang="en-US" sz="1900">
                <a:solidFill>
                  <a:schemeClr val="bg1"/>
                </a:solidFill>
              </a:rPr>
              <a:t>Data Layer</a:t>
            </a:r>
          </a:p>
        </p:txBody>
      </p:sp>
      <p:sp>
        <p:nvSpPr>
          <p:cNvPr id="182" name="Rectangle 181">
            <a:extLst>
              <a:ext uri="{FF2B5EF4-FFF2-40B4-BE49-F238E27FC236}">
                <a16:creationId xmlns:a16="http://schemas.microsoft.com/office/drawing/2014/main" id="{039B906E-3166-96C3-6A89-A4D316D54FDF}"/>
              </a:ext>
            </a:extLst>
          </p:cNvPr>
          <p:cNvSpPr/>
          <p:nvPr/>
        </p:nvSpPr>
        <p:spPr>
          <a:xfrm>
            <a:off x="8375003" y="3624040"/>
            <a:ext cx="1016456" cy="774859"/>
          </a:xfrm>
          <a:prstGeom prst="rect">
            <a:avLst/>
          </a:prstGeom>
          <a:solidFill>
            <a:srgbClr val="64748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Semantic Model Update</a:t>
            </a:r>
            <a:endParaRPr lang="en-US" sz="1100"/>
          </a:p>
        </p:txBody>
      </p:sp>
      <p:cxnSp>
        <p:nvCxnSpPr>
          <p:cNvPr id="183" name="Straight Arrow Connector 182">
            <a:extLst>
              <a:ext uri="{FF2B5EF4-FFF2-40B4-BE49-F238E27FC236}">
                <a16:creationId xmlns:a16="http://schemas.microsoft.com/office/drawing/2014/main" id="{FE6B7BF8-5305-379F-EEAD-F3B2153DD4EF}"/>
              </a:ext>
            </a:extLst>
          </p:cNvPr>
          <p:cNvCxnSpPr>
            <a:cxnSpLocks/>
            <a:stCxn id="184" idx="2"/>
            <a:endCxn id="182" idx="0"/>
          </p:cNvCxnSpPr>
          <p:nvPr/>
        </p:nvCxnSpPr>
        <p:spPr>
          <a:xfrm>
            <a:off x="8883231" y="3018284"/>
            <a:ext cx="0" cy="605756"/>
          </a:xfrm>
          <a:prstGeom prst="straightConnector1">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sp>
        <p:nvSpPr>
          <p:cNvPr id="184" name="Rectangle 183">
            <a:extLst>
              <a:ext uri="{FF2B5EF4-FFF2-40B4-BE49-F238E27FC236}">
                <a16:creationId xmlns:a16="http://schemas.microsoft.com/office/drawing/2014/main" id="{AD281D44-F939-6380-2AF6-F36D183F56D8}"/>
              </a:ext>
            </a:extLst>
          </p:cNvPr>
          <p:cNvSpPr/>
          <p:nvPr/>
        </p:nvSpPr>
        <p:spPr>
          <a:xfrm>
            <a:off x="8375003" y="2243425"/>
            <a:ext cx="1016456" cy="774859"/>
          </a:xfrm>
          <a:prstGeom prst="rect">
            <a:avLst/>
          </a:prstGeom>
          <a:solidFill>
            <a:srgbClr val="64748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Semantic Model Lookup</a:t>
            </a:r>
            <a:endParaRPr lang="en-US" sz="1100"/>
          </a:p>
        </p:txBody>
      </p:sp>
      <p:sp>
        <p:nvSpPr>
          <p:cNvPr id="185" name="Rectangle 184">
            <a:extLst>
              <a:ext uri="{FF2B5EF4-FFF2-40B4-BE49-F238E27FC236}">
                <a16:creationId xmlns:a16="http://schemas.microsoft.com/office/drawing/2014/main" id="{D43E4CF2-A803-6A30-284B-A721EA3A1862}"/>
              </a:ext>
            </a:extLst>
          </p:cNvPr>
          <p:cNvSpPr/>
          <p:nvPr/>
        </p:nvSpPr>
        <p:spPr>
          <a:xfrm>
            <a:off x="8375003" y="5004656"/>
            <a:ext cx="1016456" cy="774859"/>
          </a:xfrm>
          <a:prstGeom prst="rect">
            <a:avLst/>
          </a:prstGeom>
          <a:solidFill>
            <a:srgbClr val="64748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t>SQL Generation + Metadata Enrichment</a:t>
            </a:r>
            <a:endParaRPr lang="en-US" sz="1100" dirty="0"/>
          </a:p>
        </p:txBody>
      </p:sp>
      <p:cxnSp>
        <p:nvCxnSpPr>
          <p:cNvPr id="186" name="Straight Arrow Connector 185">
            <a:extLst>
              <a:ext uri="{FF2B5EF4-FFF2-40B4-BE49-F238E27FC236}">
                <a16:creationId xmlns:a16="http://schemas.microsoft.com/office/drawing/2014/main" id="{D1973B46-162D-D5C7-C5D7-99A135587F3C}"/>
              </a:ext>
            </a:extLst>
          </p:cNvPr>
          <p:cNvCxnSpPr>
            <a:cxnSpLocks/>
            <a:stCxn id="182" idx="2"/>
            <a:endCxn id="185" idx="0"/>
          </p:cNvCxnSpPr>
          <p:nvPr/>
        </p:nvCxnSpPr>
        <p:spPr>
          <a:xfrm>
            <a:off x="8883231" y="4398899"/>
            <a:ext cx="0" cy="605757"/>
          </a:xfrm>
          <a:prstGeom prst="straightConnector1">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sp>
        <p:nvSpPr>
          <p:cNvPr id="187" name="Rectangle 186">
            <a:extLst>
              <a:ext uri="{FF2B5EF4-FFF2-40B4-BE49-F238E27FC236}">
                <a16:creationId xmlns:a16="http://schemas.microsoft.com/office/drawing/2014/main" id="{FE98C85A-E414-541E-FB74-5C365DAB52FD}"/>
              </a:ext>
            </a:extLst>
          </p:cNvPr>
          <p:cNvSpPr/>
          <p:nvPr/>
        </p:nvSpPr>
        <p:spPr>
          <a:xfrm>
            <a:off x="9917018" y="1454897"/>
            <a:ext cx="1650693" cy="4644000"/>
          </a:xfrm>
          <a:prstGeom prst="rect">
            <a:avLst/>
          </a:prstGeom>
          <a:solidFill>
            <a:srgbClr val="F59E0B">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r>
              <a:rPr lang="en-US" dirty="0">
                <a:solidFill>
                  <a:schemeClr val="bg1"/>
                </a:solidFill>
              </a:rPr>
              <a:t>Visualization Layer</a:t>
            </a:r>
          </a:p>
        </p:txBody>
      </p:sp>
      <p:sp>
        <p:nvSpPr>
          <p:cNvPr id="188" name="Rectangle 187">
            <a:extLst>
              <a:ext uri="{FF2B5EF4-FFF2-40B4-BE49-F238E27FC236}">
                <a16:creationId xmlns:a16="http://schemas.microsoft.com/office/drawing/2014/main" id="{9DB10A4C-4456-91B7-3628-FCAA76642C60}"/>
              </a:ext>
            </a:extLst>
          </p:cNvPr>
          <p:cNvSpPr/>
          <p:nvPr/>
        </p:nvSpPr>
        <p:spPr>
          <a:xfrm>
            <a:off x="10228070" y="3624040"/>
            <a:ext cx="1016456" cy="774859"/>
          </a:xfrm>
          <a:prstGeom prst="rect">
            <a:avLst/>
          </a:prstGeom>
          <a:solidFill>
            <a:srgbClr val="F59E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AI Analysis</a:t>
            </a:r>
            <a:endParaRPr lang="en-US" sz="1100"/>
          </a:p>
        </p:txBody>
      </p:sp>
      <p:cxnSp>
        <p:nvCxnSpPr>
          <p:cNvPr id="189" name="Straight Arrow Connector 188">
            <a:extLst>
              <a:ext uri="{FF2B5EF4-FFF2-40B4-BE49-F238E27FC236}">
                <a16:creationId xmlns:a16="http://schemas.microsoft.com/office/drawing/2014/main" id="{FFB22EB7-F60A-3836-8C87-BD687D0B5CF1}"/>
              </a:ext>
            </a:extLst>
          </p:cNvPr>
          <p:cNvCxnSpPr>
            <a:cxnSpLocks/>
            <a:stCxn id="190" idx="2"/>
            <a:endCxn id="188" idx="0"/>
          </p:cNvCxnSpPr>
          <p:nvPr/>
        </p:nvCxnSpPr>
        <p:spPr>
          <a:xfrm>
            <a:off x="10736298" y="3018284"/>
            <a:ext cx="0" cy="605756"/>
          </a:xfrm>
          <a:prstGeom prst="straightConnector1">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sp>
        <p:nvSpPr>
          <p:cNvPr id="190" name="Rectangle 189">
            <a:extLst>
              <a:ext uri="{FF2B5EF4-FFF2-40B4-BE49-F238E27FC236}">
                <a16:creationId xmlns:a16="http://schemas.microsoft.com/office/drawing/2014/main" id="{42B5AC2D-03F7-3941-B2AC-412EECF9068F}"/>
              </a:ext>
            </a:extLst>
          </p:cNvPr>
          <p:cNvSpPr/>
          <p:nvPr/>
        </p:nvSpPr>
        <p:spPr>
          <a:xfrm>
            <a:off x="10228070" y="2243425"/>
            <a:ext cx="1016456" cy="774859"/>
          </a:xfrm>
          <a:prstGeom prst="rect">
            <a:avLst/>
          </a:prstGeom>
          <a:solidFill>
            <a:srgbClr val="F59E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Results &amp; Charts</a:t>
            </a:r>
            <a:endParaRPr lang="en-US" sz="1100"/>
          </a:p>
        </p:txBody>
      </p:sp>
      <p:sp>
        <p:nvSpPr>
          <p:cNvPr id="197" name="Rectangle 196">
            <a:extLst>
              <a:ext uri="{FF2B5EF4-FFF2-40B4-BE49-F238E27FC236}">
                <a16:creationId xmlns:a16="http://schemas.microsoft.com/office/drawing/2014/main" id="{CE97F4D7-D991-403B-D797-31B6F8C84FB6}"/>
              </a:ext>
            </a:extLst>
          </p:cNvPr>
          <p:cNvSpPr/>
          <p:nvPr/>
        </p:nvSpPr>
        <p:spPr>
          <a:xfrm>
            <a:off x="10228070" y="5004656"/>
            <a:ext cx="1016456" cy="774859"/>
          </a:xfrm>
          <a:prstGeom prst="rect">
            <a:avLst/>
          </a:prstGeom>
          <a:solidFill>
            <a:srgbClr val="F59E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a:t>Insights</a:t>
            </a:r>
            <a:endParaRPr lang="en-US" sz="1100"/>
          </a:p>
        </p:txBody>
      </p:sp>
      <p:cxnSp>
        <p:nvCxnSpPr>
          <p:cNvPr id="198" name="Straight Arrow Connector 197">
            <a:extLst>
              <a:ext uri="{FF2B5EF4-FFF2-40B4-BE49-F238E27FC236}">
                <a16:creationId xmlns:a16="http://schemas.microsoft.com/office/drawing/2014/main" id="{4580C435-DE81-1EC7-6459-572803BCD579}"/>
              </a:ext>
            </a:extLst>
          </p:cNvPr>
          <p:cNvCxnSpPr>
            <a:cxnSpLocks/>
            <a:stCxn id="188" idx="2"/>
            <a:endCxn id="197" idx="0"/>
          </p:cNvCxnSpPr>
          <p:nvPr/>
        </p:nvCxnSpPr>
        <p:spPr>
          <a:xfrm>
            <a:off x="10736298" y="4398899"/>
            <a:ext cx="0" cy="605757"/>
          </a:xfrm>
          <a:prstGeom prst="straightConnector1">
            <a:avLst/>
          </a:prstGeom>
          <a:ln>
            <a:solidFill>
              <a:srgbClr val="94A3B8"/>
            </a:solidFill>
            <a:tailEnd type="triangle"/>
          </a:ln>
        </p:spPr>
        <p:style>
          <a:lnRef idx="2">
            <a:schemeClr val="accent1"/>
          </a:lnRef>
          <a:fillRef idx="0">
            <a:schemeClr val="accent1"/>
          </a:fillRef>
          <a:effectRef idx="1">
            <a:schemeClr val="accent1"/>
          </a:effectRef>
          <a:fontRef idx="minor">
            <a:schemeClr val="tx1"/>
          </a:fontRef>
        </p:style>
      </p:cxnSp>
      <p:pic>
        <p:nvPicPr>
          <p:cNvPr id="214" name="Graphic 213" descr="Social network with solid fill">
            <a:extLst>
              <a:ext uri="{FF2B5EF4-FFF2-40B4-BE49-F238E27FC236}">
                <a16:creationId xmlns:a16="http://schemas.microsoft.com/office/drawing/2014/main" id="{2E0BB5FF-1769-75D7-4834-0B8AEEC8E2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8514" y="2213311"/>
            <a:ext cx="914400" cy="914400"/>
          </a:xfrm>
          <a:prstGeom prst="rect">
            <a:avLst/>
          </a:prstGeom>
        </p:spPr>
      </p:pic>
    </p:spTree>
    <p:extLst>
      <p:ext uri="{BB962C8B-B14F-4D97-AF65-F5344CB8AC3E}">
        <p14:creationId xmlns:p14="http://schemas.microsoft.com/office/powerpoint/2010/main" val="2487658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FC0C878-6506-27AF-6056-E836FD5A8B51}"/>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6A00F7D7-3D57-B743-BC1C-A89B87B73DEE}"/>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9C2A3E28-1E48-0824-14E8-2E1BF8CCBEFE}"/>
              </a:ext>
            </a:extLst>
          </p:cNvPr>
          <p:cNvSpPr>
            <a:spLocks noGrp="1"/>
          </p:cNvSpPr>
          <p:nvPr>
            <p:ph type="sldNum" sz="quarter" idx="12"/>
          </p:nvPr>
        </p:nvSpPr>
        <p:spPr/>
        <p:txBody>
          <a:bodyPr/>
          <a:lstStyle/>
          <a:p>
            <a:pPr algn="r"/>
            <a:fld id="{5D9A5160-6218-4E5A-B9E6-B93E3DAE377C}" type="slidenum">
              <a:rPr lang="en-US" smtClean="0"/>
              <a:pPr algn="r"/>
              <a:t>7</a:t>
            </a:fld>
            <a:endParaRPr lang="en-US"/>
          </a:p>
        </p:txBody>
      </p:sp>
      <p:sp>
        <p:nvSpPr>
          <p:cNvPr id="6" name="Title 3">
            <a:extLst>
              <a:ext uri="{FF2B5EF4-FFF2-40B4-BE49-F238E27FC236}">
                <a16:creationId xmlns:a16="http://schemas.microsoft.com/office/drawing/2014/main" id="{DC8F76C3-AEB9-6B54-AB51-E6642575B81D}"/>
              </a:ext>
            </a:extLst>
          </p:cNvPr>
          <p:cNvSpPr txBox="1">
            <a:spLocks/>
          </p:cNvSpPr>
          <p:nvPr/>
        </p:nvSpPr>
        <p:spPr>
          <a:xfrm>
            <a:off x="550387" y="53958"/>
            <a:ext cx="11088050" cy="930372"/>
          </a:xfrm>
          <a:prstGeom prst="rect">
            <a:avLst/>
          </a:prstGeom>
        </p:spPr>
        <p:txBody>
          <a:bodyPr vert="horz" lIns="0" tIns="0" rIns="0" bIns="126000" rtlCol="0" anchor="b" anchorCtr="0">
            <a:no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r>
              <a:rPr lang="en-IN" sz="3200" b="1" dirty="0">
                <a:solidFill>
                  <a:srgbClr val="0070C0"/>
                </a:solidFill>
              </a:rPr>
              <a:t>Solution Framework</a:t>
            </a:r>
          </a:p>
        </p:txBody>
      </p:sp>
      <p:sp>
        <p:nvSpPr>
          <p:cNvPr id="7" name="Rounded Rectangle 6">
            <a:extLst>
              <a:ext uri="{FF2B5EF4-FFF2-40B4-BE49-F238E27FC236}">
                <a16:creationId xmlns:a16="http://schemas.microsoft.com/office/drawing/2014/main" id="{829165E7-AD73-7968-1D5D-C78CBECCAB21}"/>
              </a:ext>
            </a:extLst>
          </p:cNvPr>
          <p:cNvSpPr/>
          <p:nvPr/>
        </p:nvSpPr>
        <p:spPr>
          <a:xfrm>
            <a:off x="255905" y="1606388"/>
            <a:ext cx="11750040" cy="914400"/>
          </a:xfrm>
          <a:prstGeom prst="roundRect">
            <a:avLst/>
          </a:prstGeom>
          <a:solidFill>
            <a:srgbClr val="3B82F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endParaRPr sz="1900">
              <a:solidFill>
                <a:schemeClr val="bg1"/>
              </a:solidFill>
            </a:endParaRPr>
          </a:p>
        </p:txBody>
      </p:sp>
      <p:sp>
        <p:nvSpPr>
          <p:cNvPr id="8" name="Rounded Rectangle 7">
            <a:extLst>
              <a:ext uri="{FF2B5EF4-FFF2-40B4-BE49-F238E27FC236}">
                <a16:creationId xmlns:a16="http://schemas.microsoft.com/office/drawing/2014/main" id="{31C9FDB5-6AF5-D489-F7CA-3C578B997D70}"/>
              </a:ext>
            </a:extLst>
          </p:cNvPr>
          <p:cNvSpPr/>
          <p:nvPr/>
        </p:nvSpPr>
        <p:spPr>
          <a:xfrm>
            <a:off x="255905" y="1606388"/>
            <a:ext cx="1325880" cy="914400"/>
          </a:xfrm>
          <a:prstGeom prst="roundRect">
            <a:avLst/>
          </a:prstGeom>
          <a:no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2854F03E-1C44-4F17-BAEC-EB401687DF0E}"/>
              </a:ext>
            </a:extLst>
          </p:cNvPr>
          <p:cNvSpPr txBox="1"/>
          <p:nvPr/>
        </p:nvSpPr>
        <p:spPr>
          <a:xfrm>
            <a:off x="283337" y="1932783"/>
            <a:ext cx="1280160" cy="261610"/>
          </a:xfrm>
          <a:prstGeom prst="rect">
            <a:avLst/>
          </a:prstGeom>
          <a:noFill/>
        </p:spPr>
        <p:txBody>
          <a:bodyPr wrap="square">
            <a:spAutoFit/>
          </a:bodyPr>
          <a:lstStyle/>
          <a:p>
            <a:pPr algn="ctr"/>
            <a:r>
              <a:rPr lang="en-IN" sz="1100" b="1" i="0">
                <a:solidFill>
                  <a:schemeClr val="bg1"/>
                </a:solidFill>
              </a:rPr>
              <a:t>INPUT LAYER</a:t>
            </a:r>
          </a:p>
        </p:txBody>
      </p:sp>
      <p:sp>
        <p:nvSpPr>
          <p:cNvPr id="10" name="Rounded Rectangle 9">
            <a:extLst>
              <a:ext uri="{FF2B5EF4-FFF2-40B4-BE49-F238E27FC236}">
                <a16:creationId xmlns:a16="http://schemas.microsoft.com/office/drawing/2014/main" id="{9D51AE7C-F895-E8BA-C87A-47DB21D1B33B}"/>
              </a:ext>
            </a:extLst>
          </p:cNvPr>
          <p:cNvSpPr/>
          <p:nvPr/>
        </p:nvSpPr>
        <p:spPr>
          <a:xfrm>
            <a:off x="1718945" y="1697828"/>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796CDCA8-AB62-9A4B-790D-ACDA67AB71F6}"/>
              </a:ext>
            </a:extLst>
          </p:cNvPr>
          <p:cNvSpPr txBox="1"/>
          <p:nvPr/>
        </p:nvSpPr>
        <p:spPr>
          <a:xfrm>
            <a:off x="1764665" y="1743548"/>
            <a:ext cx="365760" cy="320040"/>
          </a:xfrm>
          <a:prstGeom prst="rect">
            <a:avLst/>
          </a:prstGeom>
          <a:noFill/>
        </p:spPr>
        <p:txBody>
          <a:bodyPr wrap="square">
            <a:spAutoFit/>
          </a:bodyPr>
          <a:lstStyle/>
          <a:p>
            <a:pPr algn="ctr"/>
            <a:r>
              <a:rPr sz="1800" b="0" i="0">
                <a:solidFill>
                  <a:srgbClr val="FFFFFF"/>
                </a:solidFill>
              </a:rPr>
              <a:t>💬</a:t>
            </a:r>
          </a:p>
        </p:txBody>
      </p:sp>
      <p:sp>
        <p:nvSpPr>
          <p:cNvPr id="12" name="TextBox 11">
            <a:extLst>
              <a:ext uri="{FF2B5EF4-FFF2-40B4-BE49-F238E27FC236}">
                <a16:creationId xmlns:a16="http://schemas.microsoft.com/office/drawing/2014/main" id="{554C06F9-A1C5-3955-B001-1C00EFDBABCF}"/>
              </a:ext>
            </a:extLst>
          </p:cNvPr>
          <p:cNvSpPr txBox="1"/>
          <p:nvPr/>
        </p:nvSpPr>
        <p:spPr>
          <a:xfrm>
            <a:off x="1792097" y="1770980"/>
            <a:ext cx="1828800" cy="274320"/>
          </a:xfrm>
          <a:prstGeom prst="rect">
            <a:avLst/>
          </a:prstGeom>
          <a:noFill/>
        </p:spPr>
        <p:txBody>
          <a:bodyPr wrap="square">
            <a:spAutoFit/>
          </a:bodyPr>
          <a:lstStyle/>
          <a:p>
            <a:pPr algn="ctr"/>
            <a:r>
              <a:rPr sz="900" b="1" i="0">
                <a:solidFill>
                  <a:srgbClr val="4FC3F7"/>
                </a:solidFill>
              </a:rPr>
              <a:t>Natural Language
Query</a:t>
            </a:r>
          </a:p>
        </p:txBody>
      </p:sp>
      <p:sp>
        <p:nvSpPr>
          <p:cNvPr id="13" name="TextBox 12">
            <a:extLst>
              <a:ext uri="{FF2B5EF4-FFF2-40B4-BE49-F238E27FC236}">
                <a16:creationId xmlns:a16="http://schemas.microsoft.com/office/drawing/2014/main" id="{676083C4-55A6-3040-26B3-BE6EFDAD17B8}"/>
              </a:ext>
            </a:extLst>
          </p:cNvPr>
          <p:cNvSpPr txBox="1"/>
          <p:nvPr/>
        </p:nvSpPr>
        <p:spPr>
          <a:xfrm>
            <a:off x="1792097" y="2173316"/>
            <a:ext cx="1828800" cy="256032"/>
          </a:xfrm>
          <a:prstGeom prst="rect">
            <a:avLst/>
          </a:prstGeom>
          <a:noFill/>
          <a:ln>
            <a:noFill/>
          </a:ln>
        </p:spPr>
        <p:txBody>
          <a:bodyPr wrap="square">
            <a:spAutoFit/>
          </a:bodyPr>
          <a:lstStyle/>
          <a:p>
            <a:pPr algn="ctr"/>
            <a:r>
              <a:rPr sz="700" b="0" i="0">
                <a:solidFill>
                  <a:srgbClr val="B0BEC5"/>
                </a:solidFill>
              </a:rPr>
              <a:t>User asks in plain English</a:t>
            </a:r>
          </a:p>
        </p:txBody>
      </p:sp>
      <p:sp>
        <p:nvSpPr>
          <p:cNvPr id="14" name="TextBox 13">
            <a:extLst>
              <a:ext uri="{FF2B5EF4-FFF2-40B4-BE49-F238E27FC236}">
                <a16:creationId xmlns:a16="http://schemas.microsoft.com/office/drawing/2014/main" id="{3D79C824-917A-BDB7-0BA1-54C4D7776DF0}"/>
              </a:ext>
            </a:extLst>
          </p:cNvPr>
          <p:cNvSpPr txBox="1"/>
          <p:nvPr/>
        </p:nvSpPr>
        <p:spPr>
          <a:xfrm>
            <a:off x="4661027" y="1935572"/>
            <a:ext cx="228600" cy="274320"/>
          </a:xfrm>
          <a:prstGeom prst="rect">
            <a:avLst/>
          </a:prstGeom>
          <a:noFill/>
        </p:spPr>
        <p:txBody>
          <a:bodyPr wrap="square">
            <a:spAutoFit/>
          </a:bodyPr>
          <a:lstStyle/>
          <a:p>
            <a:pPr algn="ctr"/>
            <a:r>
              <a:rPr sz="1200" b="0" i="0">
                <a:solidFill>
                  <a:srgbClr val="22C55E"/>
                </a:solidFill>
              </a:rPr>
              <a:t>→</a:t>
            </a:r>
          </a:p>
        </p:txBody>
      </p:sp>
      <p:sp>
        <p:nvSpPr>
          <p:cNvPr id="15" name="Rounded Rectangle 14">
            <a:extLst>
              <a:ext uri="{FF2B5EF4-FFF2-40B4-BE49-F238E27FC236}">
                <a16:creationId xmlns:a16="http://schemas.microsoft.com/office/drawing/2014/main" id="{301C9D4D-89AB-9266-A732-C51E671D265A}"/>
              </a:ext>
            </a:extLst>
          </p:cNvPr>
          <p:cNvSpPr/>
          <p:nvPr/>
        </p:nvSpPr>
        <p:spPr>
          <a:xfrm>
            <a:off x="5902324" y="1697828"/>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A1D5D5C0-E19F-B455-1501-8A9A36C4CA8D}"/>
              </a:ext>
            </a:extLst>
          </p:cNvPr>
          <p:cNvSpPr txBox="1"/>
          <p:nvPr/>
        </p:nvSpPr>
        <p:spPr>
          <a:xfrm>
            <a:off x="5948044" y="1743548"/>
            <a:ext cx="365760" cy="320040"/>
          </a:xfrm>
          <a:prstGeom prst="rect">
            <a:avLst/>
          </a:prstGeom>
          <a:noFill/>
        </p:spPr>
        <p:txBody>
          <a:bodyPr wrap="square">
            <a:spAutoFit/>
          </a:bodyPr>
          <a:lstStyle/>
          <a:p>
            <a:pPr algn="ctr"/>
            <a:r>
              <a:rPr sz="1800" b="0" i="0">
                <a:solidFill>
                  <a:srgbClr val="FFFFFF"/>
                </a:solidFill>
              </a:rPr>
              <a:t>📂</a:t>
            </a:r>
          </a:p>
        </p:txBody>
      </p:sp>
      <p:sp>
        <p:nvSpPr>
          <p:cNvPr id="17" name="TextBox 16">
            <a:extLst>
              <a:ext uri="{FF2B5EF4-FFF2-40B4-BE49-F238E27FC236}">
                <a16:creationId xmlns:a16="http://schemas.microsoft.com/office/drawing/2014/main" id="{0BDB3E34-C188-DD7E-524A-5C1620DF81D3}"/>
              </a:ext>
            </a:extLst>
          </p:cNvPr>
          <p:cNvSpPr txBox="1"/>
          <p:nvPr/>
        </p:nvSpPr>
        <p:spPr>
          <a:xfrm>
            <a:off x="5975476" y="1770980"/>
            <a:ext cx="1828800" cy="274320"/>
          </a:xfrm>
          <a:prstGeom prst="rect">
            <a:avLst/>
          </a:prstGeom>
          <a:noFill/>
        </p:spPr>
        <p:txBody>
          <a:bodyPr wrap="square">
            <a:spAutoFit/>
          </a:bodyPr>
          <a:lstStyle/>
          <a:p>
            <a:pPr algn="ctr"/>
            <a:r>
              <a:rPr sz="900" b="1" i="0">
                <a:solidFill>
                  <a:srgbClr val="4FC3F7"/>
                </a:solidFill>
              </a:rPr>
              <a:t>Multi-format
Data Upload</a:t>
            </a:r>
          </a:p>
        </p:txBody>
      </p:sp>
      <p:sp>
        <p:nvSpPr>
          <p:cNvPr id="18" name="TextBox 17">
            <a:extLst>
              <a:ext uri="{FF2B5EF4-FFF2-40B4-BE49-F238E27FC236}">
                <a16:creationId xmlns:a16="http://schemas.microsoft.com/office/drawing/2014/main" id="{65F6DEDB-0656-156C-1491-0CFA453A3E1B}"/>
              </a:ext>
            </a:extLst>
          </p:cNvPr>
          <p:cNvSpPr txBox="1"/>
          <p:nvPr/>
        </p:nvSpPr>
        <p:spPr>
          <a:xfrm>
            <a:off x="5975476" y="2173316"/>
            <a:ext cx="1828800" cy="256032"/>
          </a:xfrm>
          <a:prstGeom prst="rect">
            <a:avLst/>
          </a:prstGeom>
          <a:noFill/>
        </p:spPr>
        <p:txBody>
          <a:bodyPr wrap="square">
            <a:spAutoFit/>
          </a:bodyPr>
          <a:lstStyle/>
          <a:p>
            <a:pPr algn="ctr"/>
            <a:r>
              <a:rPr sz="700" b="0" i="0">
                <a:solidFill>
                  <a:srgbClr val="B0BEC5"/>
                </a:solidFill>
              </a:rPr>
              <a:t>CSV · Excel · JSON · Parquet</a:t>
            </a:r>
          </a:p>
        </p:txBody>
      </p:sp>
      <p:sp>
        <p:nvSpPr>
          <p:cNvPr id="19" name="TextBox 18">
            <a:extLst>
              <a:ext uri="{FF2B5EF4-FFF2-40B4-BE49-F238E27FC236}">
                <a16:creationId xmlns:a16="http://schemas.microsoft.com/office/drawing/2014/main" id="{E30774DE-36B5-5391-745F-1C7DF6DD9EDB}"/>
              </a:ext>
            </a:extLst>
          </p:cNvPr>
          <p:cNvSpPr txBox="1"/>
          <p:nvPr/>
        </p:nvSpPr>
        <p:spPr>
          <a:xfrm>
            <a:off x="8844407" y="1935572"/>
            <a:ext cx="228600" cy="274320"/>
          </a:xfrm>
          <a:prstGeom prst="rect">
            <a:avLst/>
          </a:prstGeom>
          <a:noFill/>
        </p:spPr>
        <p:txBody>
          <a:bodyPr wrap="square">
            <a:spAutoFit/>
          </a:bodyPr>
          <a:lstStyle/>
          <a:p>
            <a:pPr algn="ctr"/>
            <a:r>
              <a:rPr sz="1200" b="0" i="0">
                <a:solidFill>
                  <a:srgbClr val="22C55E"/>
                </a:solidFill>
              </a:rPr>
              <a:t>→</a:t>
            </a:r>
          </a:p>
        </p:txBody>
      </p:sp>
      <p:sp>
        <p:nvSpPr>
          <p:cNvPr id="20" name="Rounded Rectangle 19">
            <a:extLst>
              <a:ext uri="{FF2B5EF4-FFF2-40B4-BE49-F238E27FC236}">
                <a16:creationId xmlns:a16="http://schemas.microsoft.com/office/drawing/2014/main" id="{073D1B92-7DCE-4F4D-6EEB-25E2DE14A1F6}"/>
              </a:ext>
            </a:extLst>
          </p:cNvPr>
          <p:cNvSpPr/>
          <p:nvPr/>
        </p:nvSpPr>
        <p:spPr>
          <a:xfrm>
            <a:off x="10085704" y="1697828"/>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9343E07D-F44F-D975-C9E9-D5DF99091944}"/>
              </a:ext>
            </a:extLst>
          </p:cNvPr>
          <p:cNvSpPr txBox="1"/>
          <p:nvPr/>
        </p:nvSpPr>
        <p:spPr>
          <a:xfrm>
            <a:off x="10131424" y="1743548"/>
            <a:ext cx="365760" cy="320040"/>
          </a:xfrm>
          <a:prstGeom prst="rect">
            <a:avLst/>
          </a:prstGeom>
          <a:noFill/>
        </p:spPr>
        <p:txBody>
          <a:bodyPr wrap="square">
            <a:spAutoFit/>
          </a:bodyPr>
          <a:lstStyle/>
          <a:p>
            <a:pPr algn="ctr"/>
            <a:r>
              <a:rPr sz="1800" b="0" i="0">
                <a:solidFill>
                  <a:srgbClr val="FFFFFF"/>
                </a:solidFill>
              </a:rPr>
              <a:t>⚙️</a:t>
            </a:r>
          </a:p>
        </p:txBody>
      </p:sp>
      <p:sp>
        <p:nvSpPr>
          <p:cNvPr id="22" name="TextBox 21">
            <a:extLst>
              <a:ext uri="{FF2B5EF4-FFF2-40B4-BE49-F238E27FC236}">
                <a16:creationId xmlns:a16="http://schemas.microsoft.com/office/drawing/2014/main" id="{39684591-7262-09B3-6D90-48E994DEF109}"/>
              </a:ext>
            </a:extLst>
          </p:cNvPr>
          <p:cNvSpPr txBox="1"/>
          <p:nvPr/>
        </p:nvSpPr>
        <p:spPr>
          <a:xfrm>
            <a:off x="10158856" y="1770980"/>
            <a:ext cx="1828800" cy="274320"/>
          </a:xfrm>
          <a:prstGeom prst="rect">
            <a:avLst/>
          </a:prstGeom>
          <a:noFill/>
        </p:spPr>
        <p:txBody>
          <a:bodyPr wrap="square">
            <a:spAutoFit/>
          </a:bodyPr>
          <a:lstStyle/>
          <a:p>
            <a:pPr algn="ctr"/>
            <a:r>
              <a:rPr sz="900" b="1" i="0">
                <a:solidFill>
                  <a:srgbClr val="4FC3F7"/>
                </a:solidFill>
              </a:rPr>
              <a:t>Config JSON
Loader</a:t>
            </a:r>
          </a:p>
        </p:txBody>
      </p:sp>
      <p:sp>
        <p:nvSpPr>
          <p:cNvPr id="23" name="TextBox 22">
            <a:extLst>
              <a:ext uri="{FF2B5EF4-FFF2-40B4-BE49-F238E27FC236}">
                <a16:creationId xmlns:a16="http://schemas.microsoft.com/office/drawing/2014/main" id="{76EAD171-D2E1-0C7E-EF91-B0BDB7C9DAEF}"/>
              </a:ext>
            </a:extLst>
          </p:cNvPr>
          <p:cNvSpPr txBox="1"/>
          <p:nvPr/>
        </p:nvSpPr>
        <p:spPr>
          <a:xfrm>
            <a:off x="10158856" y="2173316"/>
            <a:ext cx="1828800" cy="256032"/>
          </a:xfrm>
          <a:prstGeom prst="rect">
            <a:avLst/>
          </a:prstGeom>
          <a:noFill/>
        </p:spPr>
        <p:txBody>
          <a:bodyPr wrap="square">
            <a:spAutoFit/>
          </a:bodyPr>
          <a:lstStyle/>
          <a:p>
            <a:pPr algn="ctr"/>
            <a:r>
              <a:rPr sz="700" b="0" i="0">
                <a:solidFill>
                  <a:srgbClr val="B0BEC5"/>
                </a:solidFill>
              </a:rPr>
              <a:t>Industry/domain config</a:t>
            </a:r>
          </a:p>
        </p:txBody>
      </p:sp>
      <p:sp>
        <p:nvSpPr>
          <p:cNvPr id="24" name="TextBox 23">
            <a:extLst>
              <a:ext uri="{FF2B5EF4-FFF2-40B4-BE49-F238E27FC236}">
                <a16:creationId xmlns:a16="http://schemas.microsoft.com/office/drawing/2014/main" id="{608EBFFF-8C0E-3E7B-A343-48CE981FA7A5}"/>
              </a:ext>
            </a:extLst>
          </p:cNvPr>
          <p:cNvSpPr txBox="1"/>
          <p:nvPr/>
        </p:nvSpPr>
        <p:spPr>
          <a:xfrm>
            <a:off x="3227705" y="2502500"/>
            <a:ext cx="274320" cy="274320"/>
          </a:xfrm>
          <a:prstGeom prst="rect">
            <a:avLst/>
          </a:prstGeom>
          <a:noFill/>
        </p:spPr>
        <p:txBody>
          <a:bodyPr wrap="square">
            <a:spAutoFit/>
          </a:bodyPr>
          <a:lstStyle/>
          <a:p>
            <a:pPr algn="ctr"/>
            <a:r>
              <a:rPr sz="1000" b="0" i="0">
                <a:solidFill>
                  <a:srgbClr val="B0BEC5"/>
                </a:solidFill>
              </a:rPr>
              <a:t>⬇</a:t>
            </a:r>
          </a:p>
        </p:txBody>
      </p:sp>
      <p:sp>
        <p:nvSpPr>
          <p:cNvPr id="25" name="TextBox 24">
            <a:extLst>
              <a:ext uri="{FF2B5EF4-FFF2-40B4-BE49-F238E27FC236}">
                <a16:creationId xmlns:a16="http://schemas.microsoft.com/office/drawing/2014/main" id="{3C194797-6273-F194-0392-AFAC4DA727BC}"/>
              </a:ext>
            </a:extLst>
          </p:cNvPr>
          <p:cNvSpPr txBox="1"/>
          <p:nvPr/>
        </p:nvSpPr>
        <p:spPr>
          <a:xfrm>
            <a:off x="5970905" y="2502500"/>
            <a:ext cx="274320" cy="274320"/>
          </a:xfrm>
          <a:prstGeom prst="rect">
            <a:avLst/>
          </a:prstGeom>
          <a:noFill/>
        </p:spPr>
        <p:txBody>
          <a:bodyPr wrap="square">
            <a:spAutoFit/>
          </a:bodyPr>
          <a:lstStyle/>
          <a:p>
            <a:pPr algn="ctr"/>
            <a:r>
              <a:rPr sz="1000" b="0" i="0">
                <a:solidFill>
                  <a:srgbClr val="B0BEC5"/>
                </a:solidFill>
              </a:rPr>
              <a:t>⬇</a:t>
            </a:r>
          </a:p>
        </p:txBody>
      </p:sp>
      <p:sp>
        <p:nvSpPr>
          <p:cNvPr id="26" name="TextBox 25">
            <a:extLst>
              <a:ext uri="{FF2B5EF4-FFF2-40B4-BE49-F238E27FC236}">
                <a16:creationId xmlns:a16="http://schemas.microsoft.com/office/drawing/2014/main" id="{5C7AD409-5A6B-1A7A-4243-CBA6D86D0F89}"/>
              </a:ext>
            </a:extLst>
          </p:cNvPr>
          <p:cNvSpPr txBox="1"/>
          <p:nvPr/>
        </p:nvSpPr>
        <p:spPr>
          <a:xfrm>
            <a:off x="8714105" y="2502500"/>
            <a:ext cx="274320" cy="274320"/>
          </a:xfrm>
          <a:prstGeom prst="rect">
            <a:avLst/>
          </a:prstGeom>
          <a:noFill/>
        </p:spPr>
        <p:txBody>
          <a:bodyPr wrap="square">
            <a:spAutoFit/>
          </a:bodyPr>
          <a:lstStyle/>
          <a:p>
            <a:pPr algn="ctr"/>
            <a:r>
              <a:rPr sz="1000" b="0" i="0">
                <a:solidFill>
                  <a:srgbClr val="B0BEC5"/>
                </a:solidFill>
              </a:rPr>
              <a:t>⬇</a:t>
            </a:r>
          </a:p>
        </p:txBody>
      </p:sp>
      <p:sp>
        <p:nvSpPr>
          <p:cNvPr id="27" name="Rounded Rectangle 26">
            <a:extLst>
              <a:ext uri="{FF2B5EF4-FFF2-40B4-BE49-F238E27FC236}">
                <a16:creationId xmlns:a16="http://schemas.microsoft.com/office/drawing/2014/main" id="{37953C9E-415B-787C-2065-1BBA3314CD2F}"/>
              </a:ext>
            </a:extLst>
          </p:cNvPr>
          <p:cNvSpPr/>
          <p:nvPr/>
        </p:nvSpPr>
        <p:spPr>
          <a:xfrm>
            <a:off x="255905" y="2721956"/>
            <a:ext cx="11750040" cy="914400"/>
          </a:xfrm>
          <a:prstGeom prst="roundRect">
            <a:avLst/>
          </a:prstGeom>
          <a:solidFill>
            <a:srgbClr val="8B5CF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endParaRPr sz="1900">
              <a:solidFill>
                <a:schemeClr val="bg1"/>
              </a:solidFill>
            </a:endParaRPr>
          </a:p>
        </p:txBody>
      </p:sp>
      <p:sp>
        <p:nvSpPr>
          <p:cNvPr id="28" name="TextBox 27">
            <a:extLst>
              <a:ext uri="{FF2B5EF4-FFF2-40B4-BE49-F238E27FC236}">
                <a16:creationId xmlns:a16="http://schemas.microsoft.com/office/drawing/2014/main" id="{A34BF710-6F72-469C-B6E0-90C44213E95D}"/>
              </a:ext>
            </a:extLst>
          </p:cNvPr>
          <p:cNvSpPr txBox="1"/>
          <p:nvPr/>
        </p:nvSpPr>
        <p:spPr>
          <a:xfrm>
            <a:off x="283337" y="2963713"/>
            <a:ext cx="1280160" cy="430887"/>
          </a:xfrm>
          <a:prstGeom prst="rect">
            <a:avLst/>
          </a:prstGeom>
          <a:noFill/>
        </p:spPr>
        <p:txBody>
          <a:bodyPr wrap="square">
            <a:spAutoFit/>
          </a:bodyPr>
          <a:lstStyle/>
          <a:p>
            <a:pPr algn="ctr"/>
            <a:r>
              <a:rPr lang="en-IN" sz="1100" b="1" i="0">
                <a:solidFill>
                  <a:schemeClr val="bg1"/>
                </a:solidFill>
              </a:rPr>
              <a:t>SEMANTIC LAYER </a:t>
            </a:r>
          </a:p>
        </p:txBody>
      </p:sp>
      <p:sp>
        <p:nvSpPr>
          <p:cNvPr id="29" name="Rounded Rectangle 28">
            <a:extLst>
              <a:ext uri="{FF2B5EF4-FFF2-40B4-BE49-F238E27FC236}">
                <a16:creationId xmlns:a16="http://schemas.microsoft.com/office/drawing/2014/main" id="{78F1A18B-A63A-BCCA-E8B9-FDC08F49C53A}"/>
              </a:ext>
            </a:extLst>
          </p:cNvPr>
          <p:cNvSpPr/>
          <p:nvPr/>
        </p:nvSpPr>
        <p:spPr>
          <a:xfrm>
            <a:off x="1718945" y="2813396"/>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1E4781CE-AA05-11E5-44CA-8A2491BA5A27}"/>
              </a:ext>
            </a:extLst>
          </p:cNvPr>
          <p:cNvSpPr txBox="1"/>
          <p:nvPr/>
        </p:nvSpPr>
        <p:spPr>
          <a:xfrm>
            <a:off x="1764665" y="2859115"/>
            <a:ext cx="365760" cy="320040"/>
          </a:xfrm>
          <a:prstGeom prst="rect">
            <a:avLst/>
          </a:prstGeom>
          <a:noFill/>
        </p:spPr>
        <p:txBody>
          <a:bodyPr wrap="square">
            <a:spAutoFit/>
          </a:bodyPr>
          <a:lstStyle/>
          <a:p>
            <a:pPr algn="ctr"/>
            <a:r>
              <a:rPr sz="1800" b="0" i="0">
                <a:solidFill>
                  <a:srgbClr val="FFFFFF"/>
                </a:solidFill>
              </a:rPr>
              <a:t>🔗</a:t>
            </a:r>
          </a:p>
        </p:txBody>
      </p:sp>
      <p:sp>
        <p:nvSpPr>
          <p:cNvPr id="31" name="TextBox 30">
            <a:extLst>
              <a:ext uri="{FF2B5EF4-FFF2-40B4-BE49-F238E27FC236}">
                <a16:creationId xmlns:a16="http://schemas.microsoft.com/office/drawing/2014/main" id="{97446CDD-A185-1B94-2329-192AFB71A76A}"/>
              </a:ext>
            </a:extLst>
          </p:cNvPr>
          <p:cNvSpPr txBox="1"/>
          <p:nvPr/>
        </p:nvSpPr>
        <p:spPr>
          <a:xfrm>
            <a:off x="1792097" y="2886548"/>
            <a:ext cx="1828800" cy="274320"/>
          </a:xfrm>
          <a:prstGeom prst="rect">
            <a:avLst/>
          </a:prstGeom>
          <a:noFill/>
        </p:spPr>
        <p:txBody>
          <a:bodyPr wrap="square">
            <a:spAutoFit/>
          </a:bodyPr>
          <a:lstStyle/>
          <a:p>
            <a:pPr algn="ctr"/>
            <a:r>
              <a:rPr sz="900" b="1" i="0">
                <a:solidFill>
                  <a:srgbClr val="4FC3F7"/>
                </a:solidFill>
              </a:rPr>
              <a:t>Auto-Join
Engine</a:t>
            </a:r>
          </a:p>
        </p:txBody>
      </p:sp>
      <p:sp>
        <p:nvSpPr>
          <p:cNvPr id="32" name="TextBox 31">
            <a:extLst>
              <a:ext uri="{FF2B5EF4-FFF2-40B4-BE49-F238E27FC236}">
                <a16:creationId xmlns:a16="http://schemas.microsoft.com/office/drawing/2014/main" id="{9F861BDB-56EE-C2D9-97FF-D5D6BCA9241B}"/>
              </a:ext>
            </a:extLst>
          </p:cNvPr>
          <p:cNvSpPr txBox="1"/>
          <p:nvPr/>
        </p:nvSpPr>
        <p:spPr>
          <a:xfrm>
            <a:off x="1792097" y="3288884"/>
            <a:ext cx="1828800" cy="256032"/>
          </a:xfrm>
          <a:prstGeom prst="rect">
            <a:avLst/>
          </a:prstGeom>
          <a:noFill/>
        </p:spPr>
        <p:txBody>
          <a:bodyPr wrap="square">
            <a:spAutoFit/>
          </a:bodyPr>
          <a:lstStyle/>
          <a:p>
            <a:pPr algn="ctr"/>
            <a:r>
              <a:rPr sz="700" b="0" i="0">
                <a:solidFill>
                  <a:srgbClr val="B0BEC5"/>
                </a:solidFill>
              </a:rPr>
              <a:t>Score-based multi-pass</a:t>
            </a:r>
          </a:p>
        </p:txBody>
      </p:sp>
      <p:sp>
        <p:nvSpPr>
          <p:cNvPr id="33" name="TextBox 32">
            <a:extLst>
              <a:ext uri="{FF2B5EF4-FFF2-40B4-BE49-F238E27FC236}">
                <a16:creationId xmlns:a16="http://schemas.microsoft.com/office/drawing/2014/main" id="{158F748D-A0EB-56A9-C9AE-92463D6EFEF9}"/>
              </a:ext>
            </a:extLst>
          </p:cNvPr>
          <p:cNvSpPr txBox="1"/>
          <p:nvPr/>
        </p:nvSpPr>
        <p:spPr>
          <a:xfrm>
            <a:off x="3963796" y="3051139"/>
            <a:ext cx="228600" cy="274320"/>
          </a:xfrm>
          <a:prstGeom prst="rect">
            <a:avLst/>
          </a:prstGeom>
          <a:noFill/>
        </p:spPr>
        <p:txBody>
          <a:bodyPr wrap="square">
            <a:spAutoFit/>
          </a:bodyPr>
          <a:lstStyle/>
          <a:p>
            <a:pPr algn="ctr"/>
            <a:r>
              <a:rPr sz="1200" b="0" i="0">
                <a:solidFill>
                  <a:srgbClr val="4FC3F7"/>
                </a:solidFill>
              </a:rPr>
              <a:t>→</a:t>
            </a:r>
          </a:p>
        </p:txBody>
      </p:sp>
      <p:sp>
        <p:nvSpPr>
          <p:cNvPr id="34" name="Rounded Rectangle 33">
            <a:extLst>
              <a:ext uri="{FF2B5EF4-FFF2-40B4-BE49-F238E27FC236}">
                <a16:creationId xmlns:a16="http://schemas.microsoft.com/office/drawing/2014/main" id="{2DB0A381-1C07-348A-4F6E-B4CFA3174256}"/>
              </a:ext>
            </a:extLst>
          </p:cNvPr>
          <p:cNvSpPr/>
          <p:nvPr/>
        </p:nvSpPr>
        <p:spPr>
          <a:xfrm>
            <a:off x="4507865" y="2813396"/>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A952ABAE-0E88-9092-FADE-5AF2B50852C6}"/>
              </a:ext>
            </a:extLst>
          </p:cNvPr>
          <p:cNvSpPr txBox="1"/>
          <p:nvPr/>
        </p:nvSpPr>
        <p:spPr>
          <a:xfrm>
            <a:off x="4553585" y="2859115"/>
            <a:ext cx="365760" cy="320040"/>
          </a:xfrm>
          <a:prstGeom prst="rect">
            <a:avLst/>
          </a:prstGeom>
          <a:noFill/>
        </p:spPr>
        <p:txBody>
          <a:bodyPr wrap="square">
            <a:spAutoFit/>
          </a:bodyPr>
          <a:lstStyle/>
          <a:p>
            <a:pPr algn="ctr"/>
            <a:r>
              <a:rPr sz="1800" b="0" i="0">
                <a:solidFill>
                  <a:srgbClr val="FFFFFF"/>
                </a:solidFill>
              </a:rPr>
              <a:t>📐</a:t>
            </a:r>
          </a:p>
        </p:txBody>
      </p:sp>
      <p:sp>
        <p:nvSpPr>
          <p:cNvPr id="36" name="TextBox 35">
            <a:extLst>
              <a:ext uri="{FF2B5EF4-FFF2-40B4-BE49-F238E27FC236}">
                <a16:creationId xmlns:a16="http://schemas.microsoft.com/office/drawing/2014/main" id="{16E7C58B-E3AC-B26D-B3CD-02602366B86C}"/>
              </a:ext>
            </a:extLst>
          </p:cNvPr>
          <p:cNvSpPr txBox="1"/>
          <p:nvPr/>
        </p:nvSpPr>
        <p:spPr>
          <a:xfrm>
            <a:off x="4581017" y="2886548"/>
            <a:ext cx="1828800" cy="274320"/>
          </a:xfrm>
          <a:prstGeom prst="rect">
            <a:avLst/>
          </a:prstGeom>
          <a:noFill/>
        </p:spPr>
        <p:txBody>
          <a:bodyPr wrap="square">
            <a:spAutoFit/>
          </a:bodyPr>
          <a:lstStyle/>
          <a:p>
            <a:pPr algn="ctr"/>
            <a:r>
              <a:rPr sz="900" b="1" i="0">
                <a:solidFill>
                  <a:srgbClr val="4FC3F7"/>
                </a:solidFill>
              </a:rPr>
              <a:t>Schema
Analyser</a:t>
            </a:r>
          </a:p>
        </p:txBody>
      </p:sp>
      <p:sp>
        <p:nvSpPr>
          <p:cNvPr id="37" name="TextBox 36">
            <a:extLst>
              <a:ext uri="{FF2B5EF4-FFF2-40B4-BE49-F238E27FC236}">
                <a16:creationId xmlns:a16="http://schemas.microsoft.com/office/drawing/2014/main" id="{71EC213C-18C4-788E-4577-E147DAAF4831}"/>
              </a:ext>
            </a:extLst>
          </p:cNvPr>
          <p:cNvSpPr txBox="1"/>
          <p:nvPr/>
        </p:nvSpPr>
        <p:spPr>
          <a:xfrm>
            <a:off x="4581017" y="3288884"/>
            <a:ext cx="1828800" cy="256032"/>
          </a:xfrm>
          <a:prstGeom prst="rect">
            <a:avLst/>
          </a:prstGeom>
          <a:noFill/>
        </p:spPr>
        <p:txBody>
          <a:bodyPr wrap="square">
            <a:spAutoFit/>
          </a:bodyPr>
          <a:lstStyle/>
          <a:p>
            <a:pPr algn="ctr"/>
            <a:r>
              <a:rPr sz="700" b="0" i="0">
                <a:solidFill>
                  <a:srgbClr val="B0BEC5"/>
                </a:solidFill>
              </a:rPr>
              <a:t>Rich column metadata</a:t>
            </a:r>
          </a:p>
        </p:txBody>
      </p:sp>
      <p:sp>
        <p:nvSpPr>
          <p:cNvPr id="38" name="TextBox 37">
            <a:extLst>
              <a:ext uri="{FF2B5EF4-FFF2-40B4-BE49-F238E27FC236}">
                <a16:creationId xmlns:a16="http://schemas.microsoft.com/office/drawing/2014/main" id="{1785596C-D32B-2FE1-61D4-80A23BC28592}"/>
              </a:ext>
            </a:extLst>
          </p:cNvPr>
          <p:cNvSpPr txBox="1"/>
          <p:nvPr/>
        </p:nvSpPr>
        <p:spPr>
          <a:xfrm>
            <a:off x="6752717" y="3051139"/>
            <a:ext cx="228600" cy="274320"/>
          </a:xfrm>
          <a:prstGeom prst="rect">
            <a:avLst/>
          </a:prstGeom>
          <a:noFill/>
        </p:spPr>
        <p:txBody>
          <a:bodyPr wrap="square">
            <a:spAutoFit/>
          </a:bodyPr>
          <a:lstStyle/>
          <a:p>
            <a:pPr algn="ctr"/>
            <a:r>
              <a:rPr sz="1200" b="0" i="0">
                <a:solidFill>
                  <a:srgbClr val="4FC3F7"/>
                </a:solidFill>
              </a:rPr>
              <a:t>→</a:t>
            </a:r>
          </a:p>
        </p:txBody>
      </p:sp>
      <p:sp>
        <p:nvSpPr>
          <p:cNvPr id="39" name="Rounded Rectangle 38">
            <a:extLst>
              <a:ext uri="{FF2B5EF4-FFF2-40B4-BE49-F238E27FC236}">
                <a16:creationId xmlns:a16="http://schemas.microsoft.com/office/drawing/2014/main" id="{CDD2AE1D-9FEA-E268-5D1F-D847D5CAB9F1}"/>
              </a:ext>
            </a:extLst>
          </p:cNvPr>
          <p:cNvSpPr/>
          <p:nvPr/>
        </p:nvSpPr>
        <p:spPr>
          <a:xfrm>
            <a:off x="7296784" y="2813396"/>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8FD4372E-95FA-0F57-A407-5EF3940DB051}"/>
              </a:ext>
            </a:extLst>
          </p:cNvPr>
          <p:cNvSpPr txBox="1"/>
          <p:nvPr/>
        </p:nvSpPr>
        <p:spPr>
          <a:xfrm>
            <a:off x="7342504" y="2859115"/>
            <a:ext cx="365760" cy="320040"/>
          </a:xfrm>
          <a:prstGeom prst="rect">
            <a:avLst/>
          </a:prstGeom>
          <a:noFill/>
        </p:spPr>
        <p:txBody>
          <a:bodyPr wrap="square">
            <a:spAutoFit/>
          </a:bodyPr>
          <a:lstStyle/>
          <a:p>
            <a:pPr algn="ctr"/>
            <a:r>
              <a:rPr sz="1800" b="0" i="0">
                <a:solidFill>
                  <a:srgbClr val="FFFFFF"/>
                </a:solidFill>
              </a:rPr>
              <a:t>🧠</a:t>
            </a:r>
          </a:p>
        </p:txBody>
      </p:sp>
      <p:sp>
        <p:nvSpPr>
          <p:cNvPr id="41" name="TextBox 40">
            <a:extLst>
              <a:ext uri="{FF2B5EF4-FFF2-40B4-BE49-F238E27FC236}">
                <a16:creationId xmlns:a16="http://schemas.microsoft.com/office/drawing/2014/main" id="{B591B663-8C15-517A-C1B4-D93A1D8F5B92}"/>
              </a:ext>
            </a:extLst>
          </p:cNvPr>
          <p:cNvSpPr txBox="1"/>
          <p:nvPr/>
        </p:nvSpPr>
        <p:spPr>
          <a:xfrm>
            <a:off x="7369936" y="2886548"/>
            <a:ext cx="1828800" cy="274320"/>
          </a:xfrm>
          <a:prstGeom prst="rect">
            <a:avLst/>
          </a:prstGeom>
          <a:noFill/>
        </p:spPr>
        <p:txBody>
          <a:bodyPr wrap="square">
            <a:spAutoFit/>
          </a:bodyPr>
          <a:lstStyle/>
          <a:p>
            <a:pPr algn="ctr"/>
            <a:r>
              <a:rPr sz="900" b="1" i="0">
                <a:solidFill>
                  <a:srgbClr val="4FC3F7"/>
                </a:solidFill>
              </a:rPr>
              <a:t>LLM
Orchestrator</a:t>
            </a:r>
          </a:p>
        </p:txBody>
      </p:sp>
      <p:sp>
        <p:nvSpPr>
          <p:cNvPr id="42" name="TextBox 41">
            <a:extLst>
              <a:ext uri="{FF2B5EF4-FFF2-40B4-BE49-F238E27FC236}">
                <a16:creationId xmlns:a16="http://schemas.microsoft.com/office/drawing/2014/main" id="{5839E22B-7E29-CB71-0139-3C05933940A6}"/>
              </a:ext>
            </a:extLst>
          </p:cNvPr>
          <p:cNvSpPr txBox="1"/>
          <p:nvPr/>
        </p:nvSpPr>
        <p:spPr>
          <a:xfrm>
            <a:off x="7369936" y="3288884"/>
            <a:ext cx="1828800" cy="256032"/>
          </a:xfrm>
          <a:prstGeom prst="rect">
            <a:avLst/>
          </a:prstGeom>
          <a:noFill/>
        </p:spPr>
        <p:txBody>
          <a:bodyPr wrap="square">
            <a:spAutoFit/>
          </a:bodyPr>
          <a:lstStyle/>
          <a:p>
            <a:pPr algn="ctr"/>
            <a:r>
              <a:rPr sz="700" b="0" i="0">
                <a:solidFill>
                  <a:srgbClr val="B0BEC5"/>
                </a:solidFill>
              </a:rPr>
              <a:t>GPT-4o · LangChain</a:t>
            </a:r>
          </a:p>
        </p:txBody>
      </p:sp>
      <p:sp>
        <p:nvSpPr>
          <p:cNvPr id="43" name="TextBox 42">
            <a:extLst>
              <a:ext uri="{FF2B5EF4-FFF2-40B4-BE49-F238E27FC236}">
                <a16:creationId xmlns:a16="http://schemas.microsoft.com/office/drawing/2014/main" id="{6A9C4FBA-22A0-8DEC-5BBF-A7C5600E0A1E}"/>
              </a:ext>
            </a:extLst>
          </p:cNvPr>
          <p:cNvSpPr txBox="1"/>
          <p:nvPr/>
        </p:nvSpPr>
        <p:spPr>
          <a:xfrm>
            <a:off x="9541637" y="3051139"/>
            <a:ext cx="228600" cy="274320"/>
          </a:xfrm>
          <a:prstGeom prst="rect">
            <a:avLst/>
          </a:prstGeom>
          <a:noFill/>
        </p:spPr>
        <p:txBody>
          <a:bodyPr wrap="square">
            <a:spAutoFit/>
          </a:bodyPr>
          <a:lstStyle/>
          <a:p>
            <a:pPr algn="ctr"/>
            <a:r>
              <a:rPr sz="1200" b="0" i="0">
                <a:solidFill>
                  <a:srgbClr val="4FC3F7"/>
                </a:solidFill>
              </a:rPr>
              <a:t>→</a:t>
            </a:r>
          </a:p>
        </p:txBody>
      </p:sp>
      <p:sp>
        <p:nvSpPr>
          <p:cNvPr id="44" name="Rounded Rectangle 43">
            <a:extLst>
              <a:ext uri="{FF2B5EF4-FFF2-40B4-BE49-F238E27FC236}">
                <a16:creationId xmlns:a16="http://schemas.microsoft.com/office/drawing/2014/main" id="{6A5A595A-47BC-6F76-108A-13E5A511346E}"/>
              </a:ext>
            </a:extLst>
          </p:cNvPr>
          <p:cNvSpPr/>
          <p:nvPr/>
        </p:nvSpPr>
        <p:spPr>
          <a:xfrm>
            <a:off x="10085704" y="2813396"/>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a:extLst>
              <a:ext uri="{FF2B5EF4-FFF2-40B4-BE49-F238E27FC236}">
                <a16:creationId xmlns:a16="http://schemas.microsoft.com/office/drawing/2014/main" id="{AC1BB34F-E525-42CA-2B9F-C17B4B7A38DB}"/>
              </a:ext>
            </a:extLst>
          </p:cNvPr>
          <p:cNvSpPr txBox="1"/>
          <p:nvPr/>
        </p:nvSpPr>
        <p:spPr>
          <a:xfrm>
            <a:off x="10131424" y="2859115"/>
            <a:ext cx="365760" cy="320040"/>
          </a:xfrm>
          <a:prstGeom prst="rect">
            <a:avLst/>
          </a:prstGeom>
          <a:noFill/>
        </p:spPr>
        <p:txBody>
          <a:bodyPr wrap="square">
            <a:spAutoFit/>
          </a:bodyPr>
          <a:lstStyle/>
          <a:p>
            <a:pPr algn="ctr"/>
            <a:r>
              <a:rPr sz="1800" b="0" i="0">
                <a:solidFill>
                  <a:srgbClr val="FFFFFF"/>
                </a:solidFill>
              </a:rPr>
              <a:t>🛡️</a:t>
            </a:r>
          </a:p>
        </p:txBody>
      </p:sp>
      <p:sp>
        <p:nvSpPr>
          <p:cNvPr id="46" name="TextBox 45">
            <a:extLst>
              <a:ext uri="{FF2B5EF4-FFF2-40B4-BE49-F238E27FC236}">
                <a16:creationId xmlns:a16="http://schemas.microsoft.com/office/drawing/2014/main" id="{3882E83D-FA60-9FBB-3C99-E472D020955B}"/>
              </a:ext>
            </a:extLst>
          </p:cNvPr>
          <p:cNvSpPr txBox="1"/>
          <p:nvPr/>
        </p:nvSpPr>
        <p:spPr>
          <a:xfrm>
            <a:off x="10158856" y="2886548"/>
            <a:ext cx="1828800" cy="274320"/>
          </a:xfrm>
          <a:prstGeom prst="rect">
            <a:avLst/>
          </a:prstGeom>
          <a:noFill/>
        </p:spPr>
        <p:txBody>
          <a:bodyPr wrap="square">
            <a:spAutoFit/>
          </a:bodyPr>
          <a:lstStyle/>
          <a:p>
            <a:pPr algn="ctr"/>
            <a:r>
              <a:rPr sz="900" b="1" i="0">
                <a:solidFill>
                  <a:srgbClr val="4FC3F7"/>
                </a:solidFill>
              </a:rPr>
              <a:t>SQL Guardrail
Layer</a:t>
            </a:r>
          </a:p>
        </p:txBody>
      </p:sp>
      <p:sp>
        <p:nvSpPr>
          <p:cNvPr id="47" name="TextBox 46">
            <a:extLst>
              <a:ext uri="{FF2B5EF4-FFF2-40B4-BE49-F238E27FC236}">
                <a16:creationId xmlns:a16="http://schemas.microsoft.com/office/drawing/2014/main" id="{353AB6CC-EAA8-C10A-E7B1-C0E5A2860FCC}"/>
              </a:ext>
            </a:extLst>
          </p:cNvPr>
          <p:cNvSpPr txBox="1"/>
          <p:nvPr/>
        </p:nvSpPr>
        <p:spPr>
          <a:xfrm>
            <a:off x="10158856" y="3288884"/>
            <a:ext cx="1828800" cy="256032"/>
          </a:xfrm>
          <a:prstGeom prst="rect">
            <a:avLst/>
          </a:prstGeom>
          <a:noFill/>
        </p:spPr>
        <p:txBody>
          <a:bodyPr wrap="square">
            <a:spAutoFit/>
          </a:bodyPr>
          <a:lstStyle/>
          <a:p>
            <a:pPr algn="ctr"/>
            <a:r>
              <a:rPr sz="700" b="0" i="0">
                <a:solidFill>
                  <a:srgbClr val="B0BEC5"/>
                </a:solidFill>
              </a:rPr>
              <a:t>Blocks DDL/DML ops</a:t>
            </a:r>
          </a:p>
        </p:txBody>
      </p:sp>
      <p:sp>
        <p:nvSpPr>
          <p:cNvPr id="48" name="TextBox 47">
            <a:extLst>
              <a:ext uri="{FF2B5EF4-FFF2-40B4-BE49-F238E27FC236}">
                <a16:creationId xmlns:a16="http://schemas.microsoft.com/office/drawing/2014/main" id="{139032BA-7969-2EAE-8A36-F3DA34E787A3}"/>
              </a:ext>
            </a:extLst>
          </p:cNvPr>
          <p:cNvSpPr txBox="1"/>
          <p:nvPr/>
        </p:nvSpPr>
        <p:spPr>
          <a:xfrm>
            <a:off x="3227705" y="3618068"/>
            <a:ext cx="274320" cy="274320"/>
          </a:xfrm>
          <a:prstGeom prst="rect">
            <a:avLst/>
          </a:prstGeom>
          <a:noFill/>
        </p:spPr>
        <p:txBody>
          <a:bodyPr wrap="square">
            <a:spAutoFit/>
          </a:bodyPr>
          <a:lstStyle/>
          <a:p>
            <a:pPr algn="ctr"/>
            <a:r>
              <a:rPr sz="1000" b="0" i="0">
                <a:solidFill>
                  <a:srgbClr val="B0BEC5"/>
                </a:solidFill>
              </a:rPr>
              <a:t>⬇</a:t>
            </a:r>
          </a:p>
        </p:txBody>
      </p:sp>
      <p:sp>
        <p:nvSpPr>
          <p:cNvPr id="49" name="TextBox 48">
            <a:extLst>
              <a:ext uri="{FF2B5EF4-FFF2-40B4-BE49-F238E27FC236}">
                <a16:creationId xmlns:a16="http://schemas.microsoft.com/office/drawing/2014/main" id="{F6B27202-D322-5381-A7DF-B3F39945A85E}"/>
              </a:ext>
            </a:extLst>
          </p:cNvPr>
          <p:cNvSpPr txBox="1"/>
          <p:nvPr/>
        </p:nvSpPr>
        <p:spPr>
          <a:xfrm>
            <a:off x="5970905" y="3618068"/>
            <a:ext cx="274320" cy="274320"/>
          </a:xfrm>
          <a:prstGeom prst="rect">
            <a:avLst/>
          </a:prstGeom>
          <a:noFill/>
        </p:spPr>
        <p:txBody>
          <a:bodyPr wrap="square">
            <a:spAutoFit/>
          </a:bodyPr>
          <a:lstStyle/>
          <a:p>
            <a:pPr algn="ctr"/>
            <a:r>
              <a:rPr sz="1000" b="0" i="0">
                <a:solidFill>
                  <a:srgbClr val="B0BEC5"/>
                </a:solidFill>
              </a:rPr>
              <a:t>⬇</a:t>
            </a:r>
          </a:p>
        </p:txBody>
      </p:sp>
      <p:sp>
        <p:nvSpPr>
          <p:cNvPr id="50" name="TextBox 49">
            <a:extLst>
              <a:ext uri="{FF2B5EF4-FFF2-40B4-BE49-F238E27FC236}">
                <a16:creationId xmlns:a16="http://schemas.microsoft.com/office/drawing/2014/main" id="{AC0EE278-8FC9-F77C-8C67-BC479C1688B4}"/>
              </a:ext>
            </a:extLst>
          </p:cNvPr>
          <p:cNvSpPr txBox="1"/>
          <p:nvPr/>
        </p:nvSpPr>
        <p:spPr>
          <a:xfrm>
            <a:off x="8714105" y="3618068"/>
            <a:ext cx="274320" cy="274320"/>
          </a:xfrm>
          <a:prstGeom prst="rect">
            <a:avLst/>
          </a:prstGeom>
          <a:noFill/>
        </p:spPr>
        <p:txBody>
          <a:bodyPr wrap="square">
            <a:spAutoFit/>
          </a:bodyPr>
          <a:lstStyle/>
          <a:p>
            <a:pPr algn="ctr"/>
            <a:r>
              <a:rPr sz="1000" b="0" i="0">
                <a:solidFill>
                  <a:srgbClr val="B0BEC5"/>
                </a:solidFill>
              </a:rPr>
              <a:t>⬇</a:t>
            </a:r>
          </a:p>
        </p:txBody>
      </p:sp>
      <p:sp>
        <p:nvSpPr>
          <p:cNvPr id="51" name="Rounded Rectangle 50">
            <a:extLst>
              <a:ext uri="{FF2B5EF4-FFF2-40B4-BE49-F238E27FC236}">
                <a16:creationId xmlns:a16="http://schemas.microsoft.com/office/drawing/2014/main" id="{8AE44697-D148-62CE-20E8-4336DA65C0B2}"/>
              </a:ext>
            </a:extLst>
          </p:cNvPr>
          <p:cNvSpPr/>
          <p:nvPr/>
        </p:nvSpPr>
        <p:spPr>
          <a:xfrm>
            <a:off x="255905" y="3837524"/>
            <a:ext cx="11750040" cy="914400"/>
          </a:xfrm>
          <a:prstGeom prst="roundRect">
            <a:avLst/>
          </a:prstGeom>
          <a:solidFill>
            <a:srgbClr val="14B8A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endParaRPr sz="1900">
              <a:solidFill>
                <a:schemeClr val="bg1"/>
              </a:solidFill>
            </a:endParaRPr>
          </a:p>
        </p:txBody>
      </p:sp>
      <p:sp>
        <p:nvSpPr>
          <p:cNvPr id="52" name="TextBox 51">
            <a:extLst>
              <a:ext uri="{FF2B5EF4-FFF2-40B4-BE49-F238E27FC236}">
                <a16:creationId xmlns:a16="http://schemas.microsoft.com/office/drawing/2014/main" id="{966D842E-F490-4261-4B53-3377E1F17E11}"/>
              </a:ext>
            </a:extLst>
          </p:cNvPr>
          <p:cNvSpPr txBox="1"/>
          <p:nvPr/>
        </p:nvSpPr>
        <p:spPr>
          <a:xfrm>
            <a:off x="283337" y="4079281"/>
            <a:ext cx="1280160" cy="430887"/>
          </a:xfrm>
          <a:prstGeom prst="rect">
            <a:avLst/>
          </a:prstGeom>
          <a:noFill/>
        </p:spPr>
        <p:txBody>
          <a:bodyPr wrap="square">
            <a:spAutoFit/>
          </a:bodyPr>
          <a:lstStyle/>
          <a:p>
            <a:pPr algn="ctr"/>
            <a:r>
              <a:rPr lang="en-IN" sz="1100" b="1" i="0">
                <a:solidFill>
                  <a:schemeClr val="bg1"/>
                </a:solidFill>
              </a:rPr>
              <a:t>EXECUTION LAYER</a:t>
            </a:r>
          </a:p>
        </p:txBody>
      </p:sp>
      <p:sp>
        <p:nvSpPr>
          <p:cNvPr id="53" name="Rounded Rectangle 52">
            <a:extLst>
              <a:ext uri="{FF2B5EF4-FFF2-40B4-BE49-F238E27FC236}">
                <a16:creationId xmlns:a16="http://schemas.microsoft.com/office/drawing/2014/main" id="{4D39C3FC-4158-1E4D-0148-D40A3AD123F1}"/>
              </a:ext>
            </a:extLst>
          </p:cNvPr>
          <p:cNvSpPr/>
          <p:nvPr/>
        </p:nvSpPr>
        <p:spPr>
          <a:xfrm>
            <a:off x="1718945" y="3928964"/>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a:extLst>
              <a:ext uri="{FF2B5EF4-FFF2-40B4-BE49-F238E27FC236}">
                <a16:creationId xmlns:a16="http://schemas.microsoft.com/office/drawing/2014/main" id="{969D4FBF-14C7-AD35-D410-5B87A99D7F5A}"/>
              </a:ext>
            </a:extLst>
          </p:cNvPr>
          <p:cNvSpPr txBox="1"/>
          <p:nvPr/>
        </p:nvSpPr>
        <p:spPr>
          <a:xfrm>
            <a:off x="1764665" y="3974684"/>
            <a:ext cx="365760" cy="320040"/>
          </a:xfrm>
          <a:prstGeom prst="rect">
            <a:avLst/>
          </a:prstGeom>
          <a:noFill/>
        </p:spPr>
        <p:txBody>
          <a:bodyPr wrap="square">
            <a:spAutoFit/>
          </a:bodyPr>
          <a:lstStyle/>
          <a:p>
            <a:pPr algn="ctr"/>
            <a:r>
              <a:rPr sz="1800" b="0" i="0">
                <a:solidFill>
                  <a:srgbClr val="FFFFFF"/>
                </a:solidFill>
              </a:rPr>
              <a:t>⚡</a:t>
            </a:r>
          </a:p>
        </p:txBody>
      </p:sp>
      <p:sp>
        <p:nvSpPr>
          <p:cNvPr id="55" name="TextBox 54">
            <a:extLst>
              <a:ext uri="{FF2B5EF4-FFF2-40B4-BE49-F238E27FC236}">
                <a16:creationId xmlns:a16="http://schemas.microsoft.com/office/drawing/2014/main" id="{4ED8BA5A-39FE-1DD0-0F94-8DC27A6DB368}"/>
              </a:ext>
            </a:extLst>
          </p:cNvPr>
          <p:cNvSpPr txBox="1"/>
          <p:nvPr/>
        </p:nvSpPr>
        <p:spPr>
          <a:xfrm>
            <a:off x="1792097" y="4002116"/>
            <a:ext cx="1828800" cy="274320"/>
          </a:xfrm>
          <a:prstGeom prst="rect">
            <a:avLst/>
          </a:prstGeom>
          <a:noFill/>
          <a:ln>
            <a:noFill/>
          </a:ln>
        </p:spPr>
        <p:txBody>
          <a:bodyPr wrap="square">
            <a:spAutoFit/>
          </a:bodyPr>
          <a:lstStyle/>
          <a:p>
            <a:pPr algn="ctr"/>
            <a:r>
              <a:rPr sz="900" b="1" i="0">
                <a:solidFill>
                  <a:srgbClr val="4FC3F7"/>
                </a:solidFill>
              </a:rPr>
              <a:t>DuckDB
Engine</a:t>
            </a:r>
          </a:p>
        </p:txBody>
      </p:sp>
      <p:sp>
        <p:nvSpPr>
          <p:cNvPr id="56" name="TextBox 55">
            <a:extLst>
              <a:ext uri="{FF2B5EF4-FFF2-40B4-BE49-F238E27FC236}">
                <a16:creationId xmlns:a16="http://schemas.microsoft.com/office/drawing/2014/main" id="{A2381EF7-5658-5265-5A44-33AB2C846EF3}"/>
              </a:ext>
            </a:extLst>
          </p:cNvPr>
          <p:cNvSpPr txBox="1"/>
          <p:nvPr/>
        </p:nvSpPr>
        <p:spPr>
          <a:xfrm>
            <a:off x="1792097" y="4404452"/>
            <a:ext cx="1828800" cy="256032"/>
          </a:xfrm>
          <a:prstGeom prst="rect">
            <a:avLst/>
          </a:prstGeom>
          <a:noFill/>
        </p:spPr>
        <p:txBody>
          <a:bodyPr wrap="square">
            <a:spAutoFit/>
          </a:bodyPr>
          <a:lstStyle/>
          <a:p>
            <a:pPr algn="ctr"/>
            <a:r>
              <a:rPr sz="700" b="0" i="0">
                <a:solidFill>
                  <a:srgbClr val="B0BEC5"/>
                </a:solidFill>
              </a:rPr>
              <a:t>In-process SQL runtime</a:t>
            </a:r>
          </a:p>
        </p:txBody>
      </p:sp>
      <p:sp>
        <p:nvSpPr>
          <p:cNvPr id="57" name="TextBox 56">
            <a:extLst>
              <a:ext uri="{FF2B5EF4-FFF2-40B4-BE49-F238E27FC236}">
                <a16:creationId xmlns:a16="http://schemas.microsoft.com/office/drawing/2014/main" id="{851F6999-F4B0-91A3-5C0E-DDC5B29DF1B7}"/>
              </a:ext>
            </a:extLst>
          </p:cNvPr>
          <p:cNvSpPr txBox="1"/>
          <p:nvPr/>
        </p:nvSpPr>
        <p:spPr>
          <a:xfrm>
            <a:off x="4661027" y="4166708"/>
            <a:ext cx="228600" cy="274320"/>
          </a:xfrm>
          <a:prstGeom prst="rect">
            <a:avLst/>
          </a:prstGeom>
          <a:noFill/>
        </p:spPr>
        <p:txBody>
          <a:bodyPr wrap="square">
            <a:spAutoFit/>
          </a:bodyPr>
          <a:lstStyle/>
          <a:p>
            <a:pPr algn="ctr"/>
            <a:r>
              <a:rPr sz="1200" b="0" i="0">
                <a:solidFill>
                  <a:srgbClr val="F59E0B"/>
                </a:solidFill>
              </a:rPr>
              <a:t>→</a:t>
            </a:r>
          </a:p>
        </p:txBody>
      </p:sp>
      <p:sp>
        <p:nvSpPr>
          <p:cNvPr id="58" name="Rounded Rectangle 57">
            <a:extLst>
              <a:ext uri="{FF2B5EF4-FFF2-40B4-BE49-F238E27FC236}">
                <a16:creationId xmlns:a16="http://schemas.microsoft.com/office/drawing/2014/main" id="{BB7136C4-A827-A1BA-F1EE-C251BEDA3C08}"/>
              </a:ext>
            </a:extLst>
          </p:cNvPr>
          <p:cNvSpPr/>
          <p:nvPr/>
        </p:nvSpPr>
        <p:spPr>
          <a:xfrm>
            <a:off x="5902324" y="3928964"/>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a:extLst>
              <a:ext uri="{FF2B5EF4-FFF2-40B4-BE49-F238E27FC236}">
                <a16:creationId xmlns:a16="http://schemas.microsoft.com/office/drawing/2014/main" id="{76E8C7E5-927F-AB54-00D8-C6770134F95E}"/>
              </a:ext>
            </a:extLst>
          </p:cNvPr>
          <p:cNvSpPr txBox="1"/>
          <p:nvPr/>
        </p:nvSpPr>
        <p:spPr>
          <a:xfrm>
            <a:off x="5948044" y="3974684"/>
            <a:ext cx="365760" cy="320040"/>
          </a:xfrm>
          <a:prstGeom prst="rect">
            <a:avLst/>
          </a:prstGeom>
          <a:noFill/>
        </p:spPr>
        <p:txBody>
          <a:bodyPr wrap="square">
            <a:spAutoFit/>
          </a:bodyPr>
          <a:lstStyle/>
          <a:p>
            <a:pPr algn="ctr"/>
            <a:r>
              <a:rPr sz="1800" b="0" i="0">
                <a:solidFill>
                  <a:srgbClr val="FFFFFF"/>
                </a:solidFill>
              </a:rPr>
              <a:t>🔄</a:t>
            </a:r>
          </a:p>
        </p:txBody>
      </p:sp>
      <p:sp>
        <p:nvSpPr>
          <p:cNvPr id="60" name="TextBox 59">
            <a:extLst>
              <a:ext uri="{FF2B5EF4-FFF2-40B4-BE49-F238E27FC236}">
                <a16:creationId xmlns:a16="http://schemas.microsoft.com/office/drawing/2014/main" id="{37EDC3DA-118F-BFD4-3769-255412C1C3E2}"/>
              </a:ext>
            </a:extLst>
          </p:cNvPr>
          <p:cNvSpPr txBox="1"/>
          <p:nvPr/>
        </p:nvSpPr>
        <p:spPr>
          <a:xfrm>
            <a:off x="5975476" y="4002116"/>
            <a:ext cx="1828800" cy="274320"/>
          </a:xfrm>
          <a:prstGeom prst="rect">
            <a:avLst/>
          </a:prstGeom>
          <a:noFill/>
        </p:spPr>
        <p:txBody>
          <a:bodyPr wrap="square">
            <a:spAutoFit/>
          </a:bodyPr>
          <a:lstStyle/>
          <a:p>
            <a:pPr algn="ctr"/>
            <a:r>
              <a:rPr sz="900" b="1" i="0">
                <a:solidFill>
                  <a:srgbClr val="4FC3F7"/>
                </a:solidFill>
              </a:rPr>
              <a:t>Retry &amp;
Self-Heal</a:t>
            </a:r>
          </a:p>
        </p:txBody>
      </p:sp>
      <p:sp>
        <p:nvSpPr>
          <p:cNvPr id="61" name="TextBox 60">
            <a:extLst>
              <a:ext uri="{FF2B5EF4-FFF2-40B4-BE49-F238E27FC236}">
                <a16:creationId xmlns:a16="http://schemas.microsoft.com/office/drawing/2014/main" id="{7EC48544-819F-985E-9F72-75926C1CC387}"/>
              </a:ext>
            </a:extLst>
          </p:cNvPr>
          <p:cNvSpPr txBox="1"/>
          <p:nvPr/>
        </p:nvSpPr>
        <p:spPr>
          <a:xfrm>
            <a:off x="5975476" y="4404452"/>
            <a:ext cx="1828800" cy="256032"/>
          </a:xfrm>
          <a:prstGeom prst="rect">
            <a:avLst/>
          </a:prstGeom>
          <a:noFill/>
        </p:spPr>
        <p:txBody>
          <a:bodyPr wrap="square">
            <a:spAutoFit/>
          </a:bodyPr>
          <a:lstStyle/>
          <a:p>
            <a:pPr algn="ctr"/>
            <a:r>
              <a:rPr sz="700" b="0" i="0">
                <a:solidFill>
                  <a:srgbClr val="B0BEC5"/>
                </a:solidFill>
              </a:rPr>
              <a:t>Auto-corrects failed SQL</a:t>
            </a:r>
          </a:p>
        </p:txBody>
      </p:sp>
      <p:sp>
        <p:nvSpPr>
          <p:cNvPr id="62" name="TextBox 61">
            <a:extLst>
              <a:ext uri="{FF2B5EF4-FFF2-40B4-BE49-F238E27FC236}">
                <a16:creationId xmlns:a16="http://schemas.microsoft.com/office/drawing/2014/main" id="{0E33F725-02A9-5653-EAC3-78C4B159F72C}"/>
              </a:ext>
            </a:extLst>
          </p:cNvPr>
          <p:cNvSpPr txBox="1"/>
          <p:nvPr/>
        </p:nvSpPr>
        <p:spPr>
          <a:xfrm>
            <a:off x="8844407" y="4166708"/>
            <a:ext cx="228600" cy="274320"/>
          </a:xfrm>
          <a:prstGeom prst="rect">
            <a:avLst/>
          </a:prstGeom>
          <a:noFill/>
        </p:spPr>
        <p:txBody>
          <a:bodyPr wrap="square">
            <a:spAutoFit/>
          </a:bodyPr>
          <a:lstStyle/>
          <a:p>
            <a:pPr algn="ctr"/>
            <a:r>
              <a:rPr sz="1200" b="0" i="0">
                <a:solidFill>
                  <a:srgbClr val="F59E0B"/>
                </a:solidFill>
              </a:rPr>
              <a:t>→</a:t>
            </a:r>
          </a:p>
        </p:txBody>
      </p:sp>
      <p:sp>
        <p:nvSpPr>
          <p:cNvPr id="63" name="Rounded Rectangle 62">
            <a:extLst>
              <a:ext uri="{FF2B5EF4-FFF2-40B4-BE49-F238E27FC236}">
                <a16:creationId xmlns:a16="http://schemas.microsoft.com/office/drawing/2014/main" id="{38A4125C-A605-0549-D7BD-5210BF500797}"/>
              </a:ext>
            </a:extLst>
          </p:cNvPr>
          <p:cNvSpPr/>
          <p:nvPr/>
        </p:nvSpPr>
        <p:spPr>
          <a:xfrm>
            <a:off x="10085704" y="3928964"/>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a:extLst>
              <a:ext uri="{FF2B5EF4-FFF2-40B4-BE49-F238E27FC236}">
                <a16:creationId xmlns:a16="http://schemas.microsoft.com/office/drawing/2014/main" id="{6046EB7F-BFCE-48AE-A57C-9E80C3281270}"/>
              </a:ext>
            </a:extLst>
          </p:cNvPr>
          <p:cNvSpPr txBox="1"/>
          <p:nvPr/>
        </p:nvSpPr>
        <p:spPr>
          <a:xfrm>
            <a:off x="10131424" y="3974684"/>
            <a:ext cx="365760" cy="320040"/>
          </a:xfrm>
          <a:prstGeom prst="rect">
            <a:avLst/>
          </a:prstGeom>
          <a:noFill/>
        </p:spPr>
        <p:txBody>
          <a:bodyPr wrap="square">
            <a:spAutoFit/>
          </a:bodyPr>
          <a:lstStyle/>
          <a:p>
            <a:pPr algn="ctr"/>
            <a:r>
              <a:rPr sz="1800" b="0" i="0">
                <a:solidFill>
                  <a:srgbClr val="FFFFFF"/>
                </a:solidFill>
              </a:rPr>
              <a:t>🗄️</a:t>
            </a:r>
          </a:p>
        </p:txBody>
      </p:sp>
      <p:sp>
        <p:nvSpPr>
          <p:cNvPr id="65" name="TextBox 64">
            <a:extLst>
              <a:ext uri="{FF2B5EF4-FFF2-40B4-BE49-F238E27FC236}">
                <a16:creationId xmlns:a16="http://schemas.microsoft.com/office/drawing/2014/main" id="{09FD73B9-B6D0-074F-B37B-1472FB118E55}"/>
              </a:ext>
            </a:extLst>
          </p:cNvPr>
          <p:cNvSpPr txBox="1"/>
          <p:nvPr/>
        </p:nvSpPr>
        <p:spPr>
          <a:xfrm>
            <a:off x="10158856" y="4002116"/>
            <a:ext cx="1828800" cy="274320"/>
          </a:xfrm>
          <a:prstGeom prst="rect">
            <a:avLst/>
          </a:prstGeom>
          <a:noFill/>
        </p:spPr>
        <p:txBody>
          <a:bodyPr wrap="square">
            <a:spAutoFit/>
          </a:bodyPr>
          <a:lstStyle/>
          <a:p>
            <a:pPr algn="ctr"/>
            <a:r>
              <a:rPr sz="900" b="1" i="0">
                <a:solidFill>
                  <a:srgbClr val="4FC3F7"/>
                </a:solidFill>
              </a:rPr>
              <a:t>Query
Cache</a:t>
            </a:r>
          </a:p>
        </p:txBody>
      </p:sp>
      <p:sp>
        <p:nvSpPr>
          <p:cNvPr id="66" name="TextBox 65">
            <a:extLst>
              <a:ext uri="{FF2B5EF4-FFF2-40B4-BE49-F238E27FC236}">
                <a16:creationId xmlns:a16="http://schemas.microsoft.com/office/drawing/2014/main" id="{0257EA28-89EB-6735-6CDA-0BF0EAFA1024}"/>
              </a:ext>
            </a:extLst>
          </p:cNvPr>
          <p:cNvSpPr txBox="1"/>
          <p:nvPr/>
        </p:nvSpPr>
        <p:spPr>
          <a:xfrm>
            <a:off x="10158856" y="4404452"/>
            <a:ext cx="1828800" cy="256032"/>
          </a:xfrm>
          <a:prstGeom prst="rect">
            <a:avLst/>
          </a:prstGeom>
          <a:noFill/>
        </p:spPr>
        <p:txBody>
          <a:bodyPr wrap="square">
            <a:spAutoFit/>
          </a:bodyPr>
          <a:lstStyle/>
          <a:p>
            <a:pPr algn="ctr"/>
            <a:r>
              <a:rPr sz="700" b="0" i="0">
                <a:solidFill>
                  <a:srgbClr val="B0BEC5"/>
                </a:solidFill>
              </a:rPr>
              <a:t>Session-level memory</a:t>
            </a:r>
          </a:p>
        </p:txBody>
      </p:sp>
      <p:sp>
        <p:nvSpPr>
          <p:cNvPr id="67" name="TextBox 66">
            <a:extLst>
              <a:ext uri="{FF2B5EF4-FFF2-40B4-BE49-F238E27FC236}">
                <a16:creationId xmlns:a16="http://schemas.microsoft.com/office/drawing/2014/main" id="{DD85F287-69CA-BC75-6428-425A0C32A785}"/>
              </a:ext>
            </a:extLst>
          </p:cNvPr>
          <p:cNvSpPr txBox="1"/>
          <p:nvPr/>
        </p:nvSpPr>
        <p:spPr>
          <a:xfrm>
            <a:off x="3227705" y="4733636"/>
            <a:ext cx="274320" cy="274320"/>
          </a:xfrm>
          <a:prstGeom prst="rect">
            <a:avLst/>
          </a:prstGeom>
          <a:noFill/>
        </p:spPr>
        <p:txBody>
          <a:bodyPr wrap="square">
            <a:spAutoFit/>
          </a:bodyPr>
          <a:lstStyle/>
          <a:p>
            <a:pPr algn="ctr"/>
            <a:r>
              <a:rPr sz="1000" b="0" i="0">
                <a:solidFill>
                  <a:srgbClr val="B0BEC5"/>
                </a:solidFill>
              </a:rPr>
              <a:t>⬇</a:t>
            </a:r>
          </a:p>
        </p:txBody>
      </p:sp>
      <p:sp>
        <p:nvSpPr>
          <p:cNvPr id="68" name="TextBox 67">
            <a:extLst>
              <a:ext uri="{FF2B5EF4-FFF2-40B4-BE49-F238E27FC236}">
                <a16:creationId xmlns:a16="http://schemas.microsoft.com/office/drawing/2014/main" id="{CAEBAE93-BC1D-0A94-271E-BD7965F63338}"/>
              </a:ext>
            </a:extLst>
          </p:cNvPr>
          <p:cNvSpPr txBox="1"/>
          <p:nvPr/>
        </p:nvSpPr>
        <p:spPr>
          <a:xfrm>
            <a:off x="5970905" y="4733636"/>
            <a:ext cx="274320" cy="274320"/>
          </a:xfrm>
          <a:prstGeom prst="rect">
            <a:avLst/>
          </a:prstGeom>
          <a:noFill/>
        </p:spPr>
        <p:txBody>
          <a:bodyPr wrap="square">
            <a:spAutoFit/>
          </a:bodyPr>
          <a:lstStyle/>
          <a:p>
            <a:pPr algn="ctr"/>
            <a:r>
              <a:rPr sz="1000" b="0" i="0">
                <a:solidFill>
                  <a:srgbClr val="B0BEC5"/>
                </a:solidFill>
              </a:rPr>
              <a:t>⬇</a:t>
            </a:r>
          </a:p>
        </p:txBody>
      </p:sp>
      <p:sp>
        <p:nvSpPr>
          <p:cNvPr id="69" name="TextBox 68">
            <a:extLst>
              <a:ext uri="{FF2B5EF4-FFF2-40B4-BE49-F238E27FC236}">
                <a16:creationId xmlns:a16="http://schemas.microsoft.com/office/drawing/2014/main" id="{76D43460-9F21-746A-F092-27C4AB3E1F48}"/>
              </a:ext>
            </a:extLst>
          </p:cNvPr>
          <p:cNvSpPr txBox="1"/>
          <p:nvPr/>
        </p:nvSpPr>
        <p:spPr>
          <a:xfrm>
            <a:off x="8714105" y="4733636"/>
            <a:ext cx="274320" cy="274320"/>
          </a:xfrm>
          <a:prstGeom prst="rect">
            <a:avLst/>
          </a:prstGeom>
          <a:noFill/>
        </p:spPr>
        <p:txBody>
          <a:bodyPr wrap="square">
            <a:spAutoFit/>
          </a:bodyPr>
          <a:lstStyle/>
          <a:p>
            <a:pPr algn="ctr"/>
            <a:r>
              <a:rPr sz="1000" b="0" i="0">
                <a:solidFill>
                  <a:srgbClr val="B0BEC5"/>
                </a:solidFill>
              </a:rPr>
              <a:t>⬇</a:t>
            </a:r>
          </a:p>
        </p:txBody>
      </p:sp>
      <p:sp>
        <p:nvSpPr>
          <p:cNvPr id="70" name="Rounded Rectangle 69">
            <a:extLst>
              <a:ext uri="{FF2B5EF4-FFF2-40B4-BE49-F238E27FC236}">
                <a16:creationId xmlns:a16="http://schemas.microsoft.com/office/drawing/2014/main" id="{647C4974-F61E-0FB0-1BCE-183409D1325C}"/>
              </a:ext>
            </a:extLst>
          </p:cNvPr>
          <p:cNvSpPr/>
          <p:nvPr/>
        </p:nvSpPr>
        <p:spPr>
          <a:xfrm>
            <a:off x="255905" y="4953092"/>
            <a:ext cx="11750040" cy="914400"/>
          </a:xfrm>
          <a:prstGeom prst="roundRect">
            <a:avLst/>
          </a:prstGeom>
          <a:solidFill>
            <a:srgbClr val="64748B">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endParaRPr lang="en-IN" sz="1900">
              <a:solidFill>
                <a:schemeClr val="bg1"/>
              </a:solidFill>
            </a:endParaRPr>
          </a:p>
        </p:txBody>
      </p:sp>
      <p:sp>
        <p:nvSpPr>
          <p:cNvPr id="71" name="TextBox 70">
            <a:extLst>
              <a:ext uri="{FF2B5EF4-FFF2-40B4-BE49-F238E27FC236}">
                <a16:creationId xmlns:a16="http://schemas.microsoft.com/office/drawing/2014/main" id="{653E0CAD-19F4-8C5E-4A03-F3B06331F2C3}"/>
              </a:ext>
            </a:extLst>
          </p:cNvPr>
          <p:cNvSpPr txBox="1"/>
          <p:nvPr/>
        </p:nvSpPr>
        <p:spPr>
          <a:xfrm>
            <a:off x="283337" y="5194849"/>
            <a:ext cx="1280160" cy="430887"/>
          </a:xfrm>
          <a:prstGeom prst="rect">
            <a:avLst/>
          </a:prstGeom>
          <a:noFill/>
        </p:spPr>
        <p:txBody>
          <a:bodyPr wrap="square">
            <a:spAutoFit/>
          </a:bodyPr>
          <a:lstStyle/>
          <a:p>
            <a:pPr algn="ctr"/>
            <a:r>
              <a:rPr lang="en-IN" sz="1100" b="1" i="0">
                <a:solidFill>
                  <a:schemeClr val="bg1"/>
                </a:solidFill>
              </a:rPr>
              <a:t>PRESENTATION LAYER</a:t>
            </a:r>
          </a:p>
        </p:txBody>
      </p:sp>
      <p:sp>
        <p:nvSpPr>
          <p:cNvPr id="72" name="Rounded Rectangle 71">
            <a:extLst>
              <a:ext uri="{FF2B5EF4-FFF2-40B4-BE49-F238E27FC236}">
                <a16:creationId xmlns:a16="http://schemas.microsoft.com/office/drawing/2014/main" id="{9E9D9888-83B9-FBCC-44E4-FAFF680F5F25}"/>
              </a:ext>
            </a:extLst>
          </p:cNvPr>
          <p:cNvSpPr/>
          <p:nvPr/>
        </p:nvSpPr>
        <p:spPr>
          <a:xfrm>
            <a:off x="1718945" y="5044532"/>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018CC89B-51D4-24BD-7301-07990656C152}"/>
              </a:ext>
            </a:extLst>
          </p:cNvPr>
          <p:cNvSpPr txBox="1"/>
          <p:nvPr/>
        </p:nvSpPr>
        <p:spPr>
          <a:xfrm>
            <a:off x="1764665" y="5090252"/>
            <a:ext cx="365760" cy="320040"/>
          </a:xfrm>
          <a:prstGeom prst="rect">
            <a:avLst/>
          </a:prstGeom>
          <a:noFill/>
        </p:spPr>
        <p:txBody>
          <a:bodyPr wrap="square">
            <a:spAutoFit/>
          </a:bodyPr>
          <a:lstStyle/>
          <a:p>
            <a:pPr algn="ctr"/>
            <a:r>
              <a:rPr sz="1800" b="0" i="0">
                <a:solidFill>
                  <a:srgbClr val="FFFFFF"/>
                </a:solidFill>
              </a:rPr>
              <a:t>📊</a:t>
            </a:r>
          </a:p>
        </p:txBody>
      </p:sp>
      <p:sp>
        <p:nvSpPr>
          <p:cNvPr id="74" name="TextBox 73">
            <a:extLst>
              <a:ext uri="{FF2B5EF4-FFF2-40B4-BE49-F238E27FC236}">
                <a16:creationId xmlns:a16="http://schemas.microsoft.com/office/drawing/2014/main" id="{B47C307F-912A-153B-C127-8CE79EA48C5F}"/>
              </a:ext>
            </a:extLst>
          </p:cNvPr>
          <p:cNvSpPr txBox="1"/>
          <p:nvPr/>
        </p:nvSpPr>
        <p:spPr>
          <a:xfrm>
            <a:off x="1792097" y="5117684"/>
            <a:ext cx="1828800" cy="274320"/>
          </a:xfrm>
          <a:prstGeom prst="rect">
            <a:avLst/>
          </a:prstGeom>
          <a:noFill/>
        </p:spPr>
        <p:txBody>
          <a:bodyPr wrap="square">
            <a:spAutoFit/>
          </a:bodyPr>
          <a:lstStyle/>
          <a:p>
            <a:pPr algn="ctr"/>
            <a:r>
              <a:rPr sz="900" b="1" i="0">
                <a:solidFill>
                  <a:srgbClr val="4FC3F7"/>
                </a:solidFill>
              </a:rPr>
              <a:t>Plotly
Charts</a:t>
            </a:r>
          </a:p>
        </p:txBody>
      </p:sp>
      <p:sp>
        <p:nvSpPr>
          <p:cNvPr id="75" name="TextBox 74">
            <a:extLst>
              <a:ext uri="{FF2B5EF4-FFF2-40B4-BE49-F238E27FC236}">
                <a16:creationId xmlns:a16="http://schemas.microsoft.com/office/drawing/2014/main" id="{64742BDB-7D23-A105-A200-2348FDF1ABBF}"/>
              </a:ext>
            </a:extLst>
          </p:cNvPr>
          <p:cNvSpPr txBox="1"/>
          <p:nvPr/>
        </p:nvSpPr>
        <p:spPr>
          <a:xfrm>
            <a:off x="1792097" y="5520019"/>
            <a:ext cx="1828800" cy="256032"/>
          </a:xfrm>
          <a:prstGeom prst="rect">
            <a:avLst/>
          </a:prstGeom>
          <a:noFill/>
        </p:spPr>
        <p:txBody>
          <a:bodyPr wrap="square">
            <a:spAutoFit/>
          </a:bodyPr>
          <a:lstStyle/>
          <a:p>
            <a:pPr algn="ctr"/>
            <a:r>
              <a:rPr sz="700" b="0" i="0">
                <a:solidFill>
                  <a:srgbClr val="B0BEC5"/>
                </a:solidFill>
              </a:rPr>
              <a:t>Auto chart selection</a:t>
            </a:r>
          </a:p>
        </p:txBody>
      </p:sp>
      <p:sp>
        <p:nvSpPr>
          <p:cNvPr id="76" name="TextBox 75">
            <a:extLst>
              <a:ext uri="{FF2B5EF4-FFF2-40B4-BE49-F238E27FC236}">
                <a16:creationId xmlns:a16="http://schemas.microsoft.com/office/drawing/2014/main" id="{4C22D88C-1A71-B66D-955E-C600310DF96B}"/>
              </a:ext>
            </a:extLst>
          </p:cNvPr>
          <p:cNvSpPr txBox="1"/>
          <p:nvPr/>
        </p:nvSpPr>
        <p:spPr>
          <a:xfrm>
            <a:off x="3963796" y="5282276"/>
            <a:ext cx="228600" cy="274320"/>
          </a:xfrm>
          <a:prstGeom prst="rect">
            <a:avLst/>
          </a:prstGeom>
          <a:noFill/>
        </p:spPr>
        <p:txBody>
          <a:bodyPr wrap="square">
            <a:spAutoFit/>
          </a:bodyPr>
          <a:lstStyle/>
          <a:p>
            <a:pPr algn="ctr"/>
            <a:r>
              <a:rPr sz="1200" b="0" i="0">
                <a:solidFill>
                  <a:srgbClr val="A78BFA"/>
                </a:solidFill>
              </a:rPr>
              <a:t>→</a:t>
            </a:r>
          </a:p>
        </p:txBody>
      </p:sp>
      <p:sp>
        <p:nvSpPr>
          <p:cNvPr id="77" name="Rounded Rectangle 76">
            <a:extLst>
              <a:ext uri="{FF2B5EF4-FFF2-40B4-BE49-F238E27FC236}">
                <a16:creationId xmlns:a16="http://schemas.microsoft.com/office/drawing/2014/main" id="{F0998B69-C47A-56B4-1019-DBD2EFB561C9}"/>
              </a:ext>
            </a:extLst>
          </p:cNvPr>
          <p:cNvSpPr/>
          <p:nvPr/>
        </p:nvSpPr>
        <p:spPr>
          <a:xfrm>
            <a:off x="4507865" y="5044532"/>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a:extLst>
              <a:ext uri="{FF2B5EF4-FFF2-40B4-BE49-F238E27FC236}">
                <a16:creationId xmlns:a16="http://schemas.microsoft.com/office/drawing/2014/main" id="{E0E18804-527F-38A8-81AC-3090627B5DC9}"/>
              </a:ext>
            </a:extLst>
          </p:cNvPr>
          <p:cNvSpPr txBox="1"/>
          <p:nvPr/>
        </p:nvSpPr>
        <p:spPr>
          <a:xfrm>
            <a:off x="4553585" y="5090252"/>
            <a:ext cx="365760" cy="320040"/>
          </a:xfrm>
          <a:prstGeom prst="rect">
            <a:avLst/>
          </a:prstGeom>
          <a:noFill/>
        </p:spPr>
        <p:txBody>
          <a:bodyPr wrap="square">
            <a:spAutoFit/>
          </a:bodyPr>
          <a:lstStyle/>
          <a:p>
            <a:pPr algn="ctr"/>
            <a:r>
              <a:rPr sz="1800" b="0" i="0">
                <a:solidFill>
                  <a:srgbClr val="FFFFFF"/>
                </a:solidFill>
              </a:rPr>
              <a:t>🔢</a:t>
            </a:r>
          </a:p>
        </p:txBody>
      </p:sp>
      <p:sp>
        <p:nvSpPr>
          <p:cNvPr id="79" name="TextBox 78">
            <a:extLst>
              <a:ext uri="{FF2B5EF4-FFF2-40B4-BE49-F238E27FC236}">
                <a16:creationId xmlns:a16="http://schemas.microsoft.com/office/drawing/2014/main" id="{024025E8-6FF0-58CE-7B14-BEAFF4058BFB}"/>
              </a:ext>
            </a:extLst>
          </p:cNvPr>
          <p:cNvSpPr txBox="1"/>
          <p:nvPr/>
        </p:nvSpPr>
        <p:spPr>
          <a:xfrm>
            <a:off x="4581017" y="5117684"/>
            <a:ext cx="1828800" cy="274320"/>
          </a:xfrm>
          <a:prstGeom prst="rect">
            <a:avLst/>
          </a:prstGeom>
          <a:noFill/>
        </p:spPr>
        <p:txBody>
          <a:bodyPr wrap="square">
            <a:spAutoFit/>
          </a:bodyPr>
          <a:lstStyle/>
          <a:p>
            <a:pPr algn="ctr"/>
            <a:r>
              <a:rPr sz="900" b="1" i="0">
                <a:solidFill>
                  <a:srgbClr val="4FC3F7"/>
                </a:solidFill>
              </a:rPr>
              <a:t>KPI
Dashboard</a:t>
            </a:r>
          </a:p>
        </p:txBody>
      </p:sp>
      <p:sp>
        <p:nvSpPr>
          <p:cNvPr id="80" name="TextBox 79">
            <a:extLst>
              <a:ext uri="{FF2B5EF4-FFF2-40B4-BE49-F238E27FC236}">
                <a16:creationId xmlns:a16="http://schemas.microsoft.com/office/drawing/2014/main" id="{5B5BB9C9-566D-718E-3EEC-507F3D2907A8}"/>
              </a:ext>
            </a:extLst>
          </p:cNvPr>
          <p:cNvSpPr txBox="1"/>
          <p:nvPr/>
        </p:nvSpPr>
        <p:spPr>
          <a:xfrm>
            <a:off x="4581017" y="5520019"/>
            <a:ext cx="1828800" cy="256032"/>
          </a:xfrm>
          <a:prstGeom prst="rect">
            <a:avLst/>
          </a:prstGeom>
          <a:noFill/>
        </p:spPr>
        <p:txBody>
          <a:bodyPr wrap="square">
            <a:spAutoFit/>
          </a:bodyPr>
          <a:lstStyle/>
          <a:p>
            <a:pPr algn="ctr"/>
            <a:r>
              <a:rPr sz="700" b="0" i="0">
                <a:solidFill>
                  <a:srgbClr val="B0BEC5"/>
                </a:solidFill>
              </a:rPr>
              <a:t>Executive metrics</a:t>
            </a:r>
          </a:p>
        </p:txBody>
      </p:sp>
      <p:sp>
        <p:nvSpPr>
          <p:cNvPr id="81" name="TextBox 80">
            <a:extLst>
              <a:ext uri="{FF2B5EF4-FFF2-40B4-BE49-F238E27FC236}">
                <a16:creationId xmlns:a16="http://schemas.microsoft.com/office/drawing/2014/main" id="{6686EB29-94B7-4037-0308-EE6E85F3A76D}"/>
              </a:ext>
            </a:extLst>
          </p:cNvPr>
          <p:cNvSpPr txBox="1"/>
          <p:nvPr/>
        </p:nvSpPr>
        <p:spPr>
          <a:xfrm>
            <a:off x="6752717" y="5282276"/>
            <a:ext cx="228600" cy="274320"/>
          </a:xfrm>
          <a:prstGeom prst="rect">
            <a:avLst/>
          </a:prstGeom>
          <a:noFill/>
        </p:spPr>
        <p:txBody>
          <a:bodyPr wrap="square">
            <a:spAutoFit/>
          </a:bodyPr>
          <a:lstStyle/>
          <a:p>
            <a:pPr algn="ctr"/>
            <a:r>
              <a:rPr sz="1200" b="0" i="0">
                <a:solidFill>
                  <a:srgbClr val="A78BFA"/>
                </a:solidFill>
              </a:rPr>
              <a:t>→</a:t>
            </a:r>
          </a:p>
        </p:txBody>
      </p:sp>
      <p:sp>
        <p:nvSpPr>
          <p:cNvPr id="82" name="Rounded Rectangle 81">
            <a:extLst>
              <a:ext uri="{FF2B5EF4-FFF2-40B4-BE49-F238E27FC236}">
                <a16:creationId xmlns:a16="http://schemas.microsoft.com/office/drawing/2014/main" id="{2C9E600B-395D-B51A-013C-A7EFAAAB7352}"/>
              </a:ext>
            </a:extLst>
          </p:cNvPr>
          <p:cNvSpPr/>
          <p:nvPr/>
        </p:nvSpPr>
        <p:spPr>
          <a:xfrm>
            <a:off x="7296784" y="5044532"/>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a:extLst>
              <a:ext uri="{FF2B5EF4-FFF2-40B4-BE49-F238E27FC236}">
                <a16:creationId xmlns:a16="http://schemas.microsoft.com/office/drawing/2014/main" id="{FB8D23C1-DB27-1EBA-1663-1822B4B5458E}"/>
              </a:ext>
            </a:extLst>
          </p:cNvPr>
          <p:cNvSpPr txBox="1"/>
          <p:nvPr/>
        </p:nvSpPr>
        <p:spPr>
          <a:xfrm>
            <a:off x="7342504" y="5090252"/>
            <a:ext cx="365760" cy="320040"/>
          </a:xfrm>
          <a:prstGeom prst="rect">
            <a:avLst/>
          </a:prstGeom>
          <a:noFill/>
        </p:spPr>
        <p:txBody>
          <a:bodyPr wrap="square">
            <a:spAutoFit/>
          </a:bodyPr>
          <a:lstStyle/>
          <a:p>
            <a:pPr algn="ctr"/>
            <a:r>
              <a:rPr sz="1800" b="0" i="0">
                <a:solidFill>
                  <a:srgbClr val="FFFFFF"/>
                </a:solidFill>
              </a:rPr>
              <a:t>🔬</a:t>
            </a:r>
          </a:p>
        </p:txBody>
      </p:sp>
      <p:sp>
        <p:nvSpPr>
          <p:cNvPr id="84" name="TextBox 83">
            <a:extLst>
              <a:ext uri="{FF2B5EF4-FFF2-40B4-BE49-F238E27FC236}">
                <a16:creationId xmlns:a16="http://schemas.microsoft.com/office/drawing/2014/main" id="{EBA5F5F8-6DE7-0ECD-1BEA-00F8BAB2F2A6}"/>
              </a:ext>
            </a:extLst>
          </p:cNvPr>
          <p:cNvSpPr txBox="1"/>
          <p:nvPr/>
        </p:nvSpPr>
        <p:spPr>
          <a:xfrm>
            <a:off x="7369936" y="5117684"/>
            <a:ext cx="1828800" cy="274320"/>
          </a:xfrm>
          <a:prstGeom prst="rect">
            <a:avLst/>
          </a:prstGeom>
          <a:noFill/>
        </p:spPr>
        <p:txBody>
          <a:bodyPr wrap="square">
            <a:spAutoFit/>
          </a:bodyPr>
          <a:lstStyle/>
          <a:p>
            <a:pPr algn="ctr"/>
            <a:r>
              <a:rPr sz="900" b="1" i="0">
                <a:solidFill>
                  <a:srgbClr val="4FC3F7"/>
                </a:solidFill>
              </a:rPr>
              <a:t>DQ
Intelligence</a:t>
            </a:r>
          </a:p>
        </p:txBody>
      </p:sp>
      <p:sp>
        <p:nvSpPr>
          <p:cNvPr id="85" name="TextBox 84">
            <a:extLst>
              <a:ext uri="{FF2B5EF4-FFF2-40B4-BE49-F238E27FC236}">
                <a16:creationId xmlns:a16="http://schemas.microsoft.com/office/drawing/2014/main" id="{61C8D13C-EEF9-D1BC-D745-700DA8C6A1F8}"/>
              </a:ext>
            </a:extLst>
          </p:cNvPr>
          <p:cNvSpPr txBox="1"/>
          <p:nvPr/>
        </p:nvSpPr>
        <p:spPr>
          <a:xfrm>
            <a:off x="7369936" y="5520019"/>
            <a:ext cx="1828800" cy="256032"/>
          </a:xfrm>
          <a:prstGeom prst="rect">
            <a:avLst/>
          </a:prstGeom>
          <a:noFill/>
        </p:spPr>
        <p:txBody>
          <a:bodyPr wrap="square">
            <a:spAutoFit/>
          </a:bodyPr>
          <a:lstStyle/>
          <a:p>
            <a:pPr algn="ctr"/>
            <a:r>
              <a:rPr sz="700" b="0" i="0">
                <a:solidFill>
                  <a:srgbClr val="B0BEC5"/>
                </a:solidFill>
              </a:rPr>
              <a:t>Statistical health check</a:t>
            </a:r>
          </a:p>
        </p:txBody>
      </p:sp>
      <p:sp>
        <p:nvSpPr>
          <p:cNvPr id="86" name="TextBox 85">
            <a:extLst>
              <a:ext uri="{FF2B5EF4-FFF2-40B4-BE49-F238E27FC236}">
                <a16:creationId xmlns:a16="http://schemas.microsoft.com/office/drawing/2014/main" id="{FE019E1A-4473-19C1-09A1-EAA9A58F4242}"/>
              </a:ext>
            </a:extLst>
          </p:cNvPr>
          <p:cNvSpPr txBox="1"/>
          <p:nvPr/>
        </p:nvSpPr>
        <p:spPr>
          <a:xfrm>
            <a:off x="9541637" y="5282276"/>
            <a:ext cx="228600" cy="274320"/>
          </a:xfrm>
          <a:prstGeom prst="rect">
            <a:avLst/>
          </a:prstGeom>
          <a:noFill/>
        </p:spPr>
        <p:txBody>
          <a:bodyPr wrap="square">
            <a:spAutoFit/>
          </a:bodyPr>
          <a:lstStyle/>
          <a:p>
            <a:pPr algn="ctr"/>
            <a:r>
              <a:rPr sz="1200" b="0" i="0">
                <a:solidFill>
                  <a:srgbClr val="A78BFA"/>
                </a:solidFill>
              </a:rPr>
              <a:t>→</a:t>
            </a:r>
          </a:p>
        </p:txBody>
      </p:sp>
      <p:sp>
        <p:nvSpPr>
          <p:cNvPr id="87" name="Rounded Rectangle 86">
            <a:extLst>
              <a:ext uri="{FF2B5EF4-FFF2-40B4-BE49-F238E27FC236}">
                <a16:creationId xmlns:a16="http://schemas.microsoft.com/office/drawing/2014/main" id="{0FC6C8FE-2662-6FF4-C928-77C6CFC12CE9}"/>
              </a:ext>
            </a:extLst>
          </p:cNvPr>
          <p:cNvSpPr/>
          <p:nvPr/>
        </p:nvSpPr>
        <p:spPr>
          <a:xfrm>
            <a:off x="10085704" y="5044532"/>
            <a:ext cx="1920240" cy="749808"/>
          </a:xfrm>
          <a:prstGeom prst="roundRect">
            <a:avLst/>
          </a:prstGeom>
          <a:solidFill>
            <a:srgbClr val="0F1F30"/>
          </a:solidFill>
          <a:ln w="1905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a:extLst>
              <a:ext uri="{FF2B5EF4-FFF2-40B4-BE49-F238E27FC236}">
                <a16:creationId xmlns:a16="http://schemas.microsoft.com/office/drawing/2014/main" id="{80BE8B1F-DD5F-3474-2A9E-3B9E134D75B3}"/>
              </a:ext>
            </a:extLst>
          </p:cNvPr>
          <p:cNvSpPr txBox="1"/>
          <p:nvPr/>
        </p:nvSpPr>
        <p:spPr>
          <a:xfrm>
            <a:off x="10131424" y="5090252"/>
            <a:ext cx="365760" cy="320040"/>
          </a:xfrm>
          <a:prstGeom prst="rect">
            <a:avLst/>
          </a:prstGeom>
          <a:noFill/>
        </p:spPr>
        <p:txBody>
          <a:bodyPr wrap="square">
            <a:spAutoFit/>
          </a:bodyPr>
          <a:lstStyle/>
          <a:p>
            <a:pPr algn="ctr"/>
            <a:r>
              <a:rPr sz="1800" b="0" i="0">
                <a:solidFill>
                  <a:srgbClr val="FFFFFF"/>
                </a:solidFill>
              </a:rPr>
              <a:t>💡</a:t>
            </a:r>
          </a:p>
        </p:txBody>
      </p:sp>
      <p:sp>
        <p:nvSpPr>
          <p:cNvPr id="89" name="TextBox 88">
            <a:extLst>
              <a:ext uri="{FF2B5EF4-FFF2-40B4-BE49-F238E27FC236}">
                <a16:creationId xmlns:a16="http://schemas.microsoft.com/office/drawing/2014/main" id="{B60AF965-5277-1BE8-B464-22EB2A4D937F}"/>
              </a:ext>
            </a:extLst>
          </p:cNvPr>
          <p:cNvSpPr txBox="1"/>
          <p:nvPr/>
        </p:nvSpPr>
        <p:spPr>
          <a:xfrm>
            <a:off x="10158856" y="5117684"/>
            <a:ext cx="1828800" cy="274320"/>
          </a:xfrm>
          <a:prstGeom prst="rect">
            <a:avLst/>
          </a:prstGeom>
          <a:noFill/>
        </p:spPr>
        <p:txBody>
          <a:bodyPr wrap="square">
            <a:spAutoFit/>
          </a:bodyPr>
          <a:lstStyle/>
          <a:p>
            <a:pPr algn="ctr"/>
            <a:r>
              <a:rPr sz="900" b="1" i="0">
                <a:solidFill>
                  <a:srgbClr val="4FC3F7"/>
                </a:solidFill>
              </a:rPr>
              <a:t>AI Insights</a:t>
            </a:r>
          </a:p>
        </p:txBody>
      </p:sp>
      <p:sp>
        <p:nvSpPr>
          <p:cNvPr id="90" name="TextBox 89">
            <a:extLst>
              <a:ext uri="{FF2B5EF4-FFF2-40B4-BE49-F238E27FC236}">
                <a16:creationId xmlns:a16="http://schemas.microsoft.com/office/drawing/2014/main" id="{1DE5E2B8-5E21-A594-91E3-035EBD11C55D}"/>
              </a:ext>
            </a:extLst>
          </p:cNvPr>
          <p:cNvSpPr txBox="1"/>
          <p:nvPr/>
        </p:nvSpPr>
        <p:spPr>
          <a:xfrm>
            <a:off x="10158856" y="5520019"/>
            <a:ext cx="1828800" cy="256032"/>
          </a:xfrm>
          <a:prstGeom prst="rect">
            <a:avLst/>
          </a:prstGeom>
          <a:noFill/>
        </p:spPr>
        <p:txBody>
          <a:bodyPr wrap="square">
            <a:spAutoFit/>
          </a:bodyPr>
          <a:lstStyle/>
          <a:p>
            <a:pPr algn="ctr"/>
            <a:r>
              <a:rPr sz="700" b="0" i="0">
                <a:solidFill>
                  <a:srgbClr val="B0BEC5"/>
                </a:solidFill>
              </a:rPr>
              <a:t>Summary · Facts · Reco</a:t>
            </a:r>
          </a:p>
        </p:txBody>
      </p:sp>
      <p:sp>
        <p:nvSpPr>
          <p:cNvPr id="91" name="TextBox 90">
            <a:extLst>
              <a:ext uri="{FF2B5EF4-FFF2-40B4-BE49-F238E27FC236}">
                <a16:creationId xmlns:a16="http://schemas.microsoft.com/office/drawing/2014/main" id="{B1DFBE91-4215-3A4A-CA7D-305F6D2DC1CE}"/>
              </a:ext>
            </a:extLst>
          </p:cNvPr>
          <p:cNvSpPr txBox="1"/>
          <p:nvPr/>
        </p:nvSpPr>
        <p:spPr>
          <a:xfrm>
            <a:off x="291706" y="6263362"/>
            <a:ext cx="1371600" cy="274320"/>
          </a:xfrm>
          <a:prstGeom prst="rect">
            <a:avLst/>
          </a:prstGeom>
          <a:noFill/>
        </p:spPr>
        <p:txBody>
          <a:bodyPr wrap="square">
            <a:spAutoFit/>
          </a:bodyPr>
          <a:lstStyle/>
          <a:p>
            <a:pPr algn="l"/>
            <a:r>
              <a:rPr sz="800" b="1" i="0">
                <a:solidFill>
                  <a:srgbClr val="B0BEC5"/>
                </a:solidFill>
              </a:rPr>
              <a:t>TECH STACK:</a:t>
            </a:r>
          </a:p>
        </p:txBody>
      </p:sp>
      <p:sp>
        <p:nvSpPr>
          <p:cNvPr id="92" name="Rounded Rectangle 91">
            <a:extLst>
              <a:ext uri="{FF2B5EF4-FFF2-40B4-BE49-F238E27FC236}">
                <a16:creationId xmlns:a16="http://schemas.microsoft.com/office/drawing/2014/main" id="{A1F11E50-C286-CA65-E25C-6DC8C06B4968}"/>
              </a:ext>
            </a:extLst>
          </p:cNvPr>
          <p:cNvSpPr/>
          <p:nvPr/>
        </p:nvSpPr>
        <p:spPr>
          <a:xfrm>
            <a:off x="1754746"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Python 3.11</a:t>
            </a:r>
          </a:p>
        </p:txBody>
      </p:sp>
      <p:sp>
        <p:nvSpPr>
          <p:cNvPr id="93" name="Rounded Rectangle 92">
            <a:extLst>
              <a:ext uri="{FF2B5EF4-FFF2-40B4-BE49-F238E27FC236}">
                <a16:creationId xmlns:a16="http://schemas.microsoft.com/office/drawing/2014/main" id="{A6E95CFF-C196-089D-1515-45220D9A4FC9}"/>
              </a:ext>
            </a:extLst>
          </p:cNvPr>
          <p:cNvSpPr/>
          <p:nvPr/>
        </p:nvSpPr>
        <p:spPr>
          <a:xfrm>
            <a:off x="2778874"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Streamlit</a:t>
            </a:r>
          </a:p>
        </p:txBody>
      </p:sp>
      <p:sp>
        <p:nvSpPr>
          <p:cNvPr id="94" name="Rounded Rectangle 93">
            <a:extLst>
              <a:ext uri="{FF2B5EF4-FFF2-40B4-BE49-F238E27FC236}">
                <a16:creationId xmlns:a16="http://schemas.microsoft.com/office/drawing/2014/main" id="{E6CB63F9-52E1-9A5C-6781-91A1D6E8CE61}"/>
              </a:ext>
            </a:extLst>
          </p:cNvPr>
          <p:cNvSpPr/>
          <p:nvPr/>
        </p:nvSpPr>
        <p:spPr>
          <a:xfrm>
            <a:off x="3803002"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DuckDB</a:t>
            </a:r>
          </a:p>
        </p:txBody>
      </p:sp>
      <p:sp>
        <p:nvSpPr>
          <p:cNvPr id="95" name="Rounded Rectangle 94">
            <a:extLst>
              <a:ext uri="{FF2B5EF4-FFF2-40B4-BE49-F238E27FC236}">
                <a16:creationId xmlns:a16="http://schemas.microsoft.com/office/drawing/2014/main" id="{F28EDEE3-A661-CB2C-7655-8AB1ADBD4EEA}"/>
              </a:ext>
            </a:extLst>
          </p:cNvPr>
          <p:cNvSpPr/>
          <p:nvPr/>
        </p:nvSpPr>
        <p:spPr>
          <a:xfrm>
            <a:off x="4827130"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LangChain</a:t>
            </a:r>
          </a:p>
        </p:txBody>
      </p:sp>
      <p:sp>
        <p:nvSpPr>
          <p:cNvPr id="96" name="Rounded Rectangle 95">
            <a:extLst>
              <a:ext uri="{FF2B5EF4-FFF2-40B4-BE49-F238E27FC236}">
                <a16:creationId xmlns:a16="http://schemas.microsoft.com/office/drawing/2014/main" id="{BF838D5F-3B14-6657-122C-C8552E6B3195}"/>
              </a:ext>
            </a:extLst>
          </p:cNvPr>
          <p:cNvSpPr/>
          <p:nvPr/>
        </p:nvSpPr>
        <p:spPr>
          <a:xfrm>
            <a:off x="5851258"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OpenAI GPT-4o</a:t>
            </a:r>
          </a:p>
        </p:txBody>
      </p:sp>
      <p:sp>
        <p:nvSpPr>
          <p:cNvPr id="97" name="Rounded Rectangle 96">
            <a:extLst>
              <a:ext uri="{FF2B5EF4-FFF2-40B4-BE49-F238E27FC236}">
                <a16:creationId xmlns:a16="http://schemas.microsoft.com/office/drawing/2014/main" id="{A7BD25F2-4A28-4FF5-F0CF-6AB2D0EA9FCF}"/>
              </a:ext>
            </a:extLst>
          </p:cNvPr>
          <p:cNvSpPr/>
          <p:nvPr/>
        </p:nvSpPr>
        <p:spPr>
          <a:xfrm>
            <a:off x="6875386"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Pandas</a:t>
            </a:r>
          </a:p>
        </p:txBody>
      </p:sp>
      <p:sp>
        <p:nvSpPr>
          <p:cNvPr id="98" name="Rounded Rectangle 97">
            <a:extLst>
              <a:ext uri="{FF2B5EF4-FFF2-40B4-BE49-F238E27FC236}">
                <a16:creationId xmlns:a16="http://schemas.microsoft.com/office/drawing/2014/main" id="{F7AEEB53-C7BB-E745-A491-1BFA0255E1CC}"/>
              </a:ext>
            </a:extLst>
          </p:cNvPr>
          <p:cNvSpPr/>
          <p:nvPr/>
        </p:nvSpPr>
        <p:spPr>
          <a:xfrm>
            <a:off x="7899514"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Plotly</a:t>
            </a:r>
          </a:p>
        </p:txBody>
      </p:sp>
      <p:sp>
        <p:nvSpPr>
          <p:cNvPr id="99" name="Rounded Rectangle 98">
            <a:extLst>
              <a:ext uri="{FF2B5EF4-FFF2-40B4-BE49-F238E27FC236}">
                <a16:creationId xmlns:a16="http://schemas.microsoft.com/office/drawing/2014/main" id="{CA07BA9E-F2F0-613D-5E55-28879CA7C194}"/>
              </a:ext>
            </a:extLst>
          </p:cNvPr>
          <p:cNvSpPr/>
          <p:nvPr/>
        </p:nvSpPr>
        <p:spPr>
          <a:xfrm>
            <a:off x="8923642"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DotEnv</a:t>
            </a:r>
          </a:p>
        </p:txBody>
      </p:sp>
      <p:sp>
        <p:nvSpPr>
          <p:cNvPr id="100" name="Rounded Rectangle 99">
            <a:extLst>
              <a:ext uri="{FF2B5EF4-FFF2-40B4-BE49-F238E27FC236}">
                <a16:creationId xmlns:a16="http://schemas.microsoft.com/office/drawing/2014/main" id="{325552F0-4019-21A5-D1BD-FF896F9F173C}"/>
              </a:ext>
            </a:extLst>
          </p:cNvPr>
          <p:cNvSpPr/>
          <p:nvPr/>
        </p:nvSpPr>
        <p:spPr>
          <a:xfrm>
            <a:off x="9947770"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NumPy</a:t>
            </a:r>
          </a:p>
        </p:txBody>
      </p:sp>
      <p:sp>
        <p:nvSpPr>
          <p:cNvPr id="101" name="Rounded Rectangle 100">
            <a:extLst>
              <a:ext uri="{FF2B5EF4-FFF2-40B4-BE49-F238E27FC236}">
                <a16:creationId xmlns:a16="http://schemas.microsoft.com/office/drawing/2014/main" id="{618DA125-A241-BB52-BF21-FEFC9BA2CDE1}"/>
              </a:ext>
            </a:extLst>
          </p:cNvPr>
          <p:cNvSpPr/>
          <p:nvPr/>
        </p:nvSpPr>
        <p:spPr>
          <a:xfrm>
            <a:off x="10971898" y="6263362"/>
            <a:ext cx="960120" cy="256032"/>
          </a:xfrm>
          <a:prstGeom prst="roundRect">
            <a:avLst/>
          </a:prstGeom>
          <a:solidFill>
            <a:srgbClr val="1E406E"/>
          </a:solidFill>
          <a:ln w="9525">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IN" sz="750" b="1">
                <a:solidFill>
                  <a:schemeClr val="bg1"/>
                </a:solidFill>
              </a:rPr>
              <a:t>Regex</a:t>
            </a:r>
          </a:p>
        </p:txBody>
      </p:sp>
      <p:sp>
        <p:nvSpPr>
          <p:cNvPr id="102" name="Text Placeholder 5">
            <a:extLst>
              <a:ext uri="{FF2B5EF4-FFF2-40B4-BE49-F238E27FC236}">
                <a16:creationId xmlns:a16="http://schemas.microsoft.com/office/drawing/2014/main" id="{764A3CEF-0280-7B4F-186B-A47F68AF593C}"/>
              </a:ext>
            </a:extLst>
          </p:cNvPr>
          <p:cNvSpPr txBox="1">
            <a:spLocks/>
          </p:cNvSpPr>
          <p:nvPr/>
        </p:nvSpPr>
        <p:spPr>
          <a:xfrm>
            <a:off x="515477" y="914376"/>
            <a:ext cx="11088050" cy="307777"/>
          </a:xfrm>
          <a:prstGeom prst="rect">
            <a:avLst/>
          </a:prstGeom>
        </p:spPr>
        <p:txBody>
          <a:bodyPr/>
          <a:lstStyle>
            <a:lvl1pPr marL="0" marR="0" indent="0" algn="l" defTabSz="914126" rtl="0" eaLnBrk="1" fontAlgn="auto" latinLnBrk="0" hangingPunct="1">
              <a:lnSpc>
                <a:spcPct val="100000"/>
              </a:lnSpc>
              <a:spcBef>
                <a:spcPts val="1799"/>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
                <a:schemeClr val="accent1"/>
              </a:buClr>
              <a:buFont typeface="Arial" panose="020B0604020202020204" pitchFamily="34" charset="0"/>
              <a:buChar char="•"/>
              <a:tabLst/>
              <a:defRPr sz="14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
                <a:schemeClr val="accent2"/>
              </a:buClr>
              <a:buFont typeface="System Font Regular"/>
              <a:buChar char="-"/>
              <a:defRPr sz="14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a:solidFill>
                  <a:schemeClr val="bg1"/>
                </a:solidFill>
              </a:rPr>
              <a:t>User Intent → Semantic Layer → SQL Engine → Insight</a:t>
            </a:r>
          </a:p>
        </p:txBody>
      </p:sp>
    </p:spTree>
    <p:extLst>
      <p:ext uri="{BB962C8B-B14F-4D97-AF65-F5344CB8AC3E}">
        <p14:creationId xmlns:p14="http://schemas.microsoft.com/office/powerpoint/2010/main" val="27209123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4FC4117-658D-6DF7-899C-911A9A3127EC}"/>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5D465231-2D16-15D4-BA62-4F6062816604}"/>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2E894EA3-59C2-D9DA-62B4-3D0A63E1E47B}"/>
              </a:ext>
            </a:extLst>
          </p:cNvPr>
          <p:cNvSpPr>
            <a:spLocks noGrp="1"/>
          </p:cNvSpPr>
          <p:nvPr>
            <p:ph type="sldNum" sz="quarter" idx="12"/>
          </p:nvPr>
        </p:nvSpPr>
        <p:spPr/>
        <p:txBody>
          <a:bodyPr/>
          <a:lstStyle/>
          <a:p>
            <a:pPr algn="r"/>
            <a:fld id="{5D9A5160-6218-4E5A-B9E6-B93E3DAE377C}" type="slidenum">
              <a:rPr lang="en-US" smtClean="0"/>
              <a:pPr algn="r"/>
              <a:t>8</a:t>
            </a:fld>
            <a:endParaRPr lang="en-US"/>
          </a:p>
        </p:txBody>
      </p:sp>
      <p:sp>
        <p:nvSpPr>
          <p:cNvPr id="6" name="Rounded Rectangle 5">
            <a:extLst>
              <a:ext uri="{FF2B5EF4-FFF2-40B4-BE49-F238E27FC236}">
                <a16:creationId xmlns:a16="http://schemas.microsoft.com/office/drawing/2014/main" id="{8CF16BEB-09CD-8826-5BA5-01D8D16B4222}"/>
              </a:ext>
            </a:extLst>
          </p:cNvPr>
          <p:cNvSpPr/>
          <p:nvPr/>
        </p:nvSpPr>
        <p:spPr>
          <a:xfrm>
            <a:off x="192505" y="1787466"/>
            <a:ext cx="11906441" cy="1191512"/>
          </a:xfrm>
          <a:prstGeom prst="roundRect">
            <a:avLst/>
          </a:prstGeom>
          <a:solidFill>
            <a:srgbClr val="3B82F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endParaRPr lang="en-US" sz="1900" dirty="0" err="1">
              <a:solidFill>
                <a:schemeClr val="bg1"/>
              </a:solidFill>
            </a:endParaRPr>
          </a:p>
        </p:txBody>
      </p:sp>
      <p:sp>
        <p:nvSpPr>
          <p:cNvPr id="7" name="Rounded Rectangle 6">
            <a:extLst>
              <a:ext uri="{FF2B5EF4-FFF2-40B4-BE49-F238E27FC236}">
                <a16:creationId xmlns:a16="http://schemas.microsoft.com/office/drawing/2014/main" id="{8120300A-A7BE-F5F2-FE86-84452A525247}"/>
              </a:ext>
            </a:extLst>
          </p:cNvPr>
          <p:cNvSpPr/>
          <p:nvPr/>
        </p:nvSpPr>
        <p:spPr>
          <a:xfrm>
            <a:off x="192506" y="5703369"/>
            <a:ext cx="11906442" cy="881438"/>
          </a:xfrm>
          <a:prstGeom prst="roundRect">
            <a:avLst/>
          </a:prstGeom>
          <a:solidFill>
            <a:srgbClr val="64748B">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endParaRPr lang="en-US" sz="1900" dirty="0" err="1">
              <a:solidFill>
                <a:schemeClr val="bg1"/>
              </a:solidFill>
            </a:endParaRPr>
          </a:p>
        </p:txBody>
      </p:sp>
      <p:sp>
        <p:nvSpPr>
          <p:cNvPr id="8" name="Rounded Rectangle 7">
            <a:extLst>
              <a:ext uri="{FF2B5EF4-FFF2-40B4-BE49-F238E27FC236}">
                <a16:creationId xmlns:a16="http://schemas.microsoft.com/office/drawing/2014/main" id="{7C3CC157-CF1D-9E4C-9819-7B5B6E94687B}"/>
              </a:ext>
            </a:extLst>
          </p:cNvPr>
          <p:cNvSpPr/>
          <p:nvPr/>
        </p:nvSpPr>
        <p:spPr>
          <a:xfrm>
            <a:off x="192506" y="4746862"/>
            <a:ext cx="11906442" cy="881438"/>
          </a:xfrm>
          <a:prstGeom prst="roundRect">
            <a:avLst/>
          </a:prstGeom>
          <a:solidFill>
            <a:srgbClr val="14B8A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endParaRPr lang="en-US" sz="1900" dirty="0" err="1">
              <a:solidFill>
                <a:schemeClr val="bg1"/>
              </a:solidFill>
            </a:endParaRPr>
          </a:p>
        </p:txBody>
      </p:sp>
      <p:sp>
        <p:nvSpPr>
          <p:cNvPr id="9" name="Rounded Rectangle 8">
            <a:extLst>
              <a:ext uri="{FF2B5EF4-FFF2-40B4-BE49-F238E27FC236}">
                <a16:creationId xmlns:a16="http://schemas.microsoft.com/office/drawing/2014/main" id="{8368172D-EE12-7D1D-72F5-FB496CDF6408}"/>
              </a:ext>
            </a:extLst>
          </p:cNvPr>
          <p:cNvSpPr/>
          <p:nvPr/>
        </p:nvSpPr>
        <p:spPr>
          <a:xfrm>
            <a:off x="192506" y="3054046"/>
            <a:ext cx="11906442" cy="1617748"/>
          </a:xfrm>
          <a:prstGeom prst="roundRect">
            <a:avLst/>
          </a:prstGeom>
          <a:solidFill>
            <a:schemeClr val="accent2">
              <a:lumMod val="20000"/>
              <a:lumOff val="80000"/>
              <a:alpha val="20000"/>
            </a:schemeClr>
          </a:solidFill>
          <a:ln w="19050"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62" tIns="45708" rIns="91416" bIns="45708" numCol="1" spcCol="0" rtlCol="0" fromWordArt="0" anchor="ctr" anchorCtr="0" forceAA="0" compatLnSpc="1">
            <a:prstTxWarp prst="textNoShape">
              <a:avLst/>
            </a:prstTxWarp>
            <a:noAutofit/>
          </a:bodyPr>
          <a:lstStyle/>
          <a:p>
            <a:pPr defTabSz="914126"/>
            <a:endParaRPr lang="en-US" sz="1600" b="1" dirty="0" err="1">
              <a:solidFill>
                <a:prstClr val="black"/>
              </a:solidFill>
              <a:latin typeface="Ubuntu Light"/>
            </a:endParaRPr>
          </a:p>
        </p:txBody>
      </p:sp>
      <p:cxnSp>
        <p:nvCxnSpPr>
          <p:cNvPr id="10" name="Straight Arrow Connector 11">
            <a:extLst>
              <a:ext uri="{FF2B5EF4-FFF2-40B4-BE49-F238E27FC236}">
                <a16:creationId xmlns:a16="http://schemas.microsoft.com/office/drawing/2014/main" id="{B1BC1208-8CC7-FA72-BF5F-2E5AA01DD043}"/>
              </a:ext>
            </a:extLst>
          </p:cNvPr>
          <p:cNvCxnSpPr>
            <a:cxnSpLocks/>
            <a:stCxn id="57" idx="1"/>
            <a:endCxn id="11" idx="1"/>
          </p:cNvCxnSpPr>
          <p:nvPr/>
        </p:nvCxnSpPr>
        <p:spPr>
          <a:xfrm rot="10800000" flipV="1">
            <a:off x="1226595" y="2580933"/>
            <a:ext cx="4082065" cy="1513786"/>
          </a:xfrm>
          <a:prstGeom prst="bentConnector3">
            <a:avLst>
              <a:gd name="adj1" fmla="val 105600"/>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a:extLst>
              <a:ext uri="{FF2B5EF4-FFF2-40B4-BE49-F238E27FC236}">
                <a16:creationId xmlns:a16="http://schemas.microsoft.com/office/drawing/2014/main" id="{7003388E-4FD9-1370-F747-08CF8651A5C0}"/>
              </a:ext>
            </a:extLst>
          </p:cNvPr>
          <p:cNvSpPr/>
          <p:nvPr/>
        </p:nvSpPr>
        <p:spPr>
          <a:xfrm>
            <a:off x="1226594" y="3824719"/>
            <a:ext cx="1180927"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Create/ Update Semantic Model</a:t>
            </a:r>
          </a:p>
        </p:txBody>
      </p:sp>
      <p:sp>
        <p:nvSpPr>
          <p:cNvPr id="12" name="Rounded Rectangle 11">
            <a:extLst>
              <a:ext uri="{FF2B5EF4-FFF2-40B4-BE49-F238E27FC236}">
                <a16:creationId xmlns:a16="http://schemas.microsoft.com/office/drawing/2014/main" id="{BD7882EF-D8F2-3D9C-47BF-7000F343D88F}"/>
              </a:ext>
            </a:extLst>
          </p:cNvPr>
          <p:cNvSpPr/>
          <p:nvPr/>
        </p:nvSpPr>
        <p:spPr>
          <a:xfrm>
            <a:off x="2688448" y="3824719"/>
            <a:ext cx="900000"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a:t>Final SQL Query</a:t>
            </a:r>
          </a:p>
        </p:txBody>
      </p:sp>
      <p:cxnSp>
        <p:nvCxnSpPr>
          <p:cNvPr id="13" name="Straight Arrow Connector 12">
            <a:extLst>
              <a:ext uri="{FF2B5EF4-FFF2-40B4-BE49-F238E27FC236}">
                <a16:creationId xmlns:a16="http://schemas.microsoft.com/office/drawing/2014/main" id="{BD54DBA2-151A-1DA8-25D0-2A22910F9454}"/>
              </a:ext>
            </a:extLst>
          </p:cNvPr>
          <p:cNvCxnSpPr>
            <a:cxnSpLocks/>
            <a:stCxn id="11" idx="3"/>
            <a:endCxn id="12" idx="1"/>
          </p:cNvCxnSpPr>
          <p:nvPr/>
        </p:nvCxnSpPr>
        <p:spPr>
          <a:xfrm>
            <a:off x="2407521" y="4094719"/>
            <a:ext cx="28092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819C9873-46C8-5424-E930-316A7764009A}"/>
              </a:ext>
            </a:extLst>
          </p:cNvPr>
          <p:cNvSpPr/>
          <p:nvPr/>
        </p:nvSpPr>
        <p:spPr>
          <a:xfrm>
            <a:off x="3869375" y="3824719"/>
            <a:ext cx="900000"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 Metadata</a:t>
            </a:r>
          </a:p>
        </p:txBody>
      </p:sp>
      <p:cxnSp>
        <p:nvCxnSpPr>
          <p:cNvPr id="15" name="Straight Arrow Connector 14">
            <a:extLst>
              <a:ext uri="{FF2B5EF4-FFF2-40B4-BE49-F238E27FC236}">
                <a16:creationId xmlns:a16="http://schemas.microsoft.com/office/drawing/2014/main" id="{269B98CC-0482-6FE2-CB2D-956B0734BB9C}"/>
              </a:ext>
            </a:extLst>
          </p:cNvPr>
          <p:cNvCxnSpPr>
            <a:cxnSpLocks/>
            <a:stCxn id="12" idx="3"/>
            <a:endCxn id="14" idx="1"/>
          </p:cNvCxnSpPr>
          <p:nvPr/>
        </p:nvCxnSpPr>
        <p:spPr>
          <a:xfrm>
            <a:off x="3588448" y="4094719"/>
            <a:ext cx="28092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2E01A218-EB1C-1299-E6E5-06BC6776A9F6}"/>
              </a:ext>
            </a:extLst>
          </p:cNvPr>
          <p:cNvSpPr/>
          <p:nvPr/>
        </p:nvSpPr>
        <p:spPr>
          <a:xfrm>
            <a:off x="7553428" y="3824719"/>
            <a:ext cx="900000"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AI Payload prep</a:t>
            </a:r>
          </a:p>
        </p:txBody>
      </p:sp>
      <p:sp>
        <p:nvSpPr>
          <p:cNvPr id="17" name="Rounded Rectangle 16">
            <a:extLst>
              <a:ext uri="{FF2B5EF4-FFF2-40B4-BE49-F238E27FC236}">
                <a16:creationId xmlns:a16="http://schemas.microsoft.com/office/drawing/2014/main" id="{15A61B08-A77B-DF62-52F8-4C38D1CDAAE3}"/>
              </a:ext>
            </a:extLst>
          </p:cNvPr>
          <p:cNvSpPr/>
          <p:nvPr/>
        </p:nvSpPr>
        <p:spPr>
          <a:xfrm>
            <a:off x="8734355" y="3824719"/>
            <a:ext cx="900000"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Self heal SQL Query</a:t>
            </a:r>
          </a:p>
        </p:txBody>
      </p:sp>
      <p:sp>
        <p:nvSpPr>
          <p:cNvPr id="18" name="Rounded Rectangle 17">
            <a:extLst>
              <a:ext uri="{FF2B5EF4-FFF2-40B4-BE49-F238E27FC236}">
                <a16:creationId xmlns:a16="http://schemas.microsoft.com/office/drawing/2014/main" id="{706D0391-1AA6-9347-3126-840864BAEB85}"/>
              </a:ext>
            </a:extLst>
          </p:cNvPr>
          <p:cNvSpPr/>
          <p:nvPr/>
        </p:nvSpPr>
        <p:spPr>
          <a:xfrm>
            <a:off x="9915282" y="3824719"/>
            <a:ext cx="900000"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Results &amp; Charts</a:t>
            </a:r>
          </a:p>
        </p:txBody>
      </p:sp>
      <p:sp>
        <p:nvSpPr>
          <p:cNvPr id="19" name="Rounded Rectangle 18">
            <a:extLst>
              <a:ext uri="{FF2B5EF4-FFF2-40B4-BE49-F238E27FC236}">
                <a16:creationId xmlns:a16="http://schemas.microsoft.com/office/drawing/2014/main" id="{4A0D671D-7782-F471-3708-313D269B2B73}"/>
              </a:ext>
            </a:extLst>
          </p:cNvPr>
          <p:cNvSpPr/>
          <p:nvPr/>
        </p:nvSpPr>
        <p:spPr>
          <a:xfrm>
            <a:off x="5050302" y="3824719"/>
            <a:ext cx="900000"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Ask Question</a:t>
            </a:r>
          </a:p>
        </p:txBody>
      </p:sp>
      <p:sp>
        <p:nvSpPr>
          <p:cNvPr id="20" name="Diamond 19">
            <a:extLst>
              <a:ext uri="{FF2B5EF4-FFF2-40B4-BE49-F238E27FC236}">
                <a16:creationId xmlns:a16="http://schemas.microsoft.com/office/drawing/2014/main" id="{F64097F5-C6FA-D156-202B-AD54A36F75E7}"/>
              </a:ext>
            </a:extLst>
          </p:cNvPr>
          <p:cNvSpPr/>
          <p:nvPr/>
        </p:nvSpPr>
        <p:spPr>
          <a:xfrm>
            <a:off x="6231229" y="3568884"/>
            <a:ext cx="1041272" cy="1051670"/>
          </a:xfrm>
          <a:prstGeom prst="diamond">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Answered </a:t>
            </a:r>
            <a:r>
              <a:rPr lang="en-US" sz="1000" dirty="0" err="1"/>
              <a:t>Ques</a:t>
            </a:r>
            <a:r>
              <a:rPr lang="en-US" sz="1000" dirty="0"/>
              <a:t>?</a:t>
            </a:r>
          </a:p>
        </p:txBody>
      </p:sp>
      <p:sp>
        <p:nvSpPr>
          <p:cNvPr id="21" name="TextBox 20">
            <a:extLst>
              <a:ext uri="{FF2B5EF4-FFF2-40B4-BE49-F238E27FC236}">
                <a16:creationId xmlns:a16="http://schemas.microsoft.com/office/drawing/2014/main" id="{D5AD07DE-6954-6EFA-680D-31989694BF26}"/>
              </a:ext>
            </a:extLst>
          </p:cNvPr>
          <p:cNvSpPr txBox="1"/>
          <p:nvPr/>
        </p:nvSpPr>
        <p:spPr>
          <a:xfrm>
            <a:off x="6933213" y="3282007"/>
            <a:ext cx="949859" cy="246221"/>
          </a:xfrm>
          <a:prstGeom prst="rect">
            <a:avLst/>
          </a:prstGeom>
          <a:noFill/>
        </p:spPr>
        <p:txBody>
          <a:bodyPr wrap="square" rtlCol="0">
            <a:spAutoFit/>
          </a:bodyPr>
          <a:lstStyle/>
          <a:p>
            <a:pPr algn="ctr"/>
            <a:r>
              <a:rPr lang="en-US" sz="1000" dirty="0">
                <a:solidFill>
                  <a:schemeClr val="bg1"/>
                </a:solidFill>
              </a:rPr>
              <a:t>Yes </a:t>
            </a:r>
          </a:p>
        </p:txBody>
      </p:sp>
      <p:sp>
        <p:nvSpPr>
          <p:cNvPr id="22" name="Rounded Rectangle 21">
            <a:extLst>
              <a:ext uri="{FF2B5EF4-FFF2-40B4-BE49-F238E27FC236}">
                <a16:creationId xmlns:a16="http://schemas.microsoft.com/office/drawing/2014/main" id="{CA115C2E-DEBE-4200-2ABE-9C4206AB3B6F}"/>
              </a:ext>
            </a:extLst>
          </p:cNvPr>
          <p:cNvSpPr/>
          <p:nvPr/>
        </p:nvSpPr>
        <p:spPr>
          <a:xfrm>
            <a:off x="7869098" y="3193488"/>
            <a:ext cx="900000"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Read SQL query from Cache</a:t>
            </a:r>
          </a:p>
        </p:txBody>
      </p:sp>
      <p:sp>
        <p:nvSpPr>
          <p:cNvPr id="23" name="Rounded Rectangle 22">
            <a:extLst>
              <a:ext uri="{FF2B5EF4-FFF2-40B4-BE49-F238E27FC236}">
                <a16:creationId xmlns:a16="http://schemas.microsoft.com/office/drawing/2014/main" id="{DC81282C-44BE-2071-0EC7-4DB4AC6F3BBE}"/>
              </a:ext>
            </a:extLst>
          </p:cNvPr>
          <p:cNvSpPr/>
          <p:nvPr/>
        </p:nvSpPr>
        <p:spPr>
          <a:xfrm>
            <a:off x="11096205" y="3824719"/>
            <a:ext cx="900000" cy="540000"/>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Insights</a:t>
            </a:r>
          </a:p>
        </p:txBody>
      </p:sp>
      <p:sp>
        <p:nvSpPr>
          <p:cNvPr id="24" name="Title 3">
            <a:extLst>
              <a:ext uri="{FF2B5EF4-FFF2-40B4-BE49-F238E27FC236}">
                <a16:creationId xmlns:a16="http://schemas.microsoft.com/office/drawing/2014/main" id="{ABAD518A-43C3-B461-946C-8BD4CE2E8770}"/>
              </a:ext>
            </a:extLst>
          </p:cNvPr>
          <p:cNvSpPr txBox="1">
            <a:spLocks/>
          </p:cNvSpPr>
          <p:nvPr/>
        </p:nvSpPr>
        <p:spPr>
          <a:xfrm>
            <a:off x="550387" y="53958"/>
            <a:ext cx="11088050" cy="930372"/>
          </a:xfrm>
          <a:prstGeom prst="rect">
            <a:avLst/>
          </a:prstGeom>
        </p:spPr>
        <p:txBody>
          <a:bodyPr vert="horz" lIns="0" tIns="0" rIns="0" bIns="126000" rtlCol="0" anchor="b" anchorCtr="0">
            <a:no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r>
              <a:rPr lang="en-IN" sz="3200" b="1" dirty="0">
                <a:solidFill>
                  <a:srgbClr val="0070C0"/>
                </a:solidFill>
              </a:rPr>
              <a:t>Implementation Approach</a:t>
            </a:r>
            <a:endParaRPr lang="en-US" dirty="0"/>
          </a:p>
        </p:txBody>
      </p:sp>
      <p:pic>
        <p:nvPicPr>
          <p:cNvPr id="25" name="Picture 24" descr="Vector User Icon Stock Illustrations – 567,014 Vector User Icon Stock Illustrations, Vectors &amp; Clipart - Dreamstime">
            <a:extLst>
              <a:ext uri="{FF2B5EF4-FFF2-40B4-BE49-F238E27FC236}">
                <a16:creationId xmlns:a16="http://schemas.microsoft.com/office/drawing/2014/main" id="{8579111B-72DD-0AC3-5938-3412286AA738}"/>
              </a:ext>
            </a:extLst>
          </p:cNvPr>
          <p:cNvPicPr>
            <a:picLocks noChangeAspect="1"/>
          </p:cNvPicPr>
          <p:nvPr/>
        </p:nvPicPr>
        <p:blipFill>
          <a:blip r:embed="rId2"/>
          <a:stretch/>
        </p:blipFill>
        <p:spPr>
          <a:xfrm>
            <a:off x="5583601" y="1298413"/>
            <a:ext cx="889054" cy="889054"/>
          </a:xfrm>
          <a:prstGeom prst="rect">
            <a:avLst/>
          </a:prstGeom>
        </p:spPr>
      </p:pic>
      <p:pic>
        <p:nvPicPr>
          <p:cNvPr id="26" name="Graphic 25" descr="Artificial Intelligence with solid fill">
            <a:extLst>
              <a:ext uri="{FF2B5EF4-FFF2-40B4-BE49-F238E27FC236}">
                <a16:creationId xmlns:a16="http://schemas.microsoft.com/office/drawing/2014/main" id="{D2B7F61D-3E54-1DFA-1BDB-6373F55A4C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737128" y="5010865"/>
            <a:ext cx="576000" cy="576000"/>
          </a:xfrm>
          <a:prstGeom prst="rect">
            <a:avLst/>
          </a:prstGeom>
        </p:spPr>
      </p:pic>
      <p:pic>
        <p:nvPicPr>
          <p:cNvPr id="27" name="Graphic 26" descr="Artificial Intelligence with solid fill">
            <a:extLst>
              <a:ext uri="{FF2B5EF4-FFF2-40B4-BE49-F238E27FC236}">
                <a16:creationId xmlns:a16="http://schemas.microsoft.com/office/drawing/2014/main" id="{56950345-157D-261B-95A1-DD477B67C3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43353" y="5006466"/>
            <a:ext cx="576000" cy="576000"/>
          </a:xfrm>
          <a:prstGeom prst="rect">
            <a:avLst/>
          </a:prstGeom>
        </p:spPr>
      </p:pic>
      <p:pic>
        <p:nvPicPr>
          <p:cNvPr id="28" name="Graphic 27" descr="Database with solid fill">
            <a:extLst>
              <a:ext uri="{FF2B5EF4-FFF2-40B4-BE49-F238E27FC236}">
                <a16:creationId xmlns:a16="http://schemas.microsoft.com/office/drawing/2014/main" id="{EF537CCB-51D0-5ABA-1D66-93C161A213C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86818" y="5843374"/>
            <a:ext cx="576000" cy="576000"/>
          </a:xfrm>
          <a:prstGeom prst="rect">
            <a:avLst/>
          </a:prstGeom>
        </p:spPr>
      </p:pic>
      <p:sp>
        <p:nvSpPr>
          <p:cNvPr id="29" name="Text Placeholder 5">
            <a:extLst>
              <a:ext uri="{FF2B5EF4-FFF2-40B4-BE49-F238E27FC236}">
                <a16:creationId xmlns:a16="http://schemas.microsoft.com/office/drawing/2014/main" id="{40FEFC52-1C31-D711-4E06-CD51B9EDECCD}"/>
              </a:ext>
            </a:extLst>
          </p:cNvPr>
          <p:cNvSpPr txBox="1">
            <a:spLocks/>
          </p:cNvSpPr>
          <p:nvPr/>
        </p:nvSpPr>
        <p:spPr>
          <a:xfrm>
            <a:off x="515477" y="914376"/>
            <a:ext cx="11088050" cy="307777"/>
          </a:xfrm>
          <a:prstGeom prst="rect">
            <a:avLst/>
          </a:prstGeom>
        </p:spPr>
        <p:txBody>
          <a:bodyPr/>
          <a:lstStyle>
            <a:lvl1pPr marL="0" marR="0" indent="0" algn="l" defTabSz="914126" rtl="0" eaLnBrk="1" fontAlgn="auto" latinLnBrk="0" hangingPunct="1">
              <a:lnSpc>
                <a:spcPct val="100000"/>
              </a:lnSpc>
              <a:spcBef>
                <a:spcPts val="1799"/>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
                <a:schemeClr val="accent1"/>
              </a:buClr>
              <a:buFont typeface="Arial" panose="020B0604020202020204" pitchFamily="34" charset="0"/>
              <a:buChar char="•"/>
              <a:tabLst/>
              <a:defRPr sz="14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
                <a:schemeClr val="accent2"/>
              </a:buClr>
              <a:buFont typeface="System Font Regular"/>
              <a:buChar char="-"/>
              <a:defRPr sz="14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dirty="0">
                <a:solidFill>
                  <a:schemeClr val="bg1"/>
                </a:solidFill>
              </a:rPr>
              <a:t>Data and </a:t>
            </a:r>
            <a:r>
              <a:rPr lang="en-US" dirty="0">
                <a:solidFill>
                  <a:schemeClr val="accent4"/>
                </a:solidFill>
              </a:rPr>
              <a:t>AI</a:t>
            </a:r>
            <a:r>
              <a:rPr lang="en-US" dirty="0">
                <a:solidFill>
                  <a:schemeClr val="bg1"/>
                </a:solidFill>
              </a:rPr>
              <a:t> interaction </a:t>
            </a:r>
          </a:p>
        </p:txBody>
      </p:sp>
      <p:cxnSp>
        <p:nvCxnSpPr>
          <p:cNvPr id="30" name="Straight Arrow Connector 11">
            <a:extLst>
              <a:ext uri="{FF2B5EF4-FFF2-40B4-BE49-F238E27FC236}">
                <a16:creationId xmlns:a16="http://schemas.microsoft.com/office/drawing/2014/main" id="{301DDAD9-72E3-8AA2-2916-A145375D0422}"/>
              </a:ext>
            </a:extLst>
          </p:cNvPr>
          <p:cNvCxnSpPr>
            <a:cxnSpLocks/>
            <a:stCxn id="25" idx="1"/>
            <a:endCxn id="11" idx="0"/>
          </p:cNvCxnSpPr>
          <p:nvPr/>
        </p:nvCxnSpPr>
        <p:spPr>
          <a:xfrm rot="10800000" flipV="1">
            <a:off x="1817059" y="1742939"/>
            <a:ext cx="3766543" cy="2081779"/>
          </a:xfrm>
          <a:prstGeom prst="bentConnector2">
            <a:avLst/>
          </a:prstGeom>
          <a:ln>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658FC9F8-A94D-EAEE-84D0-566243DEB904}"/>
              </a:ext>
            </a:extLst>
          </p:cNvPr>
          <p:cNvCxnSpPr>
            <a:cxnSpLocks/>
            <a:stCxn id="14" idx="3"/>
            <a:endCxn id="19" idx="1"/>
          </p:cNvCxnSpPr>
          <p:nvPr/>
        </p:nvCxnSpPr>
        <p:spPr>
          <a:xfrm>
            <a:off x="4769375" y="4094719"/>
            <a:ext cx="28092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0DBCF788-4E63-939A-D787-1B74D2E911E1}"/>
              </a:ext>
            </a:extLst>
          </p:cNvPr>
          <p:cNvCxnSpPr>
            <a:cxnSpLocks/>
            <a:stCxn id="19" idx="3"/>
            <a:endCxn id="20" idx="1"/>
          </p:cNvCxnSpPr>
          <p:nvPr/>
        </p:nvCxnSpPr>
        <p:spPr>
          <a:xfrm>
            <a:off x="5950302" y="4094719"/>
            <a:ext cx="28092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2F68B1F-092A-1D4A-F52A-C75CD42F9857}"/>
              </a:ext>
            </a:extLst>
          </p:cNvPr>
          <p:cNvCxnSpPr>
            <a:cxnSpLocks/>
            <a:stCxn id="20" idx="3"/>
            <a:endCxn id="16" idx="1"/>
          </p:cNvCxnSpPr>
          <p:nvPr/>
        </p:nvCxnSpPr>
        <p:spPr>
          <a:xfrm>
            <a:off x="7272501" y="4094719"/>
            <a:ext cx="28092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131">
            <a:extLst>
              <a:ext uri="{FF2B5EF4-FFF2-40B4-BE49-F238E27FC236}">
                <a16:creationId xmlns:a16="http://schemas.microsoft.com/office/drawing/2014/main" id="{348317A2-D204-1C90-05C7-F64A7DCE9C44}"/>
              </a:ext>
            </a:extLst>
          </p:cNvPr>
          <p:cNvCxnSpPr>
            <a:cxnSpLocks/>
            <a:stCxn id="16" idx="2"/>
            <a:endCxn id="27" idx="1"/>
          </p:cNvCxnSpPr>
          <p:nvPr/>
        </p:nvCxnSpPr>
        <p:spPr>
          <a:xfrm rot="16200000" flipH="1">
            <a:off x="7658517" y="4709629"/>
            <a:ext cx="929747" cy="239925"/>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131">
            <a:extLst>
              <a:ext uri="{FF2B5EF4-FFF2-40B4-BE49-F238E27FC236}">
                <a16:creationId xmlns:a16="http://schemas.microsoft.com/office/drawing/2014/main" id="{AD2C5B17-75AB-67B1-DD16-B5C05C9EA4A9}"/>
              </a:ext>
            </a:extLst>
          </p:cNvPr>
          <p:cNvCxnSpPr>
            <a:cxnSpLocks/>
            <a:stCxn id="27" idx="0"/>
            <a:endCxn id="17" idx="1"/>
          </p:cNvCxnSpPr>
          <p:nvPr/>
        </p:nvCxnSpPr>
        <p:spPr>
          <a:xfrm rot="5400000" flipH="1" flipV="1">
            <a:off x="8176981" y="4449092"/>
            <a:ext cx="911747" cy="203002"/>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131">
            <a:extLst>
              <a:ext uri="{FF2B5EF4-FFF2-40B4-BE49-F238E27FC236}">
                <a16:creationId xmlns:a16="http://schemas.microsoft.com/office/drawing/2014/main" id="{2E397376-7DA1-D172-7C58-CB8FD3811A89}"/>
              </a:ext>
            </a:extLst>
          </p:cNvPr>
          <p:cNvCxnSpPr>
            <a:cxnSpLocks/>
            <a:stCxn id="18" idx="2"/>
            <a:endCxn id="26" idx="1"/>
          </p:cNvCxnSpPr>
          <p:nvPr/>
        </p:nvCxnSpPr>
        <p:spPr>
          <a:xfrm rot="16200000" flipH="1">
            <a:off x="10084132" y="4645869"/>
            <a:ext cx="934146" cy="37184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131">
            <a:extLst>
              <a:ext uri="{FF2B5EF4-FFF2-40B4-BE49-F238E27FC236}">
                <a16:creationId xmlns:a16="http://schemas.microsoft.com/office/drawing/2014/main" id="{DF2F4055-93DF-B910-86B1-2D4BEC9942A6}"/>
              </a:ext>
            </a:extLst>
          </p:cNvPr>
          <p:cNvCxnSpPr>
            <a:cxnSpLocks/>
            <a:stCxn id="26" idx="3"/>
            <a:endCxn id="23" idx="2"/>
          </p:cNvCxnSpPr>
          <p:nvPr/>
        </p:nvCxnSpPr>
        <p:spPr>
          <a:xfrm flipV="1">
            <a:off x="11313128" y="4364719"/>
            <a:ext cx="233077" cy="93414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11">
            <a:extLst>
              <a:ext uri="{FF2B5EF4-FFF2-40B4-BE49-F238E27FC236}">
                <a16:creationId xmlns:a16="http://schemas.microsoft.com/office/drawing/2014/main" id="{D2F824D9-98AE-388E-4D93-34A084B7126C}"/>
              </a:ext>
            </a:extLst>
          </p:cNvPr>
          <p:cNvCxnSpPr>
            <a:cxnSpLocks/>
            <a:stCxn id="25" idx="3"/>
            <a:endCxn id="19" idx="0"/>
          </p:cNvCxnSpPr>
          <p:nvPr/>
        </p:nvCxnSpPr>
        <p:spPr>
          <a:xfrm flipH="1">
            <a:off x="5500302" y="1742940"/>
            <a:ext cx="972353" cy="2081779"/>
          </a:xfrm>
          <a:prstGeom prst="bentConnector4">
            <a:avLst>
              <a:gd name="adj1" fmla="val -56177"/>
              <a:gd name="adj2" fmla="val 75935"/>
            </a:avLst>
          </a:prstGeom>
          <a:ln>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131">
            <a:extLst>
              <a:ext uri="{FF2B5EF4-FFF2-40B4-BE49-F238E27FC236}">
                <a16:creationId xmlns:a16="http://schemas.microsoft.com/office/drawing/2014/main" id="{D6B27646-52A6-EA13-5801-5743DBDF764D}"/>
              </a:ext>
            </a:extLst>
          </p:cNvPr>
          <p:cNvCxnSpPr>
            <a:cxnSpLocks/>
            <a:stCxn id="17" idx="2"/>
            <a:endCxn id="28" idx="1"/>
          </p:cNvCxnSpPr>
          <p:nvPr/>
        </p:nvCxnSpPr>
        <p:spPr>
          <a:xfrm rot="16200000" flipH="1">
            <a:off x="8452259" y="5096814"/>
            <a:ext cx="1766655" cy="30246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131">
            <a:extLst>
              <a:ext uri="{FF2B5EF4-FFF2-40B4-BE49-F238E27FC236}">
                <a16:creationId xmlns:a16="http://schemas.microsoft.com/office/drawing/2014/main" id="{D3994199-8B8F-7201-FE5D-F1BF707494B9}"/>
              </a:ext>
            </a:extLst>
          </p:cNvPr>
          <p:cNvCxnSpPr>
            <a:cxnSpLocks/>
            <a:stCxn id="28" idx="0"/>
            <a:endCxn id="18" idx="1"/>
          </p:cNvCxnSpPr>
          <p:nvPr/>
        </p:nvCxnSpPr>
        <p:spPr>
          <a:xfrm rot="5400000" flipH="1" flipV="1">
            <a:off x="8970723" y="4898815"/>
            <a:ext cx="1748655" cy="14046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131">
            <a:extLst>
              <a:ext uri="{FF2B5EF4-FFF2-40B4-BE49-F238E27FC236}">
                <a16:creationId xmlns:a16="http://schemas.microsoft.com/office/drawing/2014/main" id="{9DC8A02B-013C-5022-75FC-7E601E00A49B}"/>
              </a:ext>
            </a:extLst>
          </p:cNvPr>
          <p:cNvCxnSpPr>
            <a:cxnSpLocks/>
            <a:stCxn id="20" idx="0"/>
            <a:endCxn id="22" idx="1"/>
          </p:cNvCxnSpPr>
          <p:nvPr/>
        </p:nvCxnSpPr>
        <p:spPr>
          <a:xfrm rot="5400000" flipH="1" flipV="1">
            <a:off x="7257783" y="2957570"/>
            <a:ext cx="105396" cy="111723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131">
            <a:extLst>
              <a:ext uri="{FF2B5EF4-FFF2-40B4-BE49-F238E27FC236}">
                <a16:creationId xmlns:a16="http://schemas.microsoft.com/office/drawing/2014/main" id="{8A1DF0B8-B869-0F32-9599-20924ED41B28}"/>
              </a:ext>
            </a:extLst>
          </p:cNvPr>
          <p:cNvCxnSpPr>
            <a:cxnSpLocks/>
            <a:stCxn id="22" idx="3"/>
            <a:endCxn id="18" idx="0"/>
          </p:cNvCxnSpPr>
          <p:nvPr/>
        </p:nvCxnSpPr>
        <p:spPr>
          <a:xfrm>
            <a:off x="8769098" y="3463488"/>
            <a:ext cx="1596184" cy="361231"/>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131">
            <a:extLst>
              <a:ext uri="{FF2B5EF4-FFF2-40B4-BE49-F238E27FC236}">
                <a16:creationId xmlns:a16="http://schemas.microsoft.com/office/drawing/2014/main" id="{F263FF0A-9442-A7A4-4768-18B8ADE126C7}"/>
              </a:ext>
            </a:extLst>
          </p:cNvPr>
          <p:cNvCxnSpPr>
            <a:cxnSpLocks/>
            <a:stCxn id="23" idx="0"/>
            <a:endCxn id="57" idx="3"/>
          </p:cNvCxnSpPr>
          <p:nvPr/>
        </p:nvCxnSpPr>
        <p:spPr>
          <a:xfrm rot="16200000" flipV="1">
            <a:off x="8483358" y="761872"/>
            <a:ext cx="1243786" cy="4881908"/>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131">
            <a:extLst>
              <a:ext uri="{FF2B5EF4-FFF2-40B4-BE49-F238E27FC236}">
                <a16:creationId xmlns:a16="http://schemas.microsoft.com/office/drawing/2014/main" id="{244E1E42-C6A1-F6FE-B81A-CD40CCC5E9BD}"/>
              </a:ext>
            </a:extLst>
          </p:cNvPr>
          <p:cNvCxnSpPr>
            <a:cxnSpLocks/>
            <a:stCxn id="18" idx="3"/>
          </p:cNvCxnSpPr>
          <p:nvPr/>
        </p:nvCxnSpPr>
        <p:spPr>
          <a:xfrm flipV="1">
            <a:off x="10815282" y="2589230"/>
            <a:ext cx="185443" cy="150548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45" name="Picture 44" descr="Chatgpt Logo Stock Illustrations – 434 Chatgpt Logo Stock ...">
            <a:extLst>
              <a:ext uri="{FF2B5EF4-FFF2-40B4-BE49-F238E27FC236}">
                <a16:creationId xmlns:a16="http://schemas.microsoft.com/office/drawing/2014/main" id="{CDBB1378-0167-DAD6-A2AD-012B411D003D}"/>
              </a:ext>
            </a:extLst>
          </p:cNvPr>
          <p:cNvPicPr>
            <a:picLocks noChangeAspect="1"/>
          </p:cNvPicPr>
          <p:nvPr/>
        </p:nvPicPr>
        <p:blipFill>
          <a:blip r:embed="rId5"/>
          <a:stretch>
            <a:fillRect/>
          </a:stretch>
        </p:blipFill>
        <p:spPr>
          <a:xfrm>
            <a:off x="1066445" y="4896859"/>
            <a:ext cx="571189" cy="521833"/>
          </a:xfrm>
          <a:prstGeom prst="rect">
            <a:avLst/>
          </a:prstGeom>
        </p:spPr>
      </p:pic>
      <p:pic>
        <p:nvPicPr>
          <p:cNvPr id="46" name="Picture 45" descr="database icon. vector icon for your website, mobile ...">
            <a:extLst>
              <a:ext uri="{FF2B5EF4-FFF2-40B4-BE49-F238E27FC236}">
                <a16:creationId xmlns:a16="http://schemas.microsoft.com/office/drawing/2014/main" id="{3D47C918-803A-6E03-BE09-E2BC4D4D3DE1}"/>
              </a:ext>
            </a:extLst>
          </p:cNvPr>
          <p:cNvPicPr>
            <a:picLocks noChangeAspect="1"/>
          </p:cNvPicPr>
          <p:nvPr/>
        </p:nvPicPr>
        <p:blipFill>
          <a:blip r:embed="rId6"/>
          <a:stretch>
            <a:fillRect/>
          </a:stretch>
        </p:blipFill>
        <p:spPr>
          <a:xfrm>
            <a:off x="1063058" y="5902017"/>
            <a:ext cx="720000" cy="493328"/>
          </a:xfrm>
          <a:prstGeom prst="rect">
            <a:avLst/>
          </a:prstGeom>
        </p:spPr>
      </p:pic>
      <p:pic>
        <p:nvPicPr>
          <p:cNvPr id="47" name="Picture 46" descr="Presentation Icon Vector Art, Icons, and Graphics for Free ...">
            <a:extLst>
              <a:ext uri="{FF2B5EF4-FFF2-40B4-BE49-F238E27FC236}">
                <a16:creationId xmlns:a16="http://schemas.microsoft.com/office/drawing/2014/main" id="{31627152-EED4-3913-2992-B735C5FA0CF1}"/>
              </a:ext>
            </a:extLst>
          </p:cNvPr>
          <p:cNvPicPr>
            <a:picLocks noChangeAspect="1"/>
          </p:cNvPicPr>
          <p:nvPr/>
        </p:nvPicPr>
        <p:blipFill>
          <a:blip r:embed="rId7"/>
          <a:stretch>
            <a:fillRect/>
          </a:stretch>
        </p:blipFill>
        <p:spPr>
          <a:xfrm>
            <a:off x="1043291" y="1987222"/>
            <a:ext cx="420750" cy="396000"/>
          </a:xfrm>
          <a:prstGeom prst="rect">
            <a:avLst/>
          </a:prstGeom>
        </p:spPr>
      </p:pic>
      <p:cxnSp>
        <p:nvCxnSpPr>
          <p:cNvPr id="48" name="Straight Arrow Connector 11">
            <a:extLst>
              <a:ext uri="{FF2B5EF4-FFF2-40B4-BE49-F238E27FC236}">
                <a16:creationId xmlns:a16="http://schemas.microsoft.com/office/drawing/2014/main" id="{A186FAD2-1D97-35EE-99CC-B81DE02EFFCB}"/>
              </a:ext>
            </a:extLst>
          </p:cNvPr>
          <p:cNvCxnSpPr>
            <a:cxnSpLocks/>
            <a:stCxn id="14" idx="2"/>
            <a:endCxn id="28" idx="2"/>
          </p:cNvCxnSpPr>
          <p:nvPr/>
        </p:nvCxnSpPr>
        <p:spPr>
          <a:xfrm rot="16200000" flipH="1">
            <a:off x="6019769" y="2664324"/>
            <a:ext cx="2054655" cy="5455443"/>
          </a:xfrm>
          <a:prstGeom prst="bentConnector3">
            <a:avLst>
              <a:gd name="adj1" fmla="val 112531"/>
            </a:avLst>
          </a:prstGeom>
          <a:ln>
            <a:headEnd type="triangle"/>
            <a:tailEnd type="triangle"/>
          </a:ln>
        </p:spPr>
        <p:style>
          <a:lnRef idx="2">
            <a:schemeClr val="accent1"/>
          </a:lnRef>
          <a:fillRef idx="0">
            <a:schemeClr val="accent1"/>
          </a:fillRef>
          <a:effectRef idx="1">
            <a:schemeClr val="accent1"/>
          </a:effectRef>
          <a:fontRef idx="minor">
            <a:schemeClr val="tx1"/>
          </a:fontRef>
        </p:style>
      </p:cxnSp>
      <p:pic>
        <p:nvPicPr>
          <p:cNvPr id="49" name="Picture 48" descr="File:Python-logo-notext.svg - Wikimedia Commons">
            <a:extLst>
              <a:ext uri="{FF2B5EF4-FFF2-40B4-BE49-F238E27FC236}">
                <a16:creationId xmlns:a16="http://schemas.microsoft.com/office/drawing/2014/main" id="{C1CC44E7-14E9-1697-2D2B-B2111293B2F2}"/>
              </a:ext>
            </a:extLst>
          </p:cNvPr>
          <p:cNvPicPr>
            <a:picLocks noChangeAspect="1"/>
          </p:cNvPicPr>
          <p:nvPr/>
        </p:nvPicPr>
        <p:blipFill>
          <a:blip r:embed="rId8"/>
          <a:stretch>
            <a:fillRect/>
          </a:stretch>
        </p:blipFill>
        <p:spPr>
          <a:xfrm>
            <a:off x="1066445" y="3241326"/>
            <a:ext cx="384304" cy="396000"/>
          </a:xfrm>
          <a:prstGeom prst="rect">
            <a:avLst/>
          </a:prstGeom>
        </p:spPr>
      </p:pic>
      <p:sp>
        <p:nvSpPr>
          <p:cNvPr id="50" name="TextBox 49">
            <a:extLst>
              <a:ext uri="{FF2B5EF4-FFF2-40B4-BE49-F238E27FC236}">
                <a16:creationId xmlns:a16="http://schemas.microsoft.com/office/drawing/2014/main" id="{19D6BE90-C01B-4CED-B0D4-21B3D56774F2}"/>
              </a:ext>
            </a:extLst>
          </p:cNvPr>
          <p:cNvSpPr txBox="1"/>
          <p:nvPr/>
        </p:nvSpPr>
        <p:spPr>
          <a:xfrm rot="16200000">
            <a:off x="-89704" y="3648034"/>
            <a:ext cx="1280161" cy="430887"/>
          </a:xfrm>
          <a:prstGeom prst="rect">
            <a:avLst/>
          </a:prstGeom>
          <a:noFill/>
        </p:spPr>
        <p:txBody>
          <a:bodyPr wrap="square">
            <a:spAutoFit/>
          </a:bodyPr>
          <a:lstStyle/>
          <a:p>
            <a:pPr algn="ctr"/>
            <a:r>
              <a:rPr lang="en-IN" sz="1100" b="1" i="0" dirty="0">
                <a:solidFill>
                  <a:schemeClr val="bg1"/>
                </a:solidFill>
              </a:rPr>
              <a:t>Processing Layer</a:t>
            </a:r>
          </a:p>
        </p:txBody>
      </p:sp>
      <p:sp>
        <p:nvSpPr>
          <p:cNvPr id="51" name="TextBox 50">
            <a:extLst>
              <a:ext uri="{FF2B5EF4-FFF2-40B4-BE49-F238E27FC236}">
                <a16:creationId xmlns:a16="http://schemas.microsoft.com/office/drawing/2014/main" id="{809DC87E-FF00-62AD-1271-351B4A10B54E}"/>
              </a:ext>
            </a:extLst>
          </p:cNvPr>
          <p:cNvSpPr txBox="1"/>
          <p:nvPr/>
        </p:nvSpPr>
        <p:spPr>
          <a:xfrm rot="16200000">
            <a:off x="15147" y="2125716"/>
            <a:ext cx="1070459" cy="430887"/>
          </a:xfrm>
          <a:prstGeom prst="rect">
            <a:avLst/>
          </a:prstGeom>
          <a:noFill/>
        </p:spPr>
        <p:txBody>
          <a:bodyPr wrap="square">
            <a:spAutoFit/>
          </a:bodyPr>
          <a:lstStyle/>
          <a:p>
            <a:pPr algn="ctr"/>
            <a:r>
              <a:rPr lang="en-IN" sz="1100" b="1" dirty="0">
                <a:solidFill>
                  <a:schemeClr val="bg1"/>
                </a:solidFill>
              </a:rPr>
              <a:t>Presentation Layer</a:t>
            </a:r>
            <a:endParaRPr lang="en-IN" sz="1100" b="1" i="0" dirty="0">
              <a:solidFill>
                <a:schemeClr val="bg1"/>
              </a:solidFill>
            </a:endParaRPr>
          </a:p>
        </p:txBody>
      </p:sp>
      <p:sp>
        <p:nvSpPr>
          <p:cNvPr id="52" name="TextBox 51">
            <a:extLst>
              <a:ext uri="{FF2B5EF4-FFF2-40B4-BE49-F238E27FC236}">
                <a16:creationId xmlns:a16="http://schemas.microsoft.com/office/drawing/2014/main" id="{481FB586-2149-8AB8-2DF0-F0ECC5ED365B}"/>
              </a:ext>
            </a:extLst>
          </p:cNvPr>
          <p:cNvSpPr txBox="1"/>
          <p:nvPr/>
        </p:nvSpPr>
        <p:spPr>
          <a:xfrm rot="16200000">
            <a:off x="127490" y="5922369"/>
            <a:ext cx="845774" cy="430887"/>
          </a:xfrm>
          <a:prstGeom prst="rect">
            <a:avLst/>
          </a:prstGeom>
          <a:noFill/>
        </p:spPr>
        <p:txBody>
          <a:bodyPr wrap="square">
            <a:spAutoFit/>
          </a:bodyPr>
          <a:lstStyle/>
          <a:p>
            <a:pPr algn="ctr"/>
            <a:r>
              <a:rPr lang="en-IN" sz="1100" b="1" i="0" dirty="0">
                <a:solidFill>
                  <a:schemeClr val="bg1"/>
                </a:solidFill>
              </a:rPr>
              <a:t>Database Layer</a:t>
            </a:r>
          </a:p>
        </p:txBody>
      </p:sp>
      <p:sp>
        <p:nvSpPr>
          <p:cNvPr id="53" name="TextBox 52">
            <a:extLst>
              <a:ext uri="{FF2B5EF4-FFF2-40B4-BE49-F238E27FC236}">
                <a16:creationId xmlns:a16="http://schemas.microsoft.com/office/drawing/2014/main" id="{4A23E164-035E-8EBC-88A8-2FDEA79293A0}"/>
              </a:ext>
            </a:extLst>
          </p:cNvPr>
          <p:cNvSpPr txBox="1"/>
          <p:nvPr/>
        </p:nvSpPr>
        <p:spPr>
          <a:xfrm rot="16200000">
            <a:off x="192412" y="4942333"/>
            <a:ext cx="715929" cy="430887"/>
          </a:xfrm>
          <a:prstGeom prst="rect">
            <a:avLst/>
          </a:prstGeom>
          <a:noFill/>
        </p:spPr>
        <p:txBody>
          <a:bodyPr wrap="square">
            <a:spAutoFit/>
          </a:bodyPr>
          <a:lstStyle/>
          <a:p>
            <a:pPr algn="ctr"/>
            <a:r>
              <a:rPr lang="en-IN" sz="1100" b="1" i="0" dirty="0">
                <a:solidFill>
                  <a:schemeClr val="bg1"/>
                </a:solidFill>
              </a:rPr>
              <a:t>AI Layer</a:t>
            </a:r>
          </a:p>
        </p:txBody>
      </p:sp>
      <p:sp>
        <p:nvSpPr>
          <p:cNvPr id="54" name="TextBox 53">
            <a:extLst>
              <a:ext uri="{FF2B5EF4-FFF2-40B4-BE49-F238E27FC236}">
                <a16:creationId xmlns:a16="http://schemas.microsoft.com/office/drawing/2014/main" id="{4D053E9F-DC65-B065-3C2F-209429212DAD}"/>
              </a:ext>
            </a:extLst>
          </p:cNvPr>
          <p:cNvSpPr txBox="1"/>
          <p:nvPr/>
        </p:nvSpPr>
        <p:spPr>
          <a:xfrm>
            <a:off x="6889930" y="4061913"/>
            <a:ext cx="949859" cy="246221"/>
          </a:xfrm>
          <a:prstGeom prst="rect">
            <a:avLst/>
          </a:prstGeom>
          <a:noFill/>
        </p:spPr>
        <p:txBody>
          <a:bodyPr wrap="square" rtlCol="0">
            <a:spAutoFit/>
          </a:bodyPr>
          <a:lstStyle/>
          <a:p>
            <a:pPr algn="ctr"/>
            <a:r>
              <a:rPr lang="en-US" sz="1000" dirty="0">
                <a:solidFill>
                  <a:schemeClr val="bg1"/>
                </a:solidFill>
              </a:rPr>
              <a:t>No </a:t>
            </a:r>
          </a:p>
        </p:txBody>
      </p:sp>
      <p:pic>
        <p:nvPicPr>
          <p:cNvPr id="55" name="Picture 54" descr="Application programming interface Logo Computer programming, api icon, text, logo png | PNGEgg">
            <a:extLst>
              <a:ext uri="{FF2B5EF4-FFF2-40B4-BE49-F238E27FC236}">
                <a16:creationId xmlns:a16="http://schemas.microsoft.com/office/drawing/2014/main" id="{F07F6BF6-8E3D-5F58-9FAD-54698E32FA32}"/>
              </a:ext>
            </a:extLst>
          </p:cNvPr>
          <p:cNvPicPr>
            <a:picLocks noChangeAspect="1"/>
          </p:cNvPicPr>
          <p:nvPr/>
        </p:nvPicPr>
        <p:blipFill>
          <a:blip r:embed="rId9"/>
          <a:srcRect l="15033" t="14846" r="14512" b="13656"/>
          <a:stretch>
            <a:fillRect/>
          </a:stretch>
        </p:blipFill>
        <p:spPr>
          <a:xfrm>
            <a:off x="7862963" y="4799812"/>
            <a:ext cx="288000" cy="287468"/>
          </a:xfrm>
          <a:prstGeom prst="ellipse">
            <a:avLst/>
          </a:prstGeom>
        </p:spPr>
      </p:pic>
      <p:pic>
        <p:nvPicPr>
          <p:cNvPr id="56" name="Picture 55" descr="Application programming interface Logo Computer programming, api icon, text, logo png | PNGEgg">
            <a:extLst>
              <a:ext uri="{FF2B5EF4-FFF2-40B4-BE49-F238E27FC236}">
                <a16:creationId xmlns:a16="http://schemas.microsoft.com/office/drawing/2014/main" id="{7E7940DB-25DF-1C78-0D31-DA0A21530327}"/>
              </a:ext>
            </a:extLst>
          </p:cNvPr>
          <p:cNvPicPr>
            <a:picLocks noChangeAspect="1"/>
          </p:cNvPicPr>
          <p:nvPr/>
        </p:nvPicPr>
        <p:blipFill>
          <a:blip r:embed="rId9"/>
          <a:srcRect l="15033" t="14846" r="14512" b="13656"/>
          <a:stretch>
            <a:fillRect/>
          </a:stretch>
        </p:blipFill>
        <p:spPr>
          <a:xfrm>
            <a:off x="10219917" y="4799812"/>
            <a:ext cx="288000" cy="287468"/>
          </a:xfrm>
          <a:prstGeom prst="ellipse">
            <a:avLst/>
          </a:prstGeom>
        </p:spPr>
      </p:pic>
      <p:pic>
        <p:nvPicPr>
          <p:cNvPr id="57" name="Picture 56" descr="16-Inch MacBook Pro Possibly Referenced in macOS Catalina 10.15.1 Beta - MacRumors">
            <a:extLst>
              <a:ext uri="{FF2B5EF4-FFF2-40B4-BE49-F238E27FC236}">
                <a16:creationId xmlns:a16="http://schemas.microsoft.com/office/drawing/2014/main" id="{0F94A300-766B-25E4-D755-FA28515AA766}"/>
              </a:ext>
            </a:extLst>
          </p:cNvPr>
          <p:cNvPicPr>
            <a:picLocks noChangeAspect="1"/>
          </p:cNvPicPr>
          <p:nvPr/>
        </p:nvPicPr>
        <p:blipFill rotWithShape="1">
          <a:blip r:embed="rId10"/>
          <a:srcRect l="7836" t="28717" r="8999" b="24113"/>
          <a:stretch>
            <a:fillRect/>
          </a:stretch>
        </p:blipFill>
        <p:spPr>
          <a:xfrm>
            <a:off x="5308659" y="2185222"/>
            <a:ext cx="1355638" cy="791421"/>
          </a:xfrm>
          <a:prstGeom prst="rect">
            <a:avLst/>
          </a:prstGeom>
        </p:spPr>
      </p:pic>
      <p:pic>
        <p:nvPicPr>
          <p:cNvPr id="58" name="Picture 57" descr="Bar chart - Free business icons">
            <a:extLst>
              <a:ext uri="{FF2B5EF4-FFF2-40B4-BE49-F238E27FC236}">
                <a16:creationId xmlns:a16="http://schemas.microsoft.com/office/drawing/2014/main" id="{D85009A2-A8B8-FF63-C724-F27FF438C2FA}"/>
              </a:ext>
            </a:extLst>
          </p:cNvPr>
          <p:cNvPicPr>
            <a:picLocks noChangeAspect="1"/>
          </p:cNvPicPr>
          <p:nvPr/>
        </p:nvPicPr>
        <p:blipFill>
          <a:blip r:embed="rId11"/>
          <a:stretch>
            <a:fillRect/>
          </a:stretch>
        </p:blipFill>
        <p:spPr>
          <a:xfrm>
            <a:off x="5511248" y="2253652"/>
            <a:ext cx="972353" cy="540001"/>
          </a:xfrm>
          <a:prstGeom prst="rect">
            <a:avLst/>
          </a:prstGeom>
        </p:spPr>
      </p:pic>
    </p:spTree>
    <p:extLst>
      <p:ext uri="{BB962C8B-B14F-4D97-AF65-F5344CB8AC3E}">
        <p14:creationId xmlns:p14="http://schemas.microsoft.com/office/powerpoint/2010/main" val="1602248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A2FACD6D-DD79-7C06-E4DB-9F58CB5E221B}"/>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B0542BF5-4EA6-2C5F-8B53-7BE3285E87E8}"/>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23355DE0-1636-A385-4F6C-6D86501DA14E}"/>
              </a:ext>
            </a:extLst>
          </p:cNvPr>
          <p:cNvSpPr>
            <a:spLocks noGrp="1"/>
          </p:cNvSpPr>
          <p:nvPr>
            <p:ph type="sldNum" sz="quarter" idx="12"/>
          </p:nvPr>
        </p:nvSpPr>
        <p:spPr/>
        <p:txBody>
          <a:bodyPr/>
          <a:lstStyle/>
          <a:p>
            <a:pPr algn="r"/>
            <a:fld id="{5D9A5160-6218-4E5A-B9E6-B93E3DAE377C}" type="slidenum">
              <a:rPr lang="en-US" smtClean="0"/>
              <a:pPr algn="r"/>
              <a:t>9</a:t>
            </a:fld>
            <a:endParaRPr lang="en-US"/>
          </a:p>
        </p:txBody>
      </p:sp>
      <p:sp>
        <p:nvSpPr>
          <p:cNvPr id="6" name="Frame 5">
            <a:extLst>
              <a:ext uri="{FF2B5EF4-FFF2-40B4-BE49-F238E27FC236}">
                <a16:creationId xmlns:a16="http://schemas.microsoft.com/office/drawing/2014/main" id="{40E6F63F-82EA-0251-36E7-E4D56A785454}"/>
              </a:ext>
            </a:extLst>
          </p:cNvPr>
          <p:cNvSpPr>
            <a:spLocks noChangeAspect="1"/>
          </p:cNvSpPr>
          <p:nvPr/>
        </p:nvSpPr>
        <p:spPr>
          <a:xfrm>
            <a:off x="4066039" y="1430613"/>
            <a:ext cx="3836302" cy="4420273"/>
          </a:xfrm>
          <a:prstGeom prst="frame">
            <a:avLst>
              <a:gd name="adj1" fmla="val 12500"/>
            </a:avLst>
          </a:prstGeom>
          <a:solidFill>
            <a:schemeClr val="accent1">
              <a:alpha val="20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7" name="Title 3">
            <a:extLst>
              <a:ext uri="{FF2B5EF4-FFF2-40B4-BE49-F238E27FC236}">
                <a16:creationId xmlns:a16="http://schemas.microsoft.com/office/drawing/2014/main" id="{3E8DA644-F272-8C0F-D390-7185EF6F241C}"/>
              </a:ext>
            </a:extLst>
          </p:cNvPr>
          <p:cNvSpPr txBox="1">
            <a:spLocks/>
          </p:cNvSpPr>
          <p:nvPr/>
        </p:nvSpPr>
        <p:spPr>
          <a:xfrm>
            <a:off x="550387" y="53958"/>
            <a:ext cx="11088050" cy="930372"/>
          </a:xfrm>
          <a:prstGeom prst="rect">
            <a:avLst/>
          </a:prstGeom>
        </p:spPr>
        <p:txBody>
          <a:bodyPr vert="horz" lIns="0" tIns="0" rIns="0" bIns="126000" rtlCol="0" anchor="b" anchorCtr="0">
            <a:no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r>
              <a:rPr lang="en-IN" sz="3200" b="1">
                <a:solidFill>
                  <a:srgbClr val="0070C0"/>
                </a:solidFill>
              </a:rPr>
              <a:t>Key Features</a:t>
            </a:r>
          </a:p>
        </p:txBody>
      </p:sp>
      <p:sp>
        <p:nvSpPr>
          <p:cNvPr id="8" name="Oval 7">
            <a:extLst>
              <a:ext uri="{FF2B5EF4-FFF2-40B4-BE49-F238E27FC236}">
                <a16:creationId xmlns:a16="http://schemas.microsoft.com/office/drawing/2014/main" id="{75EEBE43-89E7-522A-2C02-599A80D8F00B}"/>
              </a:ext>
            </a:extLst>
          </p:cNvPr>
          <p:cNvSpPr>
            <a:spLocks noChangeAspect="1"/>
          </p:cNvSpPr>
          <p:nvPr/>
        </p:nvSpPr>
        <p:spPr>
          <a:xfrm>
            <a:off x="4066039" y="1430613"/>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sz="1600" dirty="0"/>
              <a:t>🔍</a:t>
            </a:r>
          </a:p>
        </p:txBody>
      </p:sp>
      <p:sp>
        <p:nvSpPr>
          <p:cNvPr id="9" name="TextBox 8">
            <a:extLst>
              <a:ext uri="{FF2B5EF4-FFF2-40B4-BE49-F238E27FC236}">
                <a16:creationId xmlns:a16="http://schemas.microsoft.com/office/drawing/2014/main" id="{4C0670A3-38B6-C6EC-7698-1BB4330A754B}"/>
              </a:ext>
            </a:extLst>
          </p:cNvPr>
          <p:cNvSpPr txBox="1"/>
          <p:nvPr/>
        </p:nvSpPr>
        <p:spPr>
          <a:xfrm>
            <a:off x="617408" y="1430613"/>
            <a:ext cx="3426372" cy="600164"/>
          </a:xfrm>
          <a:prstGeom prst="rect">
            <a:avLst/>
          </a:prstGeom>
          <a:noFill/>
        </p:spPr>
        <p:txBody>
          <a:bodyPr wrap="square">
            <a:spAutoFit/>
          </a:bodyPr>
          <a:lstStyle/>
          <a:p>
            <a:pPr algn="r"/>
            <a:r>
              <a:rPr lang="en-IN" sz="1100" b="1" dirty="0">
                <a:solidFill>
                  <a:srgbClr val="4FC3F7"/>
                </a:solidFill>
              </a:rPr>
              <a:t>Intent Recognition</a:t>
            </a:r>
          </a:p>
          <a:p>
            <a:pPr algn="r"/>
            <a:r>
              <a:rPr sz="1100" b="0" i="0" dirty="0">
                <a:solidFill>
                  <a:schemeClr val="bg1"/>
                </a:solidFill>
              </a:rPr>
              <a:t>Understands 'top performers' means ORDER BY revenue DESC LIMIT 10 </a:t>
            </a:r>
            <a:r>
              <a:rPr lang="en-US" sz="1100" dirty="0">
                <a:solidFill>
                  <a:schemeClr val="bg1"/>
                </a:solidFill>
              </a:rPr>
              <a:t>-</a:t>
            </a:r>
            <a:r>
              <a:rPr sz="1100" b="0" i="0" dirty="0">
                <a:solidFill>
                  <a:schemeClr val="bg1"/>
                </a:solidFill>
              </a:rPr>
              <a:t> not literal keyword match</a:t>
            </a:r>
          </a:p>
        </p:txBody>
      </p:sp>
      <p:pic>
        <p:nvPicPr>
          <p:cNvPr id="10" name="Graphic 9" descr="Old Key with solid fill">
            <a:extLst>
              <a:ext uri="{FF2B5EF4-FFF2-40B4-BE49-F238E27FC236}">
                <a16:creationId xmlns:a16="http://schemas.microsoft.com/office/drawing/2014/main" id="{2006540F-3F78-8EB5-1B72-39685D7DD6E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26990" y="3183549"/>
            <a:ext cx="914400" cy="914400"/>
          </a:xfrm>
          <a:prstGeom prst="rect">
            <a:avLst/>
          </a:prstGeom>
        </p:spPr>
      </p:pic>
      <p:sp>
        <p:nvSpPr>
          <p:cNvPr id="11" name="TextBox 10">
            <a:extLst>
              <a:ext uri="{FF2B5EF4-FFF2-40B4-BE49-F238E27FC236}">
                <a16:creationId xmlns:a16="http://schemas.microsoft.com/office/drawing/2014/main" id="{AA4D677B-E189-2D44-3AA9-A35377911768}"/>
              </a:ext>
            </a:extLst>
          </p:cNvPr>
          <p:cNvSpPr txBox="1"/>
          <p:nvPr/>
        </p:nvSpPr>
        <p:spPr>
          <a:xfrm>
            <a:off x="381805" y="2399755"/>
            <a:ext cx="3661975" cy="600164"/>
          </a:xfrm>
          <a:prstGeom prst="rect">
            <a:avLst/>
          </a:prstGeom>
          <a:noFill/>
        </p:spPr>
        <p:txBody>
          <a:bodyPr wrap="square">
            <a:spAutoFit/>
          </a:bodyPr>
          <a:lstStyle/>
          <a:p>
            <a:pPr algn="r"/>
            <a:r>
              <a:rPr lang="en-IN" sz="1100" b="1" dirty="0">
                <a:solidFill>
                  <a:srgbClr val="4FC3F7"/>
                </a:solidFill>
              </a:rPr>
              <a:t>Schema-Aware Context</a:t>
            </a:r>
          </a:p>
          <a:p>
            <a:pPr algn="r"/>
            <a:r>
              <a:rPr sz="1100" b="0" i="0" dirty="0">
                <a:solidFill>
                  <a:schemeClr val="bg1"/>
                </a:solidFill>
              </a:rPr>
              <a:t>Injects column types, value ranges and top-values into prompt </a:t>
            </a:r>
            <a:r>
              <a:rPr lang="en-US" sz="1100" b="0" i="0" dirty="0">
                <a:solidFill>
                  <a:schemeClr val="bg1"/>
                </a:solidFill>
              </a:rPr>
              <a:t>-</a:t>
            </a:r>
            <a:r>
              <a:rPr sz="1100" b="0" i="0" dirty="0">
                <a:solidFill>
                  <a:schemeClr val="bg1"/>
                </a:solidFill>
              </a:rPr>
              <a:t> LLM knows your data before answering</a:t>
            </a:r>
          </a:p>
        </p:txBody>
      </p:sp>
      <p:sp>
        <p:nvSpPr>
          <p:cNvPr id="12" name="Oval 11">
            <a:extLst>
              <a:ext uri="{FF2B5EF4-FFF2-40B4-BE49-F238E27FC236}">
                <a16:creationId xmlns:a16="http://schemas.microsoft.com/office/drawing/2014/main" id="{391F65DE-033A-CBA9-1957-FE7C97B54C1C}"/>
              </a:ext>
            </a:extLst>
          </p:cNvPr>
          <p:cNvSpPr>
            <a:spLocks noChangeAspect="1"/>
          </p:cNvSpPr>
          <p:nvPr/>
        </p:nvSpPr>
        <p:spPr>
          <a:xfrm>
            <a:off x="4076051" y="3368897"/>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lang="en-IN" sz="1600" dirty="0"/>
              <a:t>🔗</a:t>
            </a:r>
            <a:endParaRPr sz="1600" dirty="0"/>
          </a:p>
        </p:txBody>
      </p:sp>
      <p:sp>
        <p:nvSpPr>
          <p:cNvPr id="13" name="TextBox 12">
            <a:extLst>
              <a:ext uri="{FF2B5EF4-FFF2-40B4-BE49-F238E27FC236}">
                <a16:creationId xmlns:a16="http://schemas.microsoft.com/office/drawing/2014/main" id="{DEE3CB6C-2DB0-D90A-98B6-7BF0DEA8B9A3}"/>
              </a:ext>
            </a:extLst>
          </p:cNvPr>
          <p:cNvSpPr txBox="1"/>
          <p:nvPr/>
        </p:nvSpPr>
        <p:spPr>
          <a:xfrm>
            <a:off x="660669" y="3368897"/>
            <a:ext cx="3383111" cy="600164"/>
          </a:xfrm>
          <a:prstGeom prst="rect">
            <a:avLst/>
          </a:prstGeom>
          <a:noFill/>
        </p:spPr>
        <p:txBody>
          <a:bodyPr wrap="square">
            <a:spAutoFit/>
          </a:bodyPr>
          <a:lstStyle/>
          <a:p>
            <a:pPr algn="r"/>
            <a:r>
              <a:rPr lang="en-IN" sz="1100" b="1" dirty="0">
                <a:solidFill>
                  <a:srgbClr val="4FC3F7"/>
                </a:solidFill>
              </a:rPr>
              <a:t>Auto Relationship Discovery</a:t>
            </a:r>
          </a:p>
          <a:p>
            <a:pPr algn="r"/>
            <a:r>
              <a:rPr sz="1100" b="0" i="0" dirty="0">
                <a:solidFill>
                  <a:schemeClr val="bg1"/>
                </a:solidFill>
              </a:rPr>
              <a:t>Detects foreign key relationships across tables using normalized name + value overlap scoring</a:t>
            </a:r>
          </a:p>
        </p:txBody>
      </p:sp>
      <p:sp>
        <p:nvSpPr>
          <p:cNvPr id="14" name="Oval 13">
            <a:extLst>
              <a:ext uri="{FF2B5EF4-FFF2-40B4-BE49-F238E27FC236}">
                <a16:creationId xmlns:a16="http://schemas.microsoft.com/office/drawing/2014/main" id="{A0FF54F1-5E20-D2E7-2CF6-73EB32984E4D}"/>
              </a:ext>
            </a:extLst>
          </p:cNvPr>
          <p:cNvSpPr>
            <a:spLocks noChangeAspect="1"/>
          </p:cNvSpPr>
          <p:nvPr/>
        </p:nvSpPr>
        <p:spPr>
          <a:xfrm>
            <a:off x="7420787" y="1432210"/>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sz="1600" dirty="0"/>
              <a:t>💬</a:t>
            </a:r>
          </a:p>
        </p:txBody>
      </p:sp>
      <p:sp>
        <p:nvSpPr>
          <p:cNvPr id="15" name="Oval 14">
            <a:extLst>
              <a:ext uri="{FF2B5EF4-FFF2-40B4-BE49-F238E27FC236}">
                <a16:creationId xmlns:a16="http://schemas.microsoft.com/office/drawing/2014/main" id="{19068F7D-6FF5-181C-5166-C4523AF1DCD7}"/>
              </a:ext>
            </a:extLst>
          </p:cNvPr>
          <p:cNvSpPr>
            <a:spLocks noChangeAspect="1"/>
          </p:cNvSpPr>
          <p:nvPr/>
        </p:nvSpPr>
        <p:spPr>
          <a:xfrm>
            <a:off x="4105167" y="5307181"/>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sz="1600" dirty="0"/>
              <a:t>⚙️</a:t>
            </a:r>
          </a:p>
        </p:txBody>
      </p:sp>
      <p:sp>
        <p:nvSpPr>
          <p:cNvPr id="16" name="TextBox 15">
            <a:extLst>
              <a:ext uri="{FF2B5EF4-FFF2-40B4-BE49-F238E27FC236}">
                <a16:creationId xmlns:a16="http://schemas.microsoft.com/office/drawing/2014/main" id="{E81DAE7B-110E-B57C-ACD0-109A7867DFA6}"/>
              </a:ext>
            </a:extLst>
          </p:cNvPr>
          <p:cNvSpPr txBox="1"/>
          <p:nvPr/>
        </p:nvSpPr>
        <p:spPr>
          <a:xfrm>
            <a:off x="477358" y="5307181"/>
            <a:ext cx="3566422" cy="600164"/>
          </a:xfrm>
          <a:prstGeom prst="rect">
            <a:avLst/>
          </a:prstGeom>
          <a:noFill/>
        </p:spPr>
        <p:txBody>
          <a:bodyPr wrap="square">
            <a:spAutoFit/>
          </a:bodyPr>
          <a:lstStyle/>
          <a:p>
            <a:pPr algn="r"/>
            <a:r>
              <a:rPr lang="en-IN" sz="1100" b="1" dirty="0">
                <a:solidFill>
                  <a:srgbClr val="4FC3F7"/>
                </a:solidFill>
              </a:rPr>
              <a:t>Config-Driven Domain</a:t>
            </a:r>
          </a:p>
          <a:p>
            <a:pPr algn="r"/>
            <a:r>
              <a:rPr sz="1100" b="0" i="0" dirty="0">
                <a:solidFill>
                  <a:schemeClr val="bg1"/>
                </a:solidFill>
              </a:rPr>
              <a:t>JSON config maps domain terms: 'revenue' </a:t>
            </a:r>
            <a:r>
              <a:rPr lang="en-US" sz="1100" b="0" i="0" dirty="0">
                <a:solidFill>
                  <a:schemeClr val="bg1"/>
                </a:solidFill>
              </a:rPr>
              <a:t>-</a:t>
            </a:r>
            <a:r>
              <a:rPr sz="1100" b="0" i="0" dirty="0">
                <a:solidFill>
                  <a:schemeClr val="bg1"/>
                </a:solidFill>
              </a:rPr>
              <a:t> actual column name per industry/client deployment</a:t>
            </a:r>
          </a:p>
        </p:txBody>
      </p:sp>
      <p:sp>
        <p:nvSpPr>
          <p:cNvPr id="17" name="Oval 16">
            <a:extLst>
              <a:ext uri="{FF2B5EF4-FFF2-40B4-BE49-F238E27FC236}">
                <a16:creationId xmlns:a16="http://schemas.microsoft.com/office/drawing/2014/main" id="{838490B2-38EB-6D70-059C-54206C24851D}"/>
              </a:ext>
            </a:extLst>
          </p:cNvPr>
          <p:cNvSpPr>
            <a:spLocks noChangeAspect="1"/>
          </p:cNvSpPr>
          <p:nvPr/>
        </p:nvSpPr>
        <p:spPr>
          <a:xfrm>
            <a:off x="4066039" y="4338039"/>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sz="1600"/>
              <a:t>🔄</a:t>
            </a:r>
          </a:p>
        </p:txBody>
      </p:sp>
      <p:sp>
        <p:nvSpPr>
          <p:cNvPr id="18" name="TextBox 17">
            <a:extLst>
              <a:ext uri="{FF2B5EF4-FFF2-40B4-BE49-F238E27FC236}">
                <a16:creationId xmlns:a16="http://schemas.microsoft.com/office/drawing/2014/main" id="{DE689CB1-1F3C-3732-3A32-9EFAF6782043}"/>
              </a:ext>
            </a:extLst>
          </p:cNvPr>
          <p:cNvSpPr txBox="1"/>
          <p:nvPr/>
        </p:nvSpPr>
        <p:spPr>
          <a:xfrm>
            <a:off x="627160" y="4338039"/>
            <a:ext cx="3416620" cy="600164"/>
          </a:xfrm>
          <a:prstGeom prst="rect">
            <a:avLst/>
          </a:prstGeom>
          <a:noFill/>
        </p:spPr>
        <p:txBody>
          <a:bodyPr wrap="square">
            <a:spAutoFit/>
          </a:bodyPr>
          <a:lstStyle/>
          <a:p>
            <a:pPr algn="r"/>
            <a:r>
              <a:rPr lang="en-IN" sz="1100" b="1" dirty="0">
                <a:solidFill>
                  <a:srgbClr val="4FC3F7"/>
                </a:solidFill>
              </a:rPr>
              <a:t>Self-Healing SQL</a:t>
            </a:r>
          </a:p>
          <a:p>
            <a:pPr algn="r"/>
            <a:r>
              <a:rPr sz="1100" b="0" i="0" dirty="0">
                <a:solidFill>
                  <a:schemeClr val="bg1"/>
                </a:solidFill>
              </a:rPr>
              <a:t>When generated SQL fails, LLM auto-corrects with the error message — no manual intervention</a:t>
            </a:r>
          </a:p>
        </p:txBody>
      </p:sp>
      <p:sp>
        <p:nvSpPr>
          <p:cNvPr id="19" name="Oval 18">
            <a:extLst>
              <a:ext uri="{FF2B5EF4-FFF2-40B4-BE49-F238E27FC236}">
                <a16:creationId xmlns:a16="http://schemas.microsoft.com/office/drawing/2014/main" id="{811CB624-24BE-652A-39AE-E62B36FB7FEC}"/>
              </a:ext>
            </a:extLst>
          </p:cNvPr>
          <p:cNvSpPr>
            <a:spLocks noChangeAspect="1"/>
          </p:cNvSpPr>
          <p:nvPr/>
        </p:nvSpPr>
        <p:spPr>
          <a:xfrm>
            <a:off x="4066039" y="2399755"/>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sz="1600" dirty="0"/>
              <a:t>📐</a:t>
            </a:r>
          </a:p>
        </p:txBody>
      </p:sp>
      <p:sp>
        <p:nvSpPr>
          <p:cNvPr id="20" name="TextBox 19">
            <a:extLst>
              <a:ext uri="{FF2B5EF4-FFF2-40B4-BE49-F238E27FC236}">
                <a16:creationId xmlns:a16="http://schemas.microsoft.com/office/drawing/2014/main" id="{519E3120-FD6F-C60C-8FFA-A0C70F1F1368}"/>
              </a:ext>
            </a:extLst>
          </p:cNvPr>
          <p:cNvSpPr txBox="1"/>
          <p:nvPr/>
        </p:nvSpPr>
        <p:spPr>
          <a:xfrm>
            <a:off x="7888786" y="1430613"/>
            <a:ext cx="3526051" cy="584775"/>
          </a:xfrm>
          <a:prstGeom prst="rect">
            <a:avLst/>
          </a:prstGeom>
          <a:noFill/>
        </p:spPr>
        <p:txBody>
          <a:bodyPr wrap="square">
            <a:spAutoFit/>
          </a:bodyPr>
          <a:lstStyle/>
          <a:p>
            <a:r>
              <a:rPr lang="en-IN" sz="1050" b="1" dirty="0">
                <a:solidFill>
                  <a:srgbClr val="4FC3F7"/>
                </a:solidFill>
              </a:rPr>
              <a:t>Follow-up Memory</a:t>
            </a:r>
          </a:p>
          <a:p>
            <a:pPr algn="l"/>
            <a:r>
              <a:rPr sz="1050" b="0" i="0" dirty="0">
                <a:solidFill>
                  <a:schemeClr val="bg1"/>
                </a:solidFill>
              </a:rPr>
              <a:t>Session memory enriches short follow-up questions </a:t>
            </a:r>
            <a:r>
              <a:rPr lang="en-US" sz="1050" b="0" i="0" dirty="0">
                <a:solidFill>
                  <a:schemeClr val="bg1"/>
                </a:solidFill>
              </a:rPr>
              <a:t>-</a:t>
            </a:r>
            <a:r>
              <a:rPr sz="1050" b="0" i="0" dirty="0">
                <a:solidFill>
                  <a:schemeClr val="bg1"/>
                </a:solidFill>
              </a:rPr>
              <a:t> 'show only Ford' builds on previous query</a:t>
            </a:r>
          </a:p>
        </p:txBody>
      </p:sp>
      <p:sp>
        <p:nvSpPr>
          <p:cNvPr id="21" name="Oval 20">
            <a:extLst>
              <a:ext uri="{FF2B5EF4-FFF2-40B4-BE49-F238E27FC236}">
                <a16:creationId xmlns:a16="http://schemas.microsoft.com/office/drawing/2014/main" id="{9AD7C406-B56F-542E-D3A3-D38DEFF69A52}"/>
              </a:ext>
            </a:extLst>
          </p:cNvPr>
          <p:cNvSpPr>
            <a:spLocks noChangeAspect="1"/>
          </p:cNvSpPr>
          <p:nvPr/>
        </p:nvSpPr>
        <p:spPr>
          <a:xfrm>
            <a:off x="7420787" y="2399755"/>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lang="en-IN" sz="1600" dirty="0"/>
              <a:t>🛡️</a:t>
            </a:r>
          </a:p>
        </p:txBody>
      </p:sp>
      <p:sp>
        <p:nvSpPr>
          <p:cNvPr id="22" name="TextBox 21">
            <a:extLst>
              <a:ext uri="{FF2B5EF4-FFF2-40B4-BE49-F238E27FC236}">
                <a16:creationId xmlns:a16="http://schemas.microsoft.com/office/drawing/2014/main" id="{26226D99-EAC2-BE07-72AC-A7C54ABFD4D2}"/>
              </a:ext>
            </a:extLst>
          </p:cNvPr>
          <p:cNvSpPr txBox="1"/>
          <p:nvPr/>
        </p:nvSpPr>
        <p:spPr>
          <a:xfrm>
            <a:off x="7888786" y="2374468"/>
            <a:ext cx="3526051" cy="577081"/>
          </a:xfrm>
          <a:prstGeom prst="rect">
            <a:avLst/>
          </a:prstGeom>
          <a:noFill/>
        </p:spPr>
        <p:txBody>
          <a:bodyPr wrap="square">
            <a:spAutoFit/>
          </a:bodyPr>
          <a:lstStyle/>
          <a:p>
            <a:r>
              <a:rPr lang="en-IN" sz="1050" b="1" dirty="0">
                <a:solidFill>
                  <a:srgbClr val="4FC3F7"/>
                </a:solidFill>
              </a:rPr>
              <a:t>SQL Guard Rails</a:t>
            </a:r>
          </a:p>
          <a:p>
            <a:pPr algn="l"/>
            <a:r>
              <a:rPr lang="en-IN" sz="1050" b="0" i="0" dirty="0">
                <a:solidFill>
                  <a:schemeClr val="bg1"/>
                </a:solidFill>
              </a:rPr>
              <a:t>Only </a:t>
            </a:r>
            <a:r>
              <a:rPr lang="en-IN" sz="1050" b="0" i="0" dirty="0">
                <a:solidFill>
                  <a:schemeClr val="accent1"/>
                </a:solidFill>
              </a:rPr>
              <a:t>SELECT</a:t>
            </a:r>
            <a:r>
              <a:rPr lang="en-IN" sz="1050" b="0" i="0" dirty="0">
                <a:solidFill>
                  <a:schemeClr val="bg1"/>
                </a:solidFill>
              </a:rPr>
              <a:t> statements are passed, no DDL statements allowed. (ALTER, DELETE, TRUNCATE etc)</a:t>
            </a:r>
          </a:p>
        </p:txBody>
      </p:sp>
      <p:sp>
        <p:nvSpPr>
          <p:cNvPr id="23" name="Oval 22">
            <a:extLst>
              <a:ext uri="{FF2B5EF4-FFF2-40B4-BE49-F238E27FC236}">
                <a16:creationId xmlns:a16="http://schemas.microsoft.com/office/drawing/2014/main" id="{E11A9F93-CDE8-6E1B-A0BF-EF908E7BF969}"/>
              </a:ext>
            </a:extLst>
          </p:cNvPr>
          <p:cNvSpPr>
            <a:spLocks noChangeAspect="1"/>
          </p:cNvSpPr>
          <p:nvPr/>
        </p:nvSpPr>
        <p:spPr>
          <a:xfrm>
            <a:off x="7456601" y="3335797"/>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lang="en-IN" sz="1600" dirty="0"/>
              <a:t>📊</a:t>
            </a:r>
          </a:p>
        </p:txBody>
      </p:sp>
      <p:sp>
        <p:nvSpPr>
          <p:cNvPr id="24" name="TextBox 23">
            <a:extLst>
              <a:ext uri="{FF2B5EF4-FFF2-40B4-BE49-F238E27FC236}">
                <a16:creationId xmlns:a16="http://schemas.microsoft.com/office/drawing/2014/main" id="{C09F2F9F-8004-1539-4BC5-F83A46EF28C1}"/>
              </a:ext>
            </a:extLst>
          </p:cNvPr>
          <p:cNvSpPr txBox="1"/>
          <p:nvPr/>
        </p:nvSpPr>
        <p:spPr>
          <a:xfrm>
            <a:off x="7888786" y="3310510"/>
            <a:ext cx="3526051" cy="738664"/>
          </a:xfrm>
          <a:prstGeom prst="rect">
            <a:avLst/>
          </a:prstGeom>
          <a:noFill/>
        </p:spPr>
        <p:txBody>
          <a:bodyPr wrap="square">
            <a:spAutoFit/>
          </a:bodyPr>
          <a:lstStyle/>
          <a:p>
            <a:r>
              <a:rPr lang="en-IN" sz="1050" b="1" dirty="0">
                <a:solidFill>
                  <a:srgbClr val="4FC3F7"/>
                </a:solidFill>
              </a:rPr>
              <a:t>KPI Dashboard</a:t>
            </a:r>
          </a:p>
          <a:p>
            <a:pPr algn="l"/>
            <a:r>
              <a:rPr lang="en-IN" sz="1050" b="0" i="0" dirty="0">
                <a:solidFill>
                  <a:schemeClr val="bg1"/>
                </a:solidFill>
              </a:rPr>
              <a:t>Auto detects </a:t>
            </a:r>
            <a:r>
              <a:rPr lang="en-IN" sz="1050" b="0" i="0" dirty="0">
                <a:solidFill>
                  <a:schemeClr val="accent1"/>
                </a:solidFill>
              </a:rPr>
              <a:t>revenue, YoY, Volume,</a:t>
            </a:r>
            <a:r>
              <a:rPr lang="en-IN" sz="1050" b="0" i="0" dirty="0">
                <a:solidFill>
                  <a:schemeClr val="bg1"/>
                </a:solidFill>
              </a:rPr>
              <a:t> sales columns and build KPI based on underlying data ready for review once file </a:t>
            </a:r>
            <a:r>
              <a:rPr lang="en-IN" sz="1050" dirty="0">
                <a:solidFill>
                  <a:schemeClr val="bg1"/>
                </a:solidFill>
              </a:rPr>
              <a:t>uploaded</a:t>
            </a:r>
            <a:endParaRPr lang="en-IN" sz="1050" b="0" i="0" dirty="0">
              <a:solidFill>
                <a:schemeClr val="bg1"/>
              </a:solidFill>
            </a:endParaRPr>
          </a:p>
        </p:txBody>
      </p:sp>
      <p:sp>
        <p:nvSpPr>
          <p:cNvPr id="25" name="Oval 24">
            <a:extLst>
              <a:ext uri="{FF2B5EF4-FFF2-40B4-BE49-F238E27FC236}">
                <a16:creationId xmlns:a16="http://schemas.microsoft.com/office/drawing/2014/main" id="{B7FB0B3A-2010-B9A5-3F04-5BBD892CFB78}"/>
              </a:ext>
            </a:extLst>
          </p:cNvPr>
          <p:cNvSpPr>
            <a:spLocks noChangeAspect="1"/>
          </p:cNvSpPr>
          <p:nvPr/>
        </p:nvSpPr>
        <p:spPr>
          <a:xfrm>
            <a:off x="7434342" y="4363326"/>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t"/>
          <a:lstStyle/>
          <a:p>
            <a:pPr algn="ctr"/>
            <a:r>
              <a:rPr lang="en-IN" sz="1600" dirty="0"/>
              <a:t>🔬</a:t>
            </a:r>
          </a:p>
        </p:txBody>
      </p:sp>
      <p:sp>
        <p:nvSpPr>
          <p:cNvPr id="26" name="TextBox 25">
            <a:extLst>
              <a:ext uri="{FF2B5EF4-FFF2-40B4-BE49-F238E27FC236}">
                <a16:creationId xmlns:a16="http://schemas.microsoft.com/office/drawing/2014/main" id="{37B4C196-62FF-745B-F723-7B035A177254}"/>
              </a:ext>
            </a:extLst>
          </p:cNvPr>
          <p:cNvSpPr txBox="1"/>
          <p:nvPr/>
        </p:nvSpPr>
        <p:spPr>
          <a:xfrm>
            <a:off x="7888786" y="4338039"/>
            <a:ext cx="3526051" cy="738664"/>
          </a:xfrm>
          <a:prstGeom prst="rect">
            <a:avLst/>
          </a:prstGeom>
          <a:noFill/>
        </p:spPr>
        <p:txBody>
          <a:bodyPr wrap="square">
            <a:spAutoFit/>
          </a:bodyPr>
          <a:lstStyle/>
          <a:p>
            <a:r>
              <a:rPr lang="en-IN" sz="1050" b="1" dirty="0">
                <a:solidFill>
                  <a:srgbClr val="4FC3F7"/>
                </a:solidFill>
              </a:rPr>
              <a:t>Data Quality Intelligence</a:t>
            </a:r>
          </a:p>
          <a:p>
            <a:pPr algn="l"/>
            <a:r>
              <a:rPr lang="en-IN" sz="1050" b="0" i="0" dirty="0">
                <a:solidFill>
                  <a:schemeClr val="bg1"/>
                </a:solidFill>
              </a:rPr>
              <a:t>Performs automated data quality checks covering nulls, duplicates, outliers, type mismatches, cardinality issues, and date-gap validation.</a:t>
            </a:r>
          </a:p>
        </p:txBody>
      </p:sp>
      <p:sp>
        <p:nvSpPr>
          <p:cNvPr id="27" name="TextBox 26">
            <a:extLst>
              <a:ext uri="{FF2B5EF4-FFF2-40B4-BE49-F238E27FC236}">
                <a16:creationId xmlns:a16="http://schemas.microsoft.com/office/drawing/2014/main" id="{D52C8767-FABD-8F01-0643-33B793EE1CC3}"/>
              </a:ext>
            </a:extLst>
          </p:cNvPr>
          <p:cNvSpPr txBox="1"/>
          <p:nvPr/>
        </p:nvSpPr>
        <p:spPr>
          <a:xfrm>
            <a:off x="7888786" y="5307181"/>
            <a:ext cx="3526051" cy="738664"/>
          </a:xfrm>
          <a:prstGeom prst="rect">
            <a:avLst/>
          </a:prstGeom>
          <a:noFill/>
        </p:spPr>
        <p:txBody>
          <a:bodyPr wrap="square">
            <a:spAutoFit/>
          </a:bodyPr>
          <a:lstStyle/>
          <a:p>
            <a:r>
              <a:rPr lang="en-IN" sz="1050" b="1" dirty="0">
                <a:solidFill>
                  <a:srgbClr val="4FC3F7"/>
                </a:solidFill>
              </a:rPr>
              <a:t>Smart Auto Join</a:t>
            </a:r>
          </a:p>
          <a:p>
            <a:r>
              <a:rPr lang="en-IN" sz="1050" dirty="0">
                <a:solidFill>
                  <a:schemeClr val="bg1"/>
                </a:solidFill>
              </a:rPr>
              <a:t>Uses a multi-pass join engine to intelligently detect column relationships and automatically map star and snowflake schemas.</a:t>
            </a:r>
          </a:p>
        </p:txBody>
      </p:sp>
      <p:sp>
        <p:nvSpPr>
          <p:cNvPr id="28" name="Oval 27">
            <a:extLst>
              <a:ext uri="{FF2B5EF4-FFF2-40B4-BE49-F238E27FC236}">
                <a16:creationId xmlns:a16="http://schemas.microsoft.com/office/drawing/2014/main" id="{11F807EC-D8D4-80EF-DF21-DB483BE7F4BD}"/>
              </a:ext>
            </a:extLst>
          </p:cNvPr>
          <p:cNvSpPr>
            <a:spLocks noChangeAspect="1"/>
          </p:cNvSpPr>
          <p:nvPr/>
        </p:nvSpPr>
        <p:spPr>
          <a:xfrm>
            <a:off x="7434341" y="5341010"/>
            <a:ext cx="468000" cy="468000"/>
          </a:xfrm>
          <a:prstGeom prst="ellipse">
            <a:avLst/>
          </a:prstGeom>
          <a:solidFill>
            <a:srgbClr val="017049"/>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fontAlgn="t">
              <a:lnSpc>
                <a:spcPts val="1500"/>
              </a:lnSpc>
              <a:buNone/>
            </a:pPr>
            <a:r>
              <a:rPr lang="en-IN" sz="1600" dirty="0">
                <a:latin typeface="Segoe UI" panose="020B0502040204020203" pitchFamily="34" charset="0"/>
              </a:rPr>
              <a:t>🌐</a:t>
            </a:r>
          </a:p>
        </p:txBody>
      </p:sp>
    </p:spTree>
    <p:extLst>
      <p:ext uri="{BB962C8B-B14F-4D97-AF65-F5344CB8AC3E}">
        <p14:creationId xmlns:p14="http://schemas.microsoft.com/office/powerpoint/2010/main" val="3944220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C10E9F05-D2F4-5C48-3A29-1DC1FDE87505}"/>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C8F69F5F-7FE5-B6DE-64F5-0B40B2CC5675}"/>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A13CB68F-E427-FF40-CC04-7228411E4F8C}"/>
              </a:ext>
            </a:extLst>
          </p:cNvPr>
          <p:cNvSpPr>
            <a:spLocks noGrp="1"/>
          </p:cNvSpPr>
          <p:nvPr>
            <p:ph type="sldNum" sz="quarter" idx="12"/>
          </p:nvPr>
        </p:nvSpPr>
        <p:spPr/>
        <p:txBody>
          <a:bodyPr/>
          <a:lstStyle/>
          <a:p>
            <a:pPr algn="r"/>
            <a:fld id="{5D9A5160-6218-4E5A-B9E6-B93E3DAE377C}" type="slidenum">
              <a:rPr lang="en-US" smtClean="0"/>
              <a:pPr algn="r"/>
              <a:t>10</a:t>
            </a:fld>
            <a:endParaRPr lang="en-US"/>
          </a:p>
        </p:txBody>
      </p:sp>
      <p:sp>
        <p:nvSpPr>
          <p:cNvPr id="29" name="Title 3">
            <a:extLst>
              <a:ext uri="{FF2B5EF4-FFF2-40B4-BE49-F238E27FC236}">
                <a16:creationId xmlns:a16="http://schemas.microsoft.com/office/drawing/2014/main" id="{BF1EF55F-4533-2C49-F8A6-3FC0B67A0B12}"/>
              </a:ext>
            </a:extLst>
          </p:cNvPr>
          <p:cNvSpPr txBox="1">
            <a:spLocks/>
          </p:cNvSpPr>
          <p:nvPr/>
        </p:nvSpPr>
        <p:spPr>
          <a:xfrm>
            <a:off x="550387" y="53958"/>
            <a:ext cx="11088050" cy="930372"/>
          </a:xfrm>
          <a:prstGeom prst="rect">
            <a:avLst/>
          </a:prstGeom>
        </p:spPr>
        <p:txBody>
          <a:bodyPr vert="horz" lIns="0" tIns="0" rIns="0" bIns="126000" rtlCol="0" anchor="b" anchorCtr="0">
            <a:no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r>
              <a:rPr lang="en-IN" sz="3200" b="1" dirty="0">
                <a:solidFill>
                  <a:srgbClr val="0070C0"/>
                </a:solidFill>
              </a:rPr>
              <a:t>Databricks Genie vs </a:t>
            </a:r>
            <a:r>
              <a:rPr lang="en-IN" sz="3200" b="1" dirty="0" err="1">
                <a:solidFill>
                  <a:srgbClr val="F59E0B"/>
                </a:solidFill>
              </a:rPr>
              <a:t>AskDB</a:t>
            </a:r>
            <a:endParaRPr lang="en-IN" sz="3200" b="1" dirty="0">
              <a:solidFill>
                <a:srgbClr val="0070C0"/>
              </a:solidFill>
            </a:endParaRPr>
          </a:p>
        </p:txBody>
      </p:sp>
      <p:pic>
        <p:nvPicPr>
          <p:cNvPr id="30" name="Picture 29">
            <a:extLst>
              <a:ext uri="{FF2B5EF4-FFF2-40B4-BE49-F238E27FC236}">
                <a16:creationId xmlns:a16="http://schemas.microsoft.com/office/drawing/2014/main" id="{C33652D8-637E-2EBE-15AB-9D74B8A5666E}"/>
              </a:ext>
            </a:extLst>
          </p:cNvPr>
          <p:cNvPicPr>
            <a:picLocks noChangeAspect="1"/>
          </p:cNvPicPr>
          <p:nvPr/>
        </p:nvPicPr>
        <p:blipFill>
          <a:blip r:embed="rId2"/>
          <a:stretch>
            <a:fillRect/>
          </a:stretch>
        </p:blipFill>
        <p:spPr>
          <a:xfrm>
            <a:off x="1091820" y="1204038"/>
            <a:ext cx="4433578" cy="955798"/>
          </a:xfrm>
          <a:prstGeom prst="rect">
            <a:avLst/>
          </a:prstGeom>
        </p:spPr>
      </p:pic>
      <p:pic>
        <p:nvPicPr>
          <p:cNvPr id="31" name="Picture 30">
            <a:extLst>
              <a:ext uri="{FF2B5EF4-FFF2-40B4-BE49-F238E27FC236}">
                <a16:creationId xmlns:a16="http://schemas.microsoft.com/office/drawing/2014/main" id="{57A5F294-46AF-85DB-80FD-3503EDF45D90}"/>
              </a:ext>
            </a:extLst>
          </p:cNvPr>
          <p:cNvPicPr>
            <a:picLocks noChangeAspect="1"/>
          </p:cNvPicPr>
          <p:nvPr/>
        </p:nvPicPr>
        <p:blipFill>
          <a:blip r:embed="rId3"/>
          <a:stretch>
            <a:fillRect/>
          </a:stretch>
        </p:blipFill>
        <p:spPr>
          <a:xfrm>
            <a:off x="1091820" y="4286894"/>
            <a:ext cx="4408300" cy="2019489"/>
          </a:xfrm>
          <a:prstGeom prst="rect">
            <a:avLst/>
          </a:prstGeom>
        </p:spPr>
      </p:pic>
      <p:pic>
        <p:nvPicPr>
          <p:cNvPr id="32" name="Picture 31">
            <a:extLst>
              <a:ext uri="{FF2B5EF4-FFF2-40B4-BE49-F238E27FC236}">
                <a16:creationId xmlns:a16="http://schemas.microsoft.com/office/drawing/2014/main" id="{69163059-8A38-A903-B769-6C53A5E9E075}"/>
              </a:ext>
            </a:extLst>
          </p:cNvPr>
          <p:cNvPicPr>
            <a:picLocks noChangeAspect="1"/>
          </p:cNvPicPr>
          <p:nvPr/>
        </p:nvPicPr>
        <p:blipFill>
          <a:blip r:embed="rId4"/>
          <a:stretch>
            <a:fillRect/>
          </a:stretch>
        </p:blipFill>
        <p:spPr>
          <a:xfrm>
            <a:off x="1083913" y="2411337"/>
            <a:ext cx="4449392" cy="1698859"/>
          </a:xfrm>
          <a:prstGeom prst="rect">
            <a:avLst/>
          </a:prstGeom>
        </p:spPr>
      </p:pic>
      <p:pic>
        <p:nvPicPr>
          <p:cNvPr id="33" name="Picture 32">
            <a:extLst>
              <a:ext uri="{FF2B5EF4-FFF2-40B4-BE49-F238E27FC236}">
                <a16:creationId xmlns:a16="http://schemas.microsoft.com/office/drawing/2014/main" id="{5311A090-36E0-3761-65FF-4A25FC3F95EC}"/>
              </a:ext>
            </a:extLst>
          </p:cNvPr>
          <p:cNvPicPr>
            <a:picLocks noChangeAspect="1"/>
          </p:cNvPicPr>
          <p:nvPr/>
        </p:nvPicPr>
        <p:blipFill>
          <a:blip r:embed="rId5"/>
          <a:stretch>
            <a:fillRect/>
          </a:stretch>
        </p:blipFill>
        <p:spPr>
          <a:xfrm>
            <a:off x="6717260" y="1797762"/>
            <a:ext cx="4449600" cy="2111409"/>
          </a:xfrm>
          <a:prstGeom prst="rect">
            <a:avLst/>
          </a:prstGeom>
        </p:spPr>
      </p:pic>
      <p:pic>
        <p:nvPicPr>
          <p:cNvPr id="34" name="Picture 33">
            <a:extLst>
              <a:ext uri="{FF2B5EF4-FFF2-40B4-BE49-F238E27FC236}">
                <a16:creationId xmlns:a16="http://schemas.microsoft.com/office/drawing/2014/main" id="{438859A7-71C4-5BBF-30CF-9683DF289744}"/>
              </a:ext>
            </a:extLst>
          </p:cNvPr>
          <p:cNvPicPr>
            <a:picLocks noChangeAspect="1"/>
          </p:cNvPicPr>
          <p:nvPr/>
        </p:nvPicPr>
        <p:blipFill>
          <a:blip r:embed="rId6"/>
          <a:srcRect b="31579"/>
          <a:stretch>
            <a:fillRect/>
          </a:stretch>
        </p:blipFill>
        <p:spPr>
          <a:xfrm>
            <a:off x="6717261" y="1240348"/>
            <a:ext cx="5372070" cy="444073"/>
          </a:xfrm>
          <a:prstGeom prst="rect">
            <a:avLst/>
          </a:prstGeom>
        </p:spPr>
      </p:pic>
      <p:pic>
        <p:nvPicPr>
          <p:cNvPr id="35" name="Picture 34">
            <a:extLst>
              <a:ext uri="{FF2B5EF4-FFF2-40B4-BE49-F238E27FC236}">
                <a16:creationId xmlns:a16="http://schemas.microsoft.com/office/drawing/2014/main" id="{46A97E4E-6BE8-3161-C117-C184B5A9F404}"/>
              </a:ext>
            </a:extLst>
          </p:cNvPr>
          <p:cNvPicPr>
            <a:picLocks noChangeAspect="1"/>
          </p:cNvPicPr>
          <p:nvPr/>
        </p:nvPicPr>
        <p:blipFill>
          <a:blip r:embed="rId7"/>
          <a:stretch>
            <a:fillRect/>
          </a:stretch>
        </p:blipFill>
        <p:spPr>
          <a:xfrm>
            <a:off x="6717260" y="4022511"/>
            <a:ext cx="4867700" cy="2707383"/>
          </a:xfrm>
          <a:prstGeom prst="rect">
            <a:avLst/>
          </a:prstGeom>
        </p:spPr>
      </p:pic>
      <p:cxnSp>
        <p:nvCxnSpPr>
          <p:cNvPr id="36" name="Straight Connector 35">
            <a:extLst>
              <a:ext uri="{FF2B5EF4-FFF2-40B4-BE49-F238E27FC236}">
                <a16:creationId xmlns:a16="http://schemas.microsoft.com/office/drawing/2014/main" id="{6800F91E-AD15-32A4-BBB5-676A5C4F8B04}"/>
              </a:ext>
            </a:extLst>
          </p:cNvPr>
          <p:cNvCxnSpPr>
            <a:cxnSpLocks/>
          </p:cNvCxnSpPr>
          <p:nvPr/>
        </p:nvCxnSpPr>
        <p:spPr>
          <a:xfrm>
            <a:off x="6094412" y="944547"/>
            <a:ext cx="0" cy="5873670"/>
          </a:xfrm>
          <a:prstGeom prst="line">
            <a:avLst/>
          </a:prstGeom>
          <a:ln w="12700">
            <a:solidFill>
              <a:schemeClr val="bg1"/>
            </a:solidFill>
            <a:prstDash val="sysDash"/>
          </a:ln>
        </p:spPr>
        <p:style>
          <a:lnRef idx="1">
            <a:schemeClr val="accent1"/>
          </a:lnRef>
          <a:fillRef idx="0">
            <a:schemeClr val="accent1"/>
          </a:fillRef>
          <a:effectRef idx="0">
            <a:schemeClr val="accent1"/>
          </a:effectRef>
          <a:fontRef idx="minor">
            <a:schemeClr val="tx1"/>
          </a:fontRef>
        </p:style>
      </p:cxnSp>
      <p:sp>
        <p:nvSpPr>
          <p:cNvPr id="37" name="Text Placeholder 5">
            <a:extLst>
              <a:ext uri="{FF2B5EF4-FFF2-40B4-BE49-F238E27FC236}">
                <a16:creationId xmlns:a16="http://schemas.microsoft.com/office/drawing/2014/main" id="{73512BD3-4DCD-C607-8F91-C1009BCC315F}"/>
              </a:ext>
            </a:extLst>
          </p:cNvPr>
          <p:cNvSpPr txBox="1">
            <a:spLocks/>
          </p:cNvSpPr>
          <p:nvPr/>
        </p:nvSpPr>
        <p:spPr>
          <a:xfrm rot="16200000">
            <a:off x="-2372642" y="3373290"/>
            <a:ext cx="5543886" cy="322300"/>
          </a:xfrm>
          <a:prstGeom prst="rect">
            <a:avLst/>
          </a:prstGeom>
        </p:spPr>
        <p:txBody>
          <a:bodyPr/>
          <a:lstStyle>
            <a:lvl1pPr marL="0" marR="0" indent="0" algn="l" defTabSz="914126" rtl="0" eaLnBrk="1" fontAlgn="auto" latinLnBrk="0" hangingPunct="1">
              <a:lnSpc>
                <a:spcPct val="100000"/>
              </a:lnSpc>
              <a:spcBef>
                <a:spcPts val="1799"/>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
                <a:schemeClr val="accent1"/>
              </a:buClr>
              <a:buFont typeface="Arial" panose="020B0604020202020204" pitchFamily="34" charset="0"/>
              <a:buChar char="•"/>
              <a:tabLst/>
              <a:defRPr sz="14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
                <a:schemeClr val="accent2"/>
              </a:buClr>
              <a:buFont typeface="System Font Regular"/>
              <a:buChar char="-"/>
              <a:defRPr sz="14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algn="ctr"/>
            <a:r>
              <a:rPr lang="en-US" sz="2800" dirty="0">
                <a:solidFill>
                  <a:schemeClr val="bg1"/>
                </a:solidFill>
              </a:rPr>
              <a:t>Databricks Genie</a:t>
            </a:r>
          </a:p>
        </p:txBody>
      </p:sp>
      <p:pic>
        <p:nvPicPr>
          <p:cNvPr id="38" name="Picture 37" descr="Databricks Genie One: AI cowork for Business Teams | Databricks">
            <a:extLst>
              <a:ext uri="{FF2B5EF4-FFF2-40B4-BE49-F238E27FC236}">
                <a16:creationId xmlns:a16="http://schemas.microsoft.com/office/drawing/2014/main" id="{F7DB629E-213E-C581-0C36-7CB7B73079FB}"/>
              </a:ext>
            </a:extLst>
          </p:cNvPr>
          <p:cNvPicPr>
            <a:picLocks noChangeAspect="1"/>
          </p:cNvPicPr>
          <p:nvPr/>
        </p:nvPicPr>
        <p:blipFill>
          <a:blip r:embed="rId8"/>
          <a:srcRect l="56473" t="14096" b="9558"/>
          <a:stretch>
            <a:fillRect/>
          </a:stretch>
        </p:blipFill>
        <p:spPr>
          <a:xfrm>
            <a:off x="254137" y="1204038"/>
            <a:ext cx="493400" cy="452248"/>
          </a:xfrm>
          <a:prstGeom prst="rect">
            <a:avLst/>
          </a:prstGeom>
        </p:spPr>
      </p:pic>
      <p:sp>
        <p:nvSpPr>
          <p:cNvPr id="39" name="Text Placeholder 5">
            <a:extLst>
              <a:ext uri="{FF2B5EF4-FFF2-40B4-BE49-F238E27FC236}">
                <a16:creationId xmlns:a16="http://schemas.microsoft.com/office/drawing/2014/main" id="{A78F7156-60B6-1D82-54B6-F69513EF4F01}"/>
              </a:ext>
            </a:extLst>
          </p:cNvPr>
          <p:cNvSpPr txBox="1">
            <a:spLocks/>
          </p:cNvSpPr>
          <p:nvPr/>
        </p:nvSpPr>
        <p:spPr>
          <a:xfrm rot="5400000">
            <a:off x="9178959" y="3487189"/>
            <a:ext cx="5543886" cy="322300"/>
          </a:xfrm>
          <a:prstGeom prst="rect">
            <a:avLst/>
          </a:prstGeom>
        </p:spPr>
        <p:txBody>
          <a:bodyPr/>
          <a:lstStyle>
            <a:lvl1pPr marL="0" marR="0" indent="0" algn="l" defTabSz="914126" rtl="0" eaLnBrk="1" fontAlgn="auto" latinLnBrk="0" hangingPunct="1">
              <a:lnSpc>
                <a:spcPct val="100000"/>
              </a:lnSpc>
              <a:spcBef>
                <a:spcPts val="1799"/>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21" indent="-180921" algn="l" defTabSz="914126"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59892" indent="-179946" algn="l" defTabSz="914126"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588" indent="-179946" algn="l" defTabSz="914126" rtl="0" eaLnBrk="1" latinLnBrk="0" hangingPunct="1">
              <a:lnSpc>
                <a:spcPct val="100000"/>
              </a:lnSpc>
              <a:spcBef>
                <a:spcPts val="600"/>
              </a:spcBef>
              <a:buClr>
                <a:schemeClr val="accent1"/>
              </a:buClr>
              <a:buFont typeface="Arial" panose="020B0604020202020204" pitchFamily="34" charset="0"/>
              <a:buChar char="•"/>
              <a:tabLst/>
              <a:defRPr sz="1400" kern="1200">
                <a:solidFill>
                  <a:schemeClr val="tx1"/>
                </a:solidFill>
                <a:latin typeface="+mn-lt"/>
                <a:ea typeface="+mn-ea"/>
                <a:cs typeface="+mn-cs"/>
              </a:defRPr>
            </a:lvl4pPr>
            <a:lvl5pPr marL="718922" indent="-180921" algn="l" defTabSz="914126" rtl="0" eaLnBrk="1" latinLnBrk="0" hangingPunct="1">
              <a:lnSpc>
                <a:spcPct val="100000"/>
              </a:lnSpc>
              <a:spcBef>
                <a:spcPts val="600"/>
              </a:spcBef>
              <a:buClr>
                <a:schemeClr val="accent2"/>
              </a:buClr>
              <a:buFont typeface="System Font Regular"/>
              <a:buChar char="-"/>
              <a:defRPr sz="14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algn="ctr"/>
            <a:r>
              <a:rPr lang="en-IN" sz="2800" b="1" dirty="0" err="1">
                <a:solidFill>
                  <a:srgbClr val="F59E0B"/>
                </a:solidFill>
              </a:rPr>
              <a:t>AskDB</a:t>
            </a:r>
            <a:endParaRPr lang="en-US" sz="2800" dirty="0">
              <a:solidFill>
                <a:schemeClr val="bg1"/>
              </a:solidFill>
            </a:endParaRPr>
          </a:p>
        </p:txBody>
      </p:sp>
    </p:spTree>
    <p:extLst>
      <p:ext uri="{BB962C8B-B14F-4D97-AF65-F5344CB8AC3E}">
        <p14:creationId xmlns:p14="http://schemas.microsoft.com/office/powerpoint/2010/main" val="20986827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46D02-93BF-6391-9A82-FCFFBCDDA48E}"/>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5DDDF7D-3D67-1291-7116-7B667F6544C1}"/>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D9B4D2F9-E861-077E-EDED-CF0CB135BF0F}"/>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D40421C1-D445-66E4-4E77-B004560C1E4A}"/>
              </a:ext>
            </a:extLst>
          </p:cNvPr>
          <p:cNvSpPr>
            <a:spLocks noGrp="1"/>
          </p:cNvSpPr>
          <p:nvPr>
            <p:ph type="sldNum" sz="quarter" idx="12"/>
          </p:nvPr>
        </p:nvSpPr>
        <p:spPr/>
        <p:txBody>
          <a:bodyPr/>
          <a:lstStyle/>
          <a:p>
            <a:pPr algn="r"/>
            <a:fld id="{5D9A5160-6218-4E5A-B9E6-B93E3DAE377C}" type="slidenum">
              <a:rPr lang="en-US" smtClean="0"/>
              <a:pPr algn="r"/>
              <a:t>11</a:t>
            </a:fld>
            <a:endParaRPr lang="en-US"/>
          </a:p>
        </p:txBody>
      </p:sp>
      <p:sp>
        <p:nvSpPr>
          <p:cNvPr id="2" name="Title 3">
            <a:extLst>
              <a:ext uri="{FF2B5EF4-FFF2-40B4-BE49-F238E27FC236}">
                <a16:creationId xmlns:a16="http://schemas.microsoft.com/office/drawing/2014/main" id="{6D976CBD-1241-BD00-BA76-CA59C9612661}"/>
              </a:ext>
            </a:extLst>
          </p:cNvPr>
          <p:cNvSpPr txBox="1">
            <a:spLocks/>
          </p:cNvSpPr>
          <p:nvPr/>
        </p:nvSpPr>
        <p:spPr>
          <a:xfrm>
            <a:off x="550387" y="53958"/>
            <a:ext cx="11088050" cy="930372"/>
          </a:xfrm>
          <a:prstGeom prst="rect">
            <a:avLst/>
          </a:prstGeom>
        </p:spPr>
        <p:txBody>
          <a:bodyPr vert="horz" lIns="0" tIns="0" rIns="0" bIns="126000" rtlCol="0" anchor="b" anchorCtr="0">
            <a:no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r>
              <a:rPr lang="en-IN" sz="3200" b="1" dirty="0">
                <a:solidFill>
                  <a:srgbClr val="0070C0"/>
                </a:solidFill>
              </a:rPr>
              <a:t>Demo Link</a:t>
            </a:r>
          </a:p>
        </p:txBody>
      </p:sp>
      <p:sp>
        <p:nvSpPr>
          <p:cNvPr id="6" name="Speech Bubble: Rectangle with Corners Rounded 5">
            <a:extLst>
              <a:ext uri="{FF2B5EF4-FFF2-40B4-BE49-F238E27FC236}">
                <a16:creationId xmlns:a16="http://schemas.microsoft.com/office/drawing/2014/main" id="{FEF00705-88F1-0AF8-817F-E25ECEFD7A55}"/>
              </a:ext>
            </a:extLst>
          </p:cNvPr>
          <p:cNvSpPr/>
          <p:nvPr/>
        </p:nvSpPr>
        <p:spPr>
          <a:xfrm>
            <a:off x="949884" y="2020092"/>
            <a:ext cx="2798064" cy="1014984"/>
          </a:xfrm>
          <a:prstGeom prst="wedgeRoundRectCallout">
            <a:avLst>
              <a:gd name="adj1" fmla="val 2258"/>
              <a:gd name="adj2" fmla="val 146860"/>
              <a:gd name="adj3" fmla="val 16667"/>
            </a:avLst>
          </a:prstGeom>
          <a:solidFill>
            <a:schemeClr val="bg1">
              <a:lumMod val="95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tx1"/>
                </a:solidFill>
              </a:rPr>
              <a:t>Databricks Geni Demo Link</a:t>
            </a:r>
            <a:endParaRPr lang="en-IN" sz="1400" dirty="0" err="1">
              <a:solidFill>
                <a:schemeClr val="tx1"/>
              </a:solidFill>
            </a:endParaRPr>
          </a:p>
        </p:txBody>
      </p:sp>
      <p:sp>
        <p:nvSpPr>
          <p:cNvPr id="7" name="Speech Bubble: Rectangle with Corners Rounded 6">
            <a:extLst>
              <a:ext uri="{FF2B5EF4-FFF2-40B4-BE49-F238E27FC236}">
                <a16:creationId xmlns:a16="http://schemas.microsoft.com/office/drawing/2014/main" id="{BAFFADF3-CE29-FF0C-79B7-BAF597724437}"/>
              </a:ext>
            </a:extLst>
          </p:cNvPr>
          <p:cNvSpPr/>
          <p:nvPr/>
        </p:nvSpPr>
        <p:spPr>
          <a:xfrm>
            <a:off x="7385304" y="2020092"/>
            <a:ext cx="3016428" cy="1014984"/>
          </a:xfrm>
          <a:prstGeom prst="wedgeRoundRectCallout">
            <a:avLst>
              <a:gd name="adj1" fmla="val -1585"/>
              <a:gd name="adj2" fmla="val 150464"/>
              <a:gd name="adj3" fmla="val 16667"/>
            </a:avLst>
          </a:prstGeom>
          <a:solidFill>
            <a:schemeClr val="bg1">
              <a:lumMod val="95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err="1">
                <a:solidFill>
                  <a:schemeClr val="tx1"/>
                </a:solidFill>
              </a:rPr>
              <a:t>AskDB</a:t>
            </a:r>
            <a:r>
              <a:rPr lang="en-US" sz="1400" dirty="0">
                <a:solidFill>
                  <a:schemeClr val="tx1"/>
                </a:solidFill>
              </a:rPr>
              <a:t> Link</a:t>
            </a:r>
            <a:endParaRPr lang="en-IN" sz="1400" dirty="0" err="1">
              <a:solidFill>
                <a:schemeClr val="tx1"/>
              </a:solidFill>
            </a:endParaRPr>
          </a:p>
        </p:txBody>
      </p:sp>
      <p:sp>
        <p:nvSpPr>
          <p:cNvPr id="9" name="TextBox 8">
            <a:extLst>
              <a:ext uri="{FF2B5EF4-FFF2-40B4-BE49-F238E27FC236}">
                <a16:creationId xmlns:a16="http://schemas.microsoft.com/office/drawing/2014/main" id="{5BBA0E9A-4218-EE60-C8C6-DB6200B6E930}"/>
              </a:ext>
            </a:extLst>
          </p:cNvPr>
          <p:cNvSpPr txBox="1"/>
          <p:nvPr/>
        </p:nvSpPr>
        <p:spPr>
          <a:xfrm>
            <a:off x="2063605" y="4190178"/>
            <a:ext cx="2237015" cy="309958"/>
          </a:xfrm>
          <a:prstGeom prst="rect">
            <a:avLst/>
          </a:prstGeom>
          <a:noFill/>
        </p:spPr>
        <p:txBody>
          <a:bodyPr vert="horz" wrap="square" lIns="90000" tIns="46800" rIns="90000" bIns="46800" rtlCol="0" anchor="ctr">
            <a:spAutoFit/>
          </a:bodyPr>
          <a:lstStyle/>
          <a:p>
            <a:pPr>
              <a:spcBef>
                <a:spcPct val="0"/>
              </a:spcBef>
            </a:pPr>
            <a:r>
              <a:rPr lang="en-US" sz="1400" dirty="0">
                <a:solidFill>
                  <a:schemeClr val="bg1"/>
                </a:solidFill>
                <a:hlinkClick r:id="rId2" action="ppaction://hlinkfile">
                  <a:extLst>
                    <a:ext uri="{A12FA001-AC4F-418D-AE19-62706E023703}">
                      <ahyp:hlinkClr xmlns:ahyp="http://schemas.microsoft.com/office/drawing/2018/hyperlinkcolor" val="tx"/>
                    </a:ext>
                  </a:extLst>
                </a:hlinkClick>
              </a:rPr>
              <a:t>C</a:t>
            </a:r>
            <a:r>
              <a:rPr lang="en-IN" sz="1400" dirty="0">
                <a:solidFill>
                  <a:schemeClr val="bg1"/>
                </a:solidFill>
                <a:hlinkClick r:id="rId2" action="ppaction://hlinkfile">
                  <a:extLst>
                    <a:ext uri="{A12FA001-AC4F-418D-AE19-62706E023703}">
                      <ahyp:hlinkClr xmlns:ahyp="http://schemas.microsoft.com/office/drawing/2018/hyperlinkcolor" val="tx"/>
                    </a:ext>
                  </a:extLst>
                </a:hlinkClick>
              </a:rPr>
              <a:t>lick here for Link</a:t>
            </a:r>
            <a:endParaRPr lang="en-IN" sz="1400" dirty="0">
              <a:solidFill>
                <a:schemeClr val="bg1"/>
              </a:solidFill>
            </a:endParaRPr>
          </a:p>
        </p:txBody>
      </p:sp>
      <p:sp>
        <p:nvSpPr>
          <p:cNvPr id="10" name="TextBox 9">
            <a:extLst>
              <a:ext uri="{FF2B5EF4-FFF2-40B4-BE49-F238E27FC236}">
                <a16:creationId xmlns:a16="http://schemas.microsoft.com/office/drawing/2014/main" id="{C1B4AD8D-5F55-1F32-B31C-3BB9D09B124F}"/>
              </a:ext>
            </a:extLst>
          </p:cNvPr>
          <p:cNvSpPr txBox="1"/>
          <p:nvPr/>
        </p:nvSpPr>
        <p:spPr>
          <a:xfrm>
            <a:off x="8035369" y="4190178"/>
            <a:ext cx="3602736" cy="309958"/>
          </a:xfrm>
          <a:prstGeom prst="rect">
            <a:avLst/>
          </a:prstGeom>
          <a:noFill/>
        </p:spPr>
        <p:txBody>
          <a:bodyPr vert="horz" wrap="square" lIns="90000" tIns="46800" rIns="90000" bIns="46800" rtlCol="0" anchor="ctr">
            <a:spAutoFit/>
          </a:bodyPr>
          <a:lstStyle/>
          <a:p>
            <a:pPr>
              <a:spcBef>
                <a:spcPct val="0"/>
              </a:spcBef>
            </a:pPr>
            <a:r>
              <a:rPr lang="en-US" sz="1400" dirty="0">
                <a:solidFill>
                  <a:schemeClr val="bg1"/>
                </a:solidFill>
                <a:hlinkClick r:id="rId3" action="ppaction://hlinkfile">
                  <a:extLst>
                    <a:ext uri="{A12FA001-AC4F-418D-AE19-62706E023703}">
                      <ahyp:hlinkClr xmlns:ahyp="http://schemas.microsoft.com/office/drawing/2018/hyperlinkcolor" val="tx"/>
                    </a:ext>
                  </a:extLst>
                </a:hlinkClick>
              </a:rPr>
              <a:t>Click here for Link</a:t>
            </a:r>
            <a:endParaRPr lang="en-IN" sz="1400" dirty="0">
              <a:solidFill>
                <a:schemeClr val="bg1"/>
              </a:solidFill>
            </a:endParaRPr>
          </a:p>
        </p:txBody>
      </p:sp>
      <p:cxnSp>
        <p:nvCxnSpPr>
          <p:cNvPr id="12" name="Straight Connector 11">
            <a:extLst>
              <a:ext uri="{FF2B5EF4-FFF2-40B4-BE49-F238E27FC236}">
                <a16:creationId xmlns:a16="http://schemas.microsoft.com/office/drawing/2014/main" id="{E2619D4F-29FE-55DA-46BF-E0CD1C88E5F4}"/>
              </a:ext>
            </a:extLst>
          </p:cNvPr>
          <p:cNvCxnSpPr/>
          <p:nvPr/>
        </p:nvCxnSpPr>
        <p:spPr>
          <a:xfrm>
            <a:off x="5751576" y="1243584"/>
            <a:ext cx="0" cy="3995928"/>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1379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87288-6BA2-E8B3-5EC6-FFDE216C173E}"/>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9103F0DA-0ABF-85D0-5C95-A59C13577AB8}"/>
              </a:ext>
            </a:extLst>
          </p:cNvPr>
          <p:cNvSpPr>
            <a:spLocks noGrp="1"/>
          </p:cNvSpPr>
          <p:nvPr>
            <p:ph type="dt" sz="half" idx="10"/>
          </p:nvPr>
        </p:nvSpPr>
        <p:spPr/>
        <p:txBody>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596F23BB-F36A-82C5-8B00-7E74B75D70F4}"/>
              </a:ext>
            </a:extLst>
          </p:cNvPr>
          <p:cNvSpPr>
            <a:spLocks noGrp="1"/>
          </p:cNvSpPr>
          <p:nvPr>
            <p:ph type="ftr" sz="quarter" idx="11"/>
          </p:nvPr>
        </p:nvSpPr>
        <p:spPr/>
        <p:txBody>
          <a:bodyPr/>
          <a:lstStyle/>
          <a:p>
            <a:pPr>
              <a:spcBef>
                <a:spcPts val="1000"/>
              </a:spcBef>
            </a:pPr>
            <a:r>
              <a:rPr lang="en-US"/>
              <a:t>AI Data Copilot - AskData</a:t>
            </a:r>
          </a:p>
        </p:txBody>
      </p:sp>
      <p:sp>
        <p:nvSpPr>
          <p:cNvPr id="5" name="Slide Number Placeholder 4">
            <a:extLst>
              <a:ext uri="{FF2B5EF4-FFF2-40B4-BE49-F238E27FC236}">
                <a16:creationId xmlns:a16="http://schemas.microsoft.com/office/drawing/2014/main" id="{AB2FD233-067F-5228-D342-A89176B33523}"/>
              </a:ext>
            </a:extLst>
          </p:cNvPr>
          <p:cNvSpPr>
            <a:spLocks noGrp="1"/>
          </p:cNvSpPr>
          <p:nvPr>
            <p:ph type="sldNum" sz="quarter" idx="12"/>
          </p:nvPr>
        </p:nvSpPr>
        <p:spPr/>
        <p:txBody>
          <a:bodyPr/>
          <a:lstStyle/>
          <a:p>
            <a:pPr algn="r"/>
            <a:fld id="{5D9A5160-6218-4E5A-B9E6-B93E3DAE377C}" type="slidenum">
              <a:rPr lang="en-US" smtClean="0"/>
              <a:pPr algn="r"/>
              <a:t>12</a:t>
            </a:fld>
            <a:endParaRPr lang="en-US"/>
          </a:p>
        </p:txBody>
      </p:sp>
      <p:sp>
        <p:nvSpPr>
          <p:cNvPr id="6" name="Title 3">
            <a:extLst>
              <a:ext uri="{FF2B5EF4-FFF2-40B4-BE49-F238E27FC236}">
                <a16:creationId xmlns:a16="http://schemas.microsoft.com/office/drawing/2014/main" id="{B31B6B1A-7385-6E5F-661A-C6D594C336CC}"/>
              </a:ext>
            </a:extLst>
          </p:cNvPr>
          <p:cNvSpPr txBox="1">
            <a:spLocks/>
          </p:cNvSpPr>
          <p:nvPr/>
        </p:nvSpPr>
        <p:spPr>
          <a:xfrm>
            <a:off x="550387" y="53958"/>
            <a:ext cx="11088050" cy="930372"/>
          </a:xfrm>
          <a:prstGeom prst="rect">
            <a:avLst/>
          </a:prstGeom>
        </p:spPr>
        <p:txBody>
          <a:bodyPr vert="horz" lIns="0" tIns="0" rIns="0" bIns="126000" rtlCol="0" anchor="b" anchorCtr="0">
            <a:no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r>
              <a:rPr lang="en-IN" sz="3200" b="1" dirty="0">
                <a:solidFill>
                  <a:srgbClr val="0070C0"/>
                </a:solidFill>
              </a:rPr>
              <a:t>Future Roadmap</a:t>
            </a:r>
          </a:p>
        </p:txBody>
      </p:sp>
      <p:sp>
        <p:nvSpPr>
          <p:cNvPr id="7" name="Trapezium 6">
            <a:extLst>
              <a:ext uri="{FF2B5EF4-FFF2-40B4-BE49-F238E27FC236}">
                <a16:creationId xmlns:a16="http://schemas.microsoft.com/office/drawing/2014/main" id="{4656C440-DC65-C5BA-03BF-F8D77D471468}"/>
              </a:ext>
            </a:extLst>
          </p:cNvPr>
          <p:cNvSpPr/>
          <p:nvPr/>
        </p:nvSpPr>
        <p:spPr>
          <a:xfrm>
            <a:off x="5159141" y="984330"/>
            <a:ext cx="1530418" cy="5873670"/>
          </a:xfrm>
          <a:prstGeom prst="trapezoid">
            <a:avLst>
              <a:gd name="adj" fmla="val 24371"/>
            </a:avLst>
          </a:prstGeom>
          <a:solidFill>
            <a:schemeClr val="bg1">
              <a:lumMod val="50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dirty="0" err="1">
              <a:solidFill>
                <a:schemeClr val="tx1"/>
              </a:solidFill>
            </a:endParaRPr>
          </a:p>
        </p:txBody>
      </p:sp>
      <p:cxnSp>
        <p:nvCxnSpPr>
          <p:cNvPr id="8" name="Straight Connector 7">
            <a:extLst>
              <a:ext uri="{FF2B5EF4-FFF2-40B4-BE49-F238E27FC236}">
                <a16:creationId xmlns:a16="http://schemas.microsoft.com/office/drawing/2014/main" id="{402565B1-8504-92E7-D666-F66FC9254A11}"/>
              </a:ext>
            </a:extLst>
          </p:cNvPr>
          <p:cNvCxnSpPr>
            <a:cxnSpLocks/>
            <a:stCxn id="7" idx="0"/>
            <a:endCxn id="7" idx="2"/>
          </p:cNvCxnSpPr>
          <p:nvPr/>
        </p:nvCxnSpPr>
        <p:spPr>
          <a:xfrm>
            <a:off x="5924350" y="984330"/>
            <a:ext cx="0" cy="5873670"/>
          </a:xfrm>
          <a:prstGeom prst="line">
            <a:avLst/>
          </a:prstGeom>
          <a:ln w="53975">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B5FAFE9-A721-A7FA-D5C7-49D7BC3D19CB}"/>
              </a:ext>
            </a:extLst>
          </p:cNvPr>
          <p:cNvCxnSpPr>
            <a:cxnSpLocks/>
          </p:cNvCxnSpPr>
          <p:nvPr/>
        </p:nvCxnSpPr>
        <p:spPr>
          <a:xfrm flipH="1">
            <a:off x="5082140" y="984330"/>
            <a:ext cx="375384" cy="5873670"/>
          </a:xfrm>
          <a:prstGeom prst="line">
            <a:avLst/>
          </a:prstGeom>
          <a:ln w="1905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E177EDD-2960-F000-6159-121678803B66}"/>
              </a:ext>
            </a:extLst>
          </p:cNvPr>
          <p:cNvCxnSpPr>
            <a:cxnSpLocks/>
          </p:cNvCxnSpPr>
          <p:nvPr/>
        </p:nvCxnSpPr>
        <p:spPr>
          <a:xfrm>
            <a:off x="6391176" y="984330"/>
            <a:ext cx="375384" cy="5873670"/>
          </a:xfrm>
          <a:prstGeom prst="line">
            <a:avLst/>
          </a:prstGeom>
          <a:ln w="19050">
            <a:solidFill>
              <a:schemeClr val="bg1"/>
            </a:solidFill>
            <a:prstDash val="solid"/>
          </a:ln>
        </p:spPr>
        <p:style>
          <a:lnRef idx="1">
            <a:schemeClr val="accent1"/>
          </a:lnRef>
          <a:fillRef idx="0">
            <a:schemeClr val="accent1"/>
          </a:fillRef>
          <a:effectRef idx="0">
            <a:schemeClr val="accent1"/>
          </a:effectRef>
          <a:fontRef idx="minor">
            <a:schemeClr val="tx1"/>
          </a:fontRef>
        </p:style>
      </p:cxnSp>
      <p:pic>
        <p:nvPicPr>
          <p:cNvPr id="11" name="Picture 10" descr="Transparent Gold Cup Trophy PNG Picture Clipart​ | Gallery Yopriceville - High-Quality Free Images and Transparent PNG Clipart">
            <a:extLst>
              <a:ext uri="{FF2B5EF4-FFF2-40B4-BE49-F238E27FC236}">
                <a16:creationId xmlns:a16="http://schemas.microsoft.com/office/drawing/2014/main" id="{35DC4ED2-4713-5933-639B-6A29FBA713E4}"/>
              </a:ext>
            </a:extLst>
          </p:cNvPr>
          <p:cNvPicPr>
            <a:picLocks noChangeAspect="1"/>
          </p:cNvPicPr>
          <p:nvPr/>
        </p:nvPicPr>
        <p:blipFill>
          <a:blip r:embed="rId2"/>
          <a:stretch/>
        </p:blipFill>
        <p:spPr>
          <a:xfrm>
            <a:off x="5616125" y="185464"/>
            <a:ext cx="616448" cy="798866"/>
          </a:xfrm>
          <a:prstGeom prst="rect">
            <a:avLst/>
          </a:prstGeom>
        </p:spPr>
      </p:pic>
      <p:grpSp>
        <p:nvGrpSpPr>
          <p:cNvPr id="12" name="Group 11">
            <a:extLst>
              <a:ext uri="{FF2B5EF4-FFF2-40B4-BE49-F238E27FC236}">
                <a16:creationId xmlns:a16="http://schemas.microsoft.com/office/drawing/2014/main" id="{D626DC11-B830-FA0A-58B4-6B78FA4B65B6}"/>
              </a:ext>
            </a:extLst>
          </p:cNvPr>
          <p:cNvGrpSpPr/>
          <p:nvPr/>
        </p:nvGrpSpPr>
        <p:grpSpPr>
          <a:xfrm>
            <a:off x="2560163" y="5241806"/>
            <a:ext cx="2144595" cy="792000"/>
            <a:chOff x="2470719" y="5332398"/>
            <a:chExt cx="2144595" cy="792000"/>
          </a:xfrm>
          <a:solidFill>
            <a:srgbClr val="045E81"/>
          </a:solidFill>
        </p:grpSpPr>
        <p:sp>
          <p:nvSpPr>
            <p:cNvPr id="13" name="Teardrop 12">
              <a:extLst>
                <a:ext uri="{FF2B5EF4-FFF2-40B4-BE49-F238E27FC236}">
                  <a16:creationId xmlns:a16="http://schemas.microsoft.com/office/drawing/2014/main" id="{E4897FF8-C0F5-0213-7D02-99A8DB9F6A87}"/>
                </a:ext>
              </a:extLst>
            </p:cNvPr>
            <p:cNvSpPr/>
            <p:nvPr/>
          </p:nvSpPr>
          <p:spPr>
            <a:xfrm rot="5400000">
              <a:off x="3762114" y="5271198"/>
              <a:ext cx="792000" cy="914400"/>
            </a:xfrm>
            <a:prstGeom prst="teardrop">
              <a:avLst>
                <a:gd name="adj" fmla="val 200000"/>
              </a:avLst>
            </a:prstGeom>
            <a:solidFill>
              <a:srgbClr val="07394F"/>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dirty="0" err="1">
                <a:solidFill>
                  <a:schemeClr val="tx1"/>
                </a:solidFill>
              </a:endParaRPr>
            </a:p>
          </p:txBody>
        </p:sp>
        <p:sp>
          <p:nvSpPr>
            <p:cNvPr id="14" name="Rounded Rectangle 13">
              <a:extLst>
                <a:ext uri="{FF2B5EF4-FFF2-40B4-BE49-F238E27FC236}">
                  <a16:creationId xmlns:a16="http://schemas.microsoft.com/office/drawing/2014/main" id="{561F934A-D09D-F7F6-0D90-B30754165AA0}"/>
                </a:ext>
              </a:extLst>
            </p:cNvPr>
            <p:cNvSpPr/>
            <p:nvPr/>
          </p:nvSpPr>
          <p:spPr>
            <a:xfrm>
              <a:off x="2470719" y="5332398"/>
              <a:ext cx="2136808" cy="792000"/>
            </a:xfrm>
            <a:prstGeom prst="roundRect">
              <a:avLst>
                <a:gd name="adj" fmla="val 50000"/>
              </a:avLst>
            </a:prstGeom>
            <a:grp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r"/>
              <a:r>
                <a:rPr lang="en-US" sz="1400" dirty="0">
                  <a:solidFill>
                    <a:schemeClr val="bg1"/>
                  </a:solidFill>
                </a:rPr>
                <a:t>Vector Based Schema retrieval</a:t>
              </a:r>
            </a:p>
          </p:txBody>
        </p:sp>
      </p:grpSp>
      <p:grpSp>
        <p:nvGrpSpPr>
          <p:cNvPr id="15" name="Group 14">
            <a:extLst>
              <a:ext uri="{FF2B5EF4-FFF2-40B4-BE49-F238E27FC236}">
                <a16:creationId xmlns:a16="http://schemas.microsoft.com/office/drawing/2014/main" id="{8F904054-824A-BCC4-44BD-48BDD089FC5D}"/>
              </a:ext>
            </a:extLst>
          </p:cNvPr>
          <p:cNvGrpSpPr/>
          <p:nvPr/>
        </p:nvGrpSpPr>
        <p:grpSpPr>
          <a:xfrm>
            <a:off x="2651507" y="3613469"/>
            <a:ext cx="2144595" cy="792000"/>
            <a:chOff x="2470719" y="5332398"/>
            <a:chExt cx="2144595" cy="792000"/>
          </a:xfrm>
        </p:grpSpPr>
        <p:sp>
          <p:nvSpPr>
            <p:cNvPr id="16" name="Teardrop 15">
              <a:extLst>
                <a:ext uri="{FF2B5EF4-FFF2-40B4-BE49-F238E27FC236}">
                  <a16:creationId xmlns:a16="http://schemas.microsoft.com/office/drawing/2014/main" id="{8A29F9A6-DB80-E20F-D995-B5993DFDD4D6}"/>
                </a:ext>
              </a:extLst>
            </p:cNvPr>
            <p:cNvSpPr/>
            <p:nvPr/>
          </p:nvSpPr>
          <p:spPr>
            <a:xfrm rot="5400000">
              <a:off x="3762114" y="5271198"/>
              <a:ext cx="792000" cy="914400"/>
            </a:xfrm>
            <a:prstGeom prst="teardrop">
              <a:avLst>
                <a:gd name="adj" fmla="val 200000"/>
              </a:avLst>
            </a:prstGeom>
            <a:solidFill>
              <a:schemeClr val="accent3">
                <a:lumMod val="50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dirty="0" err="1">
                <a:solidFill>
                  <a:schemeClr val="tx1"/>
                </a:solidFill>
              </a:endParaRPr>
            </a:p>
          </p:txBody>
        </p:sp>
        <p:sp>
          <p:nvSpPr>
            <p:cNvPr id="17" name="Rounded Rectangle 16">
              <a:extLst>
                <a:ext uri="{FF2B5EF4-FFF2-40B4-BE49-F238E27FC236}">
                  <a16:creationId xmlns:a16="http://schemas.microsoft.com/office/drawing/2014/main" id="{2124E1C3-DD82-31F7-DB05-FAA7FAA556E2}"/>
                </a:ext>
              </a:extLst>
            </p:cNvPr>
            <p:cNvSpPr/>
            <p:nvPr/>
          </p:nvSpPr>
          <p:spPr>
            <a:xfrm>
              <a:off x="2470719" y="5332398"/>
              <a:ext cx="2136808" cy="792000"/>
            </a:xfrm>
            <a:prstGeom prst="roundRect">
              <a:avLst>
                <a:gd name="adj" fmla="val 50000"/>
              </a:avLst>
            </a:prstGeom>
            <a:solidFill>
              <a:srgbClr val="00727C"/>
            </a:solidFill>
            <a:ln w="9525">
              <a:solidFill>
                <a:srgbClr val="004046"/>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Connectors (DB &amp; Other GPT)</a:t>
              </a:r>
            </a:p>
          </p:txBody>
        </p:sp>
      </p:grpSp>
      <p:grpSp>
        <p:nvGrpSpPr>
          <p:cNvPr id="18" name="Group 17">
            <a:extLst>
              <a:ext uri="{FF2B5EF4-FFF2-40B4-BE49-F238E27FC236}">
                <a16:creationId xmlns:a16="http://schemas.microsoft.com/office/drawing/2014/main" id="{665A3546-1581-8DE4-DDEF-8E568046246E}"/>
              </a:ext>
            </a:extLst>
          </p:cNvPr>
          <p:cNvGrpSpPr/>
          <p:nvPr/>
        </p:nvGrpSpPr>
        <p:grpSpPr>
          <a:xfrm>
            <a:off x="2732403" y="2078034"/>
            <a:ext cx="2144595" cy="792000"/>
            <a:chOff x="2470719" y="5332398"/>
            <a:chExt cx="2144595" cy="792000"/>
          </a:xfrm>
        </p:grpSpPr>
        <p:sp>
          <p:nvSpPr>
            <p:cNvPr id="19" name="Teardrop 18">
              <a:extLst>
                <a:ext uri="{FF2B5EF4-FFF2-40B4-BE49-F238E27FC236}">
                  <a16:creationId xmlns:a16="http://schemas.microsoft.com/office/drawing/2014/main" id="{B5921750-922F-97EE-B675-ED709C158639}"/>
                </a:ext>
              </a:extLst>
            </p:cNvPr>
            <p:cNvSpPr/>
            <p:nvPr/>
          </p:nvSpPr>
          <p:spPr>
            <a:xfrm rot="5400000">
              <a:off x="3762114" y="5271198"/>
              <a:ext cx="792000" cy="914400"/>
            </a:xfrm>
            <a:prstGeom prst="teardrop">
              <a:avLst>
                <a:gd name="adj" fmla="val 200000"/>
              </a:avLst>
            </a:prstGeom>
            <a:solidFill>
              <a:srgbClr val="136183"/>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dirty="0" err="1">
                <a:solidFill>
                  <a:schemeClr val="tx1"/>
                </a:solidFill>
              </a:endParaRPr>
            </a:p>
          </p:txBody>
        </p:sp>
        <p:sp>
          <p:nvSpPr>
            <p:cNvPr id="20" name="Rounded Rectangle 19">
              <a:extLst>
                <a:ext uri="{FF2B5EF4-FFF2-40B4-BE49-F238E27FC236}">
                  <a16:creationId xmlns:a16="http://schemas.microsoft.com/office/drawing/2014/main" id="{B8C98D18-DF48-B36B-EBE0-FDF8330B270A}"/>
                </a:ext>
              </a:extLst>
            </p:cNvPr>
            <p:cNvSpPr/>
            <p:nvPr/>
          </p:nvSpPr>
          <p:spPr>
            <a:xfrm>
              <a:off x="2470719" y="5332398"/>
              <a:ext cx="2136808" cy="792000"/>
            </a:xfrm>
            <a:prstGeom prst="roundRect">
              <a:avLst>
                <a:gd name="adj" fmla="val 50000"/>
              </a:avLst>
            </a:prstGeom>
            <a:solidFill>
              <a:srgbClr val="1DB6F3"/>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Auto Anomaly Detection</a:t>
              </a:r>
            </a:p>
          </p:txBody>
        </p:sp>
      </p:grpSp>
      <p:grpSp>
        <p:nvGrpSpPr>
          <p:cNvPr id="21" name="Group 20">
            <a:extLst>
              <a:ext uri="{FF2B5EF4-FFF2-40B4-BE49-F238E27FC236}">
                <a16:creationId xmlns:a16="http://schemas.microsoft.com/office/drawing/2014/main" id="{98E195A4-8D61-9DB7-A6E8-8F40D1667AC6}"/>
              </a:ext>
            </a:extLst>
          </p:cNvPr>
          <p:cNvGrpSpPr/>
          <p:nvPr/>
        </p:nvGrpSpPr>
        <p:grpSpPr>
          <a:xfrm>
            <a:off x="6861418" y="2732123"/>
            <a:ext cx="2136808" cy="805075"/>
            <a:chOff x="8798764" y="2558066"/>
            <a:chExt cx="2136808" cy="805075"/>
          </a:xfrm>
        </p:grpSpPr>
        <p:sp>
          <p:nvSpPr>
            <p:cNvPr id="22" name="Teardrop 21">
              <a:extLst>
                <a:ext uri="{FF2B5EF4-FFF2-40B4-BE49-F238E27FC236}">
                  <a16:creationId xmlns:a16="http://schemas.microsoft.com/office/drawing/2014/main" id="{CA71FD18-E4DF-1A92-1C40-AA08ABBEA5D0}"/>
                </a:ext>
              </a:extLst>
            </p:cNvPr>
            <p:cNvSpPr/>
            <p:nvPr/>
          </p:nvSpPr>
          <p:spPr>
            <a:xfrm rot="10800000">
              <a:off x="8819625" y="2571141"/>
              <a:ext cx="792000" cy="792000"/>
            </a:xfrm>
            <a:prstGeom prst="teardrop">
              <a:avLst>
                <a:gd name="adj" fmla="val 200000"/>
              </a:avLst>
            </a:prstGeom>
            <a:solidFill>
              <a:srgbClr val="114F23"/>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dirty="0" err="1">
                <a:solidFill>
                  <a:schemeClr val="tx1"/>
                </a:solidFill>
              </a:endParaRPr>
            </a:p>
          </p:txBody>
        </p:sp>
        <p:sp>
          <p:nvSpPr>
            <p:cNvPr id="23" name="Rounded Rectangle 22">
              <a:extLst>
                <a:ext uri="{FF2B5EF4-FFF2-40B4-BE49-F238E27FC236}">
                  <a16:creationId xmlns:a16="http://schemas.microsoft.com/office/drawing/2014/main" id="{CFC508FB-0530-2A7B-24D0-9D9A3AD242E2}"/>
                </a:ext>
              </a:extLst>
            </p:cNvPr>
            <p:cNvSpPr/>
            <p:nvPr/>
          </p:nvSpPr>
          <p:spPr>
            <a:xfrm>
              <a:off x="8798764" y="2558066"/>
              <a:ext cx="2136808" cy="792000"/>
            </a:xfrm>
            <a:prstGeom prst="roundRect">
              <a:avLst>
                <a:gd name="adj" fmla="val 50000"/>
              </a:avLst>
            </a:prstGeom>
            <a:solidFill>
              <a:srgbClr val="177B36"/>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Query Optimization Layer/Agents</a:t>
              </a:r>
            </a:p>
          </p:txBody>
        </p:sp>
      </p:grpSp>
      <p:grpSp>
        <p:nvGrpSpPr>
          <p:cNvPr id="24" name="Group 23">
            <a:extLst>
              <a:ext uri="{FF2B5EF4-FFF2-40B4-BE49-F238E27FC236}">
                <a16:creationId xmlns:a16="http://schemas.microsoft.com/office/drawing/2014/main" id="{C13C49D8-1F1A-40AB-185F-FBAE105BFAFD}"/>
              </a:ext>
            </a:extLst>
          </p:cNvPr>
          <p:cNvGrpSpPr/>
          <p:nvPr/>
        </p:nvGrpSpPr>
        <p:grpSpPr>
          <a:xfrm>
            <a:off x="6780911" y="1205759"/>
            <a:ext cx="2136808" cy="805075"/>
            <a:chOff x="8798764" y="2558066"/>
            <a:chExt cx="2136808" cy="805075"/>
          </a:xfrm>
        </p:grpSpPr>
        <p:sp>
          <p:nvSpPr>
            <p:cNvPr id="25" name="Teardrop 24">
              <a:extLst>
                <a:ext uri="{FF2B5EF4-FFF2-40B4-BE49-F238E27FC236}">
                  <a16:creationId xmlns:a16="http://schemas.microsoft.com/office/drawing/2014/main" id="{AA4F44BA-84D3-18C2-568A-430F5E93073F}"/>
                </a:ext>
              </a:extLst>
            </p:cNvPr>
            <p:cNvSpPr/>
            <p:nvPr/>
          </p:nvSpPr>
          <p:spPr>
            <a:xfrm rot="10800000">
              <a:off x="8819625" y="2571141"/>
              <a:ext cx="792000" cy="792000"/>
            </a:xfrm>
            <a:prstGeom prst="teardrop">
              <a:avLst>
                <a:gd name="adj" fmla="val 200000"/>
              </a:avLst>
            </a:prstGeom>
            <a:solidFill>
              <a:schemeClr val="accent3">
                <a:lumMod val="50000"/>
              </a:schemeClr>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dirty="0" err="1">
                <a:solidFill>
                  <a:schemeClr val="tx1"/>
                </a:solidFill>
              </a:endParaRPr>
            </a:p>
          </p:txBody>
        </p:sp>
        <p:sp>
          <p:nvSpPr>
            <p:cNvPr id="26" name="Rounded Rectangle 25">
              <a:extLst>
                <a:ext uri="{FF2B5EF4-FFF2-40B4-BE49-F238E27FC236}">
                  <a16:creationId xmlns:a16="http://schemas.microsoft.com/office/drawing/2014/main" id="{5F59F486-5DDE-FFFB-D9E4-0DC95FBFF6CB}"/>
                </a:ext>
              </a:extLst>
            </p:cNvPr>
            <p:cNvSpPr/>
            <p:nvPr/>
          </p:nvSpPr>
          <p:spPr>
            <a:xfrm>
              <a:off x="8798764" y="2558066"/>
              <a:ext cx="2136808" cy="792000"/>
            </a:xfrm>
            <a:prstGeom prst="roundRect">
              <a:avLst>
                <a:gd name="adj" fmla="val 50000"/>
              </a:avLst>
            </a:prstGeom>
            <a:solidFill>
              <a:srgbClr val="00727C"/>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Cloud Integrations</a:t>
              </a:r>
            </a:p>
          </p:txBody>
        </p:sp>
      </p:grpSp>
      <p:sp>
        <p:nvSpPr>
          <p:cNvPr id="27" name="TextBox 26">
            <a:extLst>
              <a:ext uri="{FF2B5EF4-FFF2-40B4-BE49-F238E27FC236}">
                <a16:creationId xmlns:a16="http://schemas.microsoft.com/office/drawing/2014/main" id="{12E66E4F-E962-6A7A-BFC1-1C7DA87FA77B}"/>
              </a:ext>
            </a:extLst>
          </p:cNvPr>
          <p:cNvSpPr txBox="1"/>
          <p:nvPr/>
        </p:nvSpPr>
        <p:spPr>
          <a:xfrm>
            <a:off x="2643720" y="4401623"/>
            <a:ext cx="2144595" cy="771623"/>
          </a:xfrm>
          <a:prstGeom prst="rect">
            <a:avLst/>
          </a:prstGeom>
          <a:noFill/>
        </p:spPr>
        <p:txBody>
          <a:bodyPr vert="horz" wrap="square" lIns="90000" tIns="46800" rIns="90000" bIns="46800" rtlCol="0" anchor="ctr">
            <a:spAutoFit/>
          </a:bodyPr>
          <a:lstStyle/>
          <a:p>
            <a:pPr algn="l">
              <a:spcBef>
                <a:spcPct val="0"/>
              </a:spcBef>
            </a:pPr>
            <a:r>
              <a:rPr lang="en-US" sz="1100" dirty="0">
                <a:solidFill>
                  <a:schemeClr val="bg1"/>
                </a:solidFill>
              </a:rPr>
              <a:t>Connectors for other external databases like SQL, Oracle </a:t>
            </a:r>
            <a:r>
              <a:rPr lang="en-US" sz="1100" dirty="0" err="1">
                <a:solidFill>
                  <a:schemeClr val="bg1"/>
                </a:solidFill>
              </a:rPr>
              <a:t>etc</a:t>
            </a:r>
            <a:endParaRPr lang="en-US" sz="1100" dirty="0">
              <a:solidFill>
                <a:schemeClr val="bg1"/>
              </a:solidFill>
            </a:endParaRPr>
          </a:p>
          <a:p>
            <a:pPr>
              <a:spcBef>
                <a:spcPct val="0"/>
              </a:spcBef>
            </a:pPr>
            <a:r>
              <a:rPr lang="en-US" sz="1100" dirty="0">
                <a:solidFill>
                  <a:schemeClr val="bg1"/>
                </a:solidFill>
              </a:rPr>
              <a:t>Options to use other GPT clients like Claude, copilot </a:t>
            </a:r>
            <a:r>
              <a:rPr lang="en-US" sz="1100" dirty="0" err="1">
                <a:solidFill>
                  <a:schemeClr val="bg1"/>
                </a:solidFill>
              </a:rPr>
              <a:t>etc</a:t>
            </a:r>
            <a:endParaRPr lang="en-US" sz="1100" dirty="0">
              <a:solidFill>
                <a:schemeClr val="bg1"/>
              </a:solidFill>
            </a:endParaRPr>
          </a:p>
        </p:txBody>
      </p:sp>
      <p:sp>
        <p:nvSpPr>
          <p:cNvPr id="28" name="TextBox 27">
            <a:extLst>
              <a:ext uri="{FF2B5EF4-FFF2-40B4-BE49-F238E27FC236}">
                <a16:creationId xmlns:a16="http://schemas.microsoft.com/office/drawing/2014/main" id="{925C750D-7E3F-F53C-BEB7-2991DD267ED0}"/>
              </a:ext>
            </a:extLst>
          </p:cNvPr>
          <p:cNvSpPr txBox="1"/>
          <p:nvPr/>
        </p:nvSpPr>
        <p:spPr>
          <a:xfrm>
            <a:off x="2723807" y="2862428"/>
            <a:ext cx="2144595" cy="602345"/>
          </a:xfrm>
          <a:prstGeom prst="rect">
            <a:avLst/>
          </a:prstGeom>
          <a:noFill/>
        </p:spPr>
        <p:txBody>
          <a:bodyPr vert="horz" wrap="square" lIns="90000" tIns="46800" rIns="90000" bIns="46800" rtlCol="0" anchor="ctr">
            <a:spAutoFit/>
          </a:bodyPr>
          <a:lstStyle/>
          <a:p>
            <a:pPr algn="l">
              <a:spcBef>
                <a:spcPct val="0"/>
              </a:spcBef>
            </a:pPr>
            <a:r>
              <a:rPr lang="en-US" sz="1100" dirty="0">
                <a:solidFill>
                  <a:schemeClr val="bg1"/>
                </a:solidFill>
              </a:rPr>
              <a:t>Post ingestion, automatically define the quality of the input data</a:t>
            </a:r>
          </a:p>
        </p:txBody>
      </p:sp>
      <p:sp>
        <p:nvSpPr>
          <p:cNvPr id="29" name="TextBox 28">
            <a:extLst>
              <a:ext uri="{FF2B5EF4-FFF2-40B4-BE49-F238E27FC236}">
                <a16:creationId xmlns:a16="http://schemas.microsoft.com/office/drawing/2014/main" id="{C131057A-0D84-5C07-F9D5-C74133FD5971}"/>
              </a:ext>
            </a:extLst>
          </p:cNvPr>
          <p:cNvSpPr txBox="1"/>
          <p:nvPr/>
        </p:nvSpPr>
        <p:spPr>
          <a:xfrm>
            <a:off x="6861418" y="2044230"/>
            <a:ext cx="2144595" cy="433068"/>
          </a:xfrm>
          <a:prstGeom prst="rect">
            <a:avLst/>
          </a:prstGeom>
          <a:noFill/>
        </p:spPr>
        <p:txBody>
          <a:bodyPr vert="horz" wrap="square" lIns="90000" tIns="46800" rIns="90000" bIns="46800" rtlCol="0" anchor="ctr">
            <a:spAutoFit/>
          </a:bodyPr>
          <a:lstStyle/>
          <a:p>
            <a:pPr algn="l">
              <a:spcBef>
                <a:spcPct val="0"/>
              </a:spcBef>
            </a:pPr>
            <a:r>
              <a:rPr lang="en-US" sz="1100" dirty="0">
                <a:solidFill>
                  <a:schemeClr val="bg1"/>
                </a:solidFill>
              </a:rPr>
              <a:t>Deployment compatibility for AWS, Azure &amp; GCP</a:t>
            </a:r>
          </a:p>
        </p:txBody>
      </p:sp>
      <p:sp>
        <p:nvSpPr>
          <p:cNvPr id="30" name="TextBox 29">
            <a:extLst>
              <a:ext uri="{FF2B5EF4-FFF2-40B4-BE49-F238E27FC236}">
                <a16:creationId xmlns:a16="http://schemas.microsoft.com/office/drawing/2014/main" id="{85E08FB6-9577-D7AD-B6F0-000DDFEB8776}"/>
              </a:ext>
            </a:extLst>
          </p:cNvPr>
          <p:cNvSpPr txBox="1"/>
          <p:nvPr/>
        </p:nvSpPr>
        <p:spPr>
          <a:xfrm>
            <a:off x="6882278" y="3619696"/>
            <a:ext cx="2144595" cy="433068"/>
          </a:xfrm>
          <a:prstGeom prst="rect">
            <a:avLst/>
          </a:prstGeom>
          <a:noFill/>
        </p:spPr>
        <p:txBody>
          <a:bodyPr vert="horz" wrap="square" lIns="90000" tIns="46800" rIns="90000" bIns="46800" rtlCol="0" anchor="ctr">
            <a:spAutoFit/>
          </a:bodyPr>
          <a:lstStyle/>
          <a:p>
            <a:pPr algn="l">
              <a:spcBef>
                <a:spcPct val="0"/>
              </a:spcBef>
            </a:pPr>
            <a:r>
              <a:rPr lang="en-US" sz="1100" dirty="0">
                <a:solidFill>
                  <a:schemeClr val="bg1"/>
                </a:solidFill>
              </a:rPr>
              <a:t>Cost estimation, Materialized view for recurring queries</a:t>
            </a:r>
          </a:p>
        </p:txBody>
      </p:sp>
      <p:sp>
        <p:nvSpPr>
          <p:cNvPr id="31" name="TextBox 30">
            <a:extLst>
              <a:ext uri="{FF2B5EF4-FFF2-40B4-BE49-F238E27FC236}">
                <a16:creationId xmlns:a16="http://schemas.microsoft.com/office/drawing/2014/main" id="{A43C318F-520C-31A5-7C72-FFB0CCEFF4E1}"/>
              </a:ext>
            </a:extLst>
          </p:cNvPr>
          <p:cNvSpPr txBox="1"/>
          <p:nvPr/>
        </p:nvSpPr>
        <p:spPr>
          <a:xfrm>
            <a:off x="2560163" y="6146106"/>
            <a:ext cx="2144595" cy="433068"/>
          </a:xfrm>
          <a:prstGeom prst="rect">
            <a:avLst/>
          </a:prstGeom>
          <a:noFill/>
        </p:spPr>
        <p:txBody>
          <a:bodyPr vert="horz" wrap="square" lIns="90000" tIns="46800" rIns="90000" bIns="46800" rtlCol="0" anchor="ctr">
            <a:spAutoFit/>
          </a:bodyPr>
          <a:lstStyle/>
          <a:p>
            <a:pPr algn="l">
              <a:spcBef>
                <a:spcPct val="0"/>
              </a:spcBef>
            </a:pPr>
            <a:r>
              <a:rPr lang="en-US" sz="1100" dirty="0">
                <a:solidFill>
                  <a:schemeClr val="bg1"/>
                </a:solidFill>
              </a:rPr>
              <a:t>Send only limited schema based on the user questions</a:t>
            </a:r>
          </a:p>
        </p:txBody>
      </p:sp>
      <p:grpSp>
        <p:nvGrpSpPr>
          <p:cNvPr id="32" name="Group 31">
            <a:extLst>
              <a:ext uri="{FF2B5EF4-FFF2-40B4-BE49-F238E27FC236}">
                <a16:creationId xmlns:a16="http://schemas.microsoft.com/office/drawing/2014/main" id="{F74B882D-9140-20B5-2233-E1F01E2778E7}"/>
              </a:ext>
            </a:extLst>
          </p:cNvPr>
          <p:cNvGrpSpPr/>
          <p:nvPr/>
        </p:nvGrpSpPr>
        <p:grpSpPr>
          <a:xfrm>
            <a:off x="7026613" y="4225091"/>
            <a:ext cx="2136808" cy="805075"/>
            <a:chOff x="8798764" y="2558066"/>
            <a:chExt cx="2136808" cy="805075"/>
          </a:xfrm>
          <a:solidFill>
            <a:srgbClr val="87D5ED"/>
          </a:solidFill>
        </p:grpSpPr>
        <p:sp>
          <p:nvSpPr>
            <p:cNvPr id="33" name="Teardrop 32">
              <a:extLst>
                <a:ext uri="{FF2B5EF4-FFF2-40B4-BE49-F238E27FC236}">
                  <a16:creationId xmlns:a16="http://schemas.microsoft.com/office/drawing/2014/main" id="{49A44C04-6B8D-D0B6-EE52-A2456DD101B4}"/>
                </a:ext>
              </a:extLst>
            </p:cNvPr>
            <p:cNvSpPr/>
            <p:nvPr/>
          </p:nvSpPr>
          <p:spPr>
            <a:xfrm rot="10800000">
              <a:off x="8819625" y="2571141"/>
              <a:ext cx="792000" cy="792000"/>
            </a:xfrm>
            <a:prstGeom prst="teardrop">
              <a:avLst>
                <a:gd name="adj" fmla="val 200000"/>
              </a:avLst>
            </a:prstGeom>
            <a:solidFill>
              <a:srgbClr val="05548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dirty="0" err="1">
                <a:solidFill>
                  <a:schemeClr val="tx1"/>
                </a:solidFill>
              </a:endParaRPr>
            </a:p>
          </p:txBody>
        </p:sp>
        <p:sp>
          <p:nvSpPr>
            <p:cNvPr id="34" name="Rounded Rectangle 33">
              <a:extLst>
                <a:ext uri="{FF2B5EF4-FFF2-40B4-BE49-F238E27FC236}">
                  <a16:creationId xmlns:a16="http://schemas.microsoft.com/office/drawing/2014/main" id="{39CF0555-9B8F-A11A-7EFE-92189F46A6B3}"/>
                </a:ext>
              </a:extLst>
            </p:cNvPr>
            <p:cNvSpPr/>
            <p:nvPr/>
          </p:nvSpPr>
          <p:spPr>
            <a:xfrm>
              <a:off x="8798764" y="2558066"/>
              <a:ext cx="2136808" cy="792000"/>
            </a:xfrm>
            <a:prstGeom prst="roundRect">
              <a:avLst>
                <a:gd name="adj" fmla="val 50000"/>
              </a:avLst>
            </a:prstGeom>
            <a:solidFill>
              <a:srgbClr val="0370AD"/>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Multiple AI Agents</a:t>
              </a:r>
            </a:p>
          </p:txBody>
        </p:sp>
      </p:grpSp>
      <p:sp>
        <p:nvSpPr>
          <p:cNvPr id="35" name="TextBox 34">
            <a:extLst>
              <a:ext uri="{FF2B5EF4-FFF2-40B4-BE49-F238E27FC236}">
                <a16:creationId xmlns:a16="http://schemas.microsoft.com/office/drawing/2014/main" id="{0A813F9E-C378-40F3-328A-DAA6B51C4AB5}"/>
              </a:ext>
            </a:extLst>
          </p:cNvPr>
          <p:cNvSpPr txBox="1"/>
          <p:nvPr/>
        </p:nvSpPr>
        <p:spPr>
          <a:xfrm>
            <a:off x="7047473" y="5112664"/>
            <a:ext cx="2144595" cy="433068"/>
          </a:xfrm>
          <a:prstGeom prst="rect">
            <a:avLst/>
          </a:prstGeom>
          <a:noFill/>
        </p:spPr>
        <p:txBody>
          <a:bodyPr vert="horz" wrap="square" lIns="90000" tIns="46800" rIns="90000" bIns="46800" rtlCol="0" anchor="ctr">
            <a:spAutoFit/>
          </a:bodyPr>
          <a:lstStyle/>
          <a:p>
            <a:pPr algn="l">
              <a:spcBef>
                <a:spcPct val="0"/>
              </a:spcBef>
            </a:pPr>
            <a:r>
              <a:rPr lang="en-US" sz="1100" dirty="0">
                <a:solidFill>
                  <a:schemeClr val="bg1"/>
                </a:solidFill>
              </a:rPr>
              <a:t>Different agents for planner, SQL, Analysis, Visualization</a:t>
            </a:r>
          </a:p>
        </p:txBody>
      </p:sp>
    </p:spTree>
    <p:extLst>
      <p:ext uri="{BB962C8B-B14F-4D97-AF65-F5344CB8AC3E}">
        <p14:creationId xmlns:p14="http://schemas.microsoft.com/office/powerpoint/2010/main" val="29411234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ABE68-8947-9D2A-9E64-C829424742ED}"/>
            </a:ext>
          </a:extLst>
        </p:cNvPr>
        <p:cNvGrpSpPr/>
        <p:nvPr/>
      </p:nvGrpSpPr>
      <p:grpSpPr>
        <a:xfrm>
          <a:off x="0" y="0"/>
          <a:ext cx="0" cy="0"/>
          <a:chOff x="0" y="0"/>
          <a:chExt cx="0" cy="0"/>
        </a:xfrm>
      </p:grpSpPr>
      <p:pic>
        <p:nvPicPr>
          <p:cNvPr id="7" name="Picture 6" descr="Person raising hand">
            <a:extLst>
              <a:ext uri="{FF2B5EF4-FFF2-40B4-BE49-F238E27FC236}">
                <a16:creationId xmlns:a16="http://schemas.microsoft.com/office/drawing/2014/main" id="{ED033315-F4AF-233A-AE6E-51E6BC3F535F}"/>
              </a:ext>
            </a:extLst>
          </p:cNvPr>
          <p:cNvPicPr>
            <a:picLocks noChangeAspect="1"/>
          </p:cNvPicPr>
          <p:nvPr/>
        </p:nvPicPr>
        <p:blipFill>
          <a:blip r:embed="rId2"/>
          <a:srcRect t="944" b="14765"/>
          <a:stretch>
            <a:fillRect/>
          </a:stretch>
        </p:blipFill>
        <p:spPr>
          <a:xfrm>
            <a:off x="-1" y="10"/>
            <a:ext cx="12188826" cy="6857990"/>
          </a:xfrm>
          <a:prstGeom prst="rect">
            <a:avLst/>
          </a:prstGeom>
          <a:noFill/>
        </p:spPr>
      </p:pic>
      <p:sp>
        <p:nvSpPr>
          <p:cNvPr id="6" name="Title 3">
            <a:extLst>
              <a:ext uri="{FF2B5EF4-FFF2-40B4-BE49-F238E27FC236}">
                <a16:creationId xmlns:a16="http://schemas.microsoft.com/office/drawing/2014/main" id="{10B52A9D-01F6-B7A4-77FF-E579EC453303}"/>
              </a:ext>
            </a:extLst>
          </p:cNvPr>
          <p:cNvSpPr txBox="1">
            <a:spLocks/>
          </p:cNvSpPr>
          <p:nvPr/>
        </p:nvSpPr>
        <p:spPr>
          <a:xfrm>
            <a:off x="7448231" y="2154596"/>
            <a:ext cx="4169243" cy="2737444"/>
          </a:xfrm>
          <a:prstGeom prst="rect">
            <a:avLst/>
          </a:prstGeom>
        </p:spPr>
        <p:txBody>
          <a:bodyPr vert="horz" lIns="0" tIns="0" rIns="0" bIns="126000" rtlCol="0" anchor="b" anchorCtr="0">
            <a:normAutofit/>
          </a:bodyPr>
          <a:lstStyle>
            <a:lvl1pPr marL="0" marR="0" indent="0" algn="l" defTabSz="914126" rtl="0" eaLnBrk="1" fontAlgn="auto" latinLnBrk="0" hangingPunct="1">
              <a:lnSpc>
                <a:spcPct val="90000"/>
              </a:lnSpc>
              <a:spcBef>
                <a:spcPct val="0"/>
              </a:spcBef>
              <a:spcAft>
                <a:spcPts val="0"/>
              </a:spcAft>
              <a:buClrTx/>
              <a:buSzTx/>
              <a:buFontTx/>
              <a:buNone/>
              <a:tabLst/>
              <a:defRPr kumimoji="0" lang="de-DE" sz="3199" b="0" i="0" u="none" strike="noStrike" kern="1200" cap="none" spc="0" normalizeH="0" baseline="0" noProof="0" dirty="0">
                <a:ln>
                  <a:noFill/>
                </a:ln>
                <a:solidFill>
                  <a:schemeClr val="tx1"/>
                </a:solidFill>
                <a:effectLst/>
                <a:uLnTx/>
                <a:uFillTx/>
                <a:latin typeface="+mj-lt"/>
                <a:ea typeface="+mj-ea"/>
                <a:cs typeface="+mj-cs"/>
              </a:defRPr>
            </a:lvl1pPr>
          </a:lstStyle>
          <a:p>
            <a:pPr algn="r">
              <a:spcAft>
                <a:spcPts val="600"/>
              </a:spcAft>
            </a:pPr>
            <a:r>
              <a:rPr kumimoji="0" lang="en-US" sz="4799" b="0" i="0" u="none" strike="noStrike" kern="1200" cap="none" spc="0" normalizeH="0" baseline="0" noProof="0" dirty="0">
                <a:ln>
                  <a:noFill/>
                </a:ln>
                <a:solidFill>
                  <a:schemeClr val="accent1"/>
                </a:solidFill>
                <a:effectLst/>
                <a:uLnTx/>
                <a:uFillTx/>
                <a:latin typeface="+mj-lt"/>
                <a:ea typeface="+mj-ea"/>
                <a:cs typeface="+mj-cs"/>
              </a:rPr>
              <a:t>Questions?</a:t>
            </a:r>
          </a:p>
        </p:txBody>
      </p:sp>
      <p:sp>
        <p:nvSpPr>
          <p:cNvPr id="3" name="Date Placeholder 2">
            <a:extLst>
              <a:ext uri="{FF2B5EF4-FFF2-40B4-BE49-F238E27FC236}">
                <a16:creationId xmlns:a16="http://schemas.microsoft.com/office/drawing/2014/main" id="{A547E48F-FD1A-681A-2A05-173656BD1475}"/>
              </a:ext>
            </a:extLst>
          </p:cNvPr>
          <p:cNvSpPr>
            <a:spLocks noGrp="1"/>
          </p:cNvSpPr>
          <p:nvPr>
            <p:ph type="dt" sz="half" idx="14"/>
          </p:nvPr>
        </p:nvSpPr>
        <p:spPr>
          <a:xfrm>
            <a:off x="9807372" y="6650662"/>
            <a:ext cx="1830733" cy="123111"/>
          </a:xfrm>
        </p:spPr>
        <p:txBody>
          <a:bodyPr wrap="none" lIns="0" tIns="0" rIns="0" bIns="0" anchor="ctr" anchorCtr="0">
            <a:normAutofit/>
          </a:bodyPr>
          <a:lstStyle/>
          <a:p>
            <a:pPr>
              <a:spcBef>
                <a:spcPts val="1000"/>
              </a:spcBef>
            </a:pPr>
            <a:r>
              <a:rPr lang="en-IN"/>
              <a:t>Company Confidential © Capgemini 2026. All rights reserved.</a:t>
            </a:r>
            <a:endParaRPr lang="en-US"/>
          </a:p>
        </p:txBody>
      </p:sp>
      <p:sp>
        <p:nvSpPr>
          <p:cNvPr id="4" name="Footer Placeholder 3">
            <a:extLst>
              <a:ext uri="{FF2B5EF4-FFF2-40B4-BE49-F238E27FC236}">
                <a16:creationId xmlns:a16="http://schemas.microsoft.com/office/drawing/2014/main" id="{830A8086-0F73-E554-EF82-65D996C9BB60}"/>
              </a:ext>
            </a:extLst>
          </p:cNvPr>
          <p:cNvSpPr>
            <a:spLocks noGrp="1"/>
          </p:cNvSpPr>
          <p:nvPr>
            <p:ph type="ftr" sz="quarter" idx="15"/>
          </p:nvPr>
        </p:nvSpPr>
        <p:spPr>
          <a:xfrm>
            <a:off x="550719" y="6650662"/>
            <a:ext cx="4715296" cy="123111"/>
          </a:xfrm>
        </p:spPr>
        <p:txBody>
          <a:bodyPr wrap="none" lIns="0" tIns="0" rIns="0" bIns="0" anchor="ctr" anchorCtr="0">
            <a:normAutofit/>
          </a:bodyPr>
          <a:lstStyle/>
          <a:p>
            <a:pPr>
              <a:spcBef>
                <a:spcPts val="1000"/>
              </a:spcBef>
            </a:pPr>
            <a:r>
              <a:rPr lang="en-US" kern="1200">
                <a:latin typeface="+mn-lt"/>
                <a:ea typeface="+mn-ea"/>
                <a:cs typeface="+mn-cs"/>
              </a:rPr>
              <a:t>AI Data Copilot - AskData</a:t>
            </a:r>
          </a:p>
        </p:txBody>
      </p:sp>
      <p:sp>
        <p:nvSpPr>
          <p:cNvPr id="5" name="Slide Number Placeholder 4">
            <a:extLst>
              <a:ext uri="{FF2B5EF4-FFF2-40B4-BE49-F238E27FC236}">
                <a16:creationId xmlns:a16="http://schemas.microsoft.com/office/drawing/2014/main" id="{206839D2-A147-4CE4-B762-73368CD2CAAF}"/>
              </a:ext>
            </a:extLst>
          </p:cNvPr>
          <p:cNvSpPr>
            <a:spLocks noGrp="1"/>
          </p:cNvSpPr>
          <p:nvPr>
            <p:ph type="sldNum" sz="quarter" idx="16"/>
          </p:nvPr>
        </p:nvSpPr>
        <p:spPr>
          <a:xfrm>
            <a:off x="11775274" y="6650662"/>
            <a:ext cx="232604" cy="123111"/>
          </a:xfrm>
        </p:spPr>
        <p:txBody>
          <a:bodyPr wrap="square" lIns="0" tIns="0" rIns="0" bIns="0" anchor="ctr" anchorCtr="0">
            <a:normAutofit/>
          </a:bodyPr>
          <a:lstStyle/>
          <a:p>
            <a:pPr algn="r">
              <a:spcAft>
                <a:spcPts val="600"/>
              </a:spcAft>
            </a:pPr>
            <a:fld id="{5D9A5160-6218-4E5A-B9E6-B93E3DAE377C}" type="slidenum">
              <a:rPr lang="en-US" smtClean="0"/>
              <a:pPr algn="r">
                <a:spcAft>
                  <a:spcPts val="600"/>
                </a:spcAft>
              </a:pPr>
              <a:t>13</a:t>
            </a:fld>
            <a:endParaRPr lang="en-US"/>
          </a:p>
        </p:txBody>
      </p:sp>
      <p:sp>
        <p:nvSpPr>
          <p:cNvPr id="19" name="Text Placeholder 6">
            <a:extLst>
              <a:ext uri="{FF2B5EF4-FFF2-40B4-BE49-F238E27FC236}">
                <a16:creationId xmlns:a16="http://schemas.microsoft.com/office/drawing/2014/main" id="{51D7CFDC-A52C-48C3-3A37-2C20E91BD1FD}"/>
              </a:ext>
            </a:extLst>
          </p:cNvPr>
          <p:cNvSpPr>
            <a:spLocks noGrp="1"/>
          </p:cNvSpPr>
          <p:nvPr>
            <p:ph type="body" sz="quarter" idx="40"/>
          </p:nvPr>
        </p:nvSpPr>
        <p:spPr>
          <a:xfrm>
            <a:off x="11762562" y="128961"/>
            <a:ext cx="268976" cy="335806"/>
          </a:xfrm>
        </p:spPr>
        <p:txBody>
          <a:bodyPr/>
          <a:lstStyle/>
          <a:p>
            <a:endParaRPr lang="en-US"/>
          </a:p>
        </p:txBody>
      </p:sp>
    </p:spTree>
    <p:extLst>
      <p:ext uri="{BB962C8B-B14F-4D97-AF65-F5344CB8AC3E}">
        <p14:creationId xmlns:p14="http://schemas.microsoft.com/office/powerpoint/2010/main" val="25033626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0DDB7-FFE3-3AF2-06A6-2FA064D075F7}"/>
            </a:ext>
          </a:extLst>
        </p:cNvPr>
        <p:cNvGrpSpPr/>
        <p:nvPr/>
      </p:nvGrpSpPr>
      <p:grpSpPr>
        <a:xfrm>
          <a:off x="0" y="0"/>
          <a:ext cx="0" cy="0"/>
          <a:chOff x="0" y="0"/>
          <a:chExt cx="0" cy="0"/>
        </a:xfrm>
      </p:grpSpPr>
    </p:spTree>
    <p:extLst>
      <p:ext uri="{BB962C8B-B14F-4D97-AF65-F5344CB8AC3E}">
        <p14:creationId xmlns:p14="http://schemas.microsoft.com/office/powerpoint/2010/main" val="314469948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chemeClr val="accent1"/>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0A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54864"/>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8229600" cy="502920"/>
          </a:xfrm>
          <a:prstGeom prst="rect">
            <a:avLst/>
          </a:prstGeom>
          <a:noFill/>
        </p:spPr>
        <p:txBody>
          <a:bodyPr wrap="square">
            <a:spAutoFit/>
          </a:bodyPr>
          <a:lstStyle/>
          <a:p>
            <a:pPr algn="l"/>
            <a:r>
              <a:rPr sz="2400" b="1" i="0" dirty="0">
                <a:solidFill>
                  <a:srgbClr val="FFFFFF"/>
                </a:solidFill>
              </a:rPr>
              <a:t>AI Data Platform  vs  Databricks Genie</a:t>
            </a:r>
          </a:p>
        </p:txBody>
      </p:sp>
      <p:sp>
        <p:nvSpPr>
          <p:cNvPr id="6" name="Rectangle 5"/>
          <p:cNvSpPr/>
          <p:nvPr/>
        </p:nvSpPr>
        <p:spPr>
          <a:xfrm>
            <a:off x="0" y="676656"/>
            <a:ext cx="12188952" cy="1828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56032" y="987552"/>
            <a:ext cx="3200400" cy="384048"/>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3756" y="974343"/>
            <a:ext cx="3090672" cy="276999"/>
          </a:xfrm>
          <a:prstGeom prst="rect">
            <a:avLst/>
          </a:prstGeom>
          <a:noFill/>
        </p:spPr>
        <p:txBody>
          <a:bodyPr wrap="square">
            <a:spAutoFit/>
          </a:bodyPr>
          <a:lstStyle/>
          <a:p>
            <a:pPr algn="ctr"/>
            <a:r>
              <a:rPr sz="1200" b="1" i="0" dirty="0">
                <a:solidFill>
                  <a:schemeClr val="bg1"/>
                </a:solidFill>
              </a:rPr>
              <a:t>Feature / Parameter</a:t>
            </a:r>
          </a:p>
        </p:txBody>
      </p:sp>
      <p:sp>
        <p:nvSpPr>
          <p:cNvPr id="10" name="TextBox 9"/>
          <p:cNvSpPr txBox="1"/>
          <p:nvPr/>
        </p:nvSpPr>
        <p:spPr>
          <a:xfrm>
            <a:off x="3639312" y="963352"/>
            <a:ext cx="3913632" cy="276999"/>
          </a:xfrm>
          <a:prstGeom prst="rect">
            <a:avLst/>
          </a:prstGeom>
          <a:noFill/>
        </p:spPr>
        <p:txBody>
          <a:bodyPr wrap="square">
            <a:spAutoFit/>
          </a:bodyPr>
          <a:lstStyle/>
          <a:p>
            <a:pPr algn="ctr"/>
            <a:r>
              <a:rPr sz="1200" b="1" i="0" dirty="0">
                <a:solidFill>
                  <a:schemeClr val="bg1"/>
                </a:solidFill>
              </a:rPr>
              <a:t>🚀 AI Data Platform</a:t>
            </a:r>
          </a:p>
        </p:txBody>
      </p:sp>
      <p:sp>
        <p:nvSpPr>
          <p:cNvPr id="11" name="Rectangle 10"/>
          <p:cNvSpPr/>
          <p:nvPr/>
        </p:nvSpPr>
        <p:spPr>
          <a:xfrm>
            <a:off x="7699248" y="987552"/>
            <a:ext cx="4023360" cy="3840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35824" y="981751"/>
            <a:ext cx="3913632" cy="276999"/>
          </a:xfrm>
          <a:prstGeom prst="rect">
            <a:avLst/>
          </a:prstGeom>
          <a:noFill/>
        </p:spPr>
        <p:txBody>
          <a:bodyPr wrap="square">
            <a:spAutoFit/>
          </a:bodyPr>
          <a:lstStyle/>
          <a:p>
            <a:pPr algn="ctr"/>
            <a:r>
              <a:rPr sz="1200" b="1" i="0" dirty="0">
                <a:solidFill>
                  <a:srgbClr val="FFFFFF"/>
                </a:solidFill>
              </a:rPr>
              <a:t>🧱 Databricks Genie</a:t>
            </a:r>
          </a:p>
        </p:txBody>
      </p:sp>
      <p:sp>
        <p:nvSpPr>
          <p:cNvPr id="13" name="Rectangle 12"/>
          <p:cNvSpPr/>
          <p:nvPr/>
        </p:nvSpPr>
        <p:spPr>
          <a:xfrm>
            <a:off x="256032" y="1371600"/>
            <a:ext cx="320040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417320"/>
            <a:ext cx="3063240" cy="261610"/>
          </a:xfrm>
          <a:prstGeom prst="rect">
            <a:avLst/>
          </a:prstGeom>
          <a:noFill/>
        </p:spPr>
        <p:txBody>
          <a:bodyPr wrap="square">
            <a:spAutoFit/>
          </a:bodyPr>
          <a:lstStyle/>
          <a:p>
            <a:pPr algn="l"/>
            <a:r>
              <a:rPr sz="1100" b="0" i="0" dirty="0">
                <a:solidFill>
                  <a:schemeClr val="bg1"/>
                </a:solidFill>
              </a:rPr>
              <a:t>Deployment</a:t>
            </a:r>
          </a:p>
        </p:txBody>
      </p:sp>
      <p:sp>
        <p:nvSpPr>
          <p:cNvPr id="15" name="Rectangle 14"/>
          <p:cNvSpPr/>
          <p:nvPr/>
        </p:nvSpPr>
        <p:spPr>
          <a:xfrm>
            <a:off x="3566160" y="1371600"/>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0" y="1417320"/>
            <a:ext cx="3886200" cy="261610"/>
          </a:xfrm>
          <a:prstGeom prst="rect">
            <a:avLst/>
          </a:prstGeom>
          <a:noFill/>
        </p:spPr>
        <p:txBody>
          <a:bodyPr wrap="square">
            <a:spAutoFit/>
          </a:bodyPr>
          <a:lstStyle/>
          <a:p>
            <a:pPr algn="l"/>
            <a:r>
              <a:rPr sz="1100" b="0" i="0" dirty="0">
                <a:solidFill>
                  <a:schemeClr val="bg1"/>
                </a:solidFill>
              </a:rPr>
              <a:t>Any </a:t>
            </a:r>
            <a:r>
              <a:rPr lang="en-IN" sz="1100" b="0" i="0" dirty="0">
                <a:solidFill>
                  <a:schemeClr val="bg1"/>
                </a:solidFill>
              </a:rPr>
              <a:t>SQL Warehouse</a:t>
            </a:r>
            <a:endParaRPr sz="1100" b="0" i="0" dirty="0">
              <a:solidFill>
                <a:schemeClr val="bg1"/>
              </a:solidFill>
            </a:endParaRPr>
          </a:p>
        </p:txBody>
      </p:sp>
      <p:sp>
        <p:nvSpPr>
          <p:cNvPr id="17" name="Rectangle 16"/>
          <p:cNvSpPr/>
          <p:nvPr/>
        </p:nvSpPr>
        <p:spPr>
          <a:xfrm>
            <a:off x="7699248" y="1371600"/>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90688" y="1417320"/>
            <a:ext cx="3886200" cy="261610"/>
          </a:xfrm>
          <a:prstGeom prst="rect">
            <a:avLst/>
          </a:prstGeom>
          <a:noFill/>
        </p:spPr>
        <p:txBody>
          <a:bodyPr wrap="square">
            <a:spAutoFit/>
          </a:bodyPr>
          <a:lstStyle/>
          <a:p>
            <a:pPr algn="l"/>
            <a:r>
              <a:rPr sz="1100" b="0" i="0" dirty="0">
                <a:solidFill>
                  <a:schemeClr val="bg1"/>
                </a:solidFill>
              </a:rPr>
              <a:t>Databricks workspace only</a:t>
            </a:r>
          </a:p>
        </p:txBody>
      </p:sp>
      <p:cxnSp>
        <p:nvCxnSpPr>
          <p:cNvPr id="19" name="Connector 18"/>
          <p:cNvCxnSpPr/>
          <p:nvPr/>
        </p:nvCxnSpPr>
        <p:spPr>
          <a:xfrm>
            <a:off x="256032" y="1380744"/>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6032" y="1673352"/>
            <a:ext cx="320040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7472" y="1719072"/>
            <a:ext cx="3063240" cy="261610"/>
          </a:xfrm>
          <a:prstGeom prst="rect">
            <a:avLst/>
          </a:prstGeom>
          <a:noFill/>
        </p:spPr>
        <p:txBody>
          <a:bodyPr wrap="square">
            <a:spAutoFit/>
          </a:bodyPr>
          <a:lstStyle/>
          <a:p>
            <a:pPr algn="l"/>
            <a:r>
              <a:rPr sz="1100" b="0" i="0" dirty="0">
                <a:solidFill>
                  <a:schemeClr val="bg1"/>
                </a:solidFill>
              </a:rPr>
              <a:t>Database Compatibility</a:t>
            </a:r>
          </a:p>
        </p:txBody>
      </p:sp>
      <p:sp>
        <p:nvSpPr>
          <p:cNvPr id="22" name="Rectangle 21"/>
          <p:cNvSpPr/>
          <p:nvPr/>
        </p:nvSpPr>
        <p:spPr>
          <a:xfrm>
            <a:off x="3566160" y="1673352"/>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657600" y="1719072"/>
            <a:ext cx="3886200" cy="261610"/>
          </a:xfrm>
          <a:prstGeom prst="rect">
            <a:avLst/>
          </a:prstGeom>
          <a:noFill/>
        </p:spPr>
        <p:txBody>
          <a:bodyPr wrap="square">
            <a:spAutoFit/>
          </a:bodyPr>
          <a:lstStyle/>
          <a:p>
            <a:pPr algn="l"/>
            <a:r>
              <a:rPr sz="1100" b="0" i="0">
                <a:solidFill>
                  <a:schemeClr val="bg1"/>
                </a:solidFill>
              </a:rPr>
              <a:t>Any SQL-based DB</a:t>
            </a:r>
          </a:p>
        </p:txBody>
      </p:sp>
      <p:sp>
        <p:nvSpPr>
          <p:cNvPr id="24" name="Rectangle 23"/>
          <p:cNvSpPr/>
          <p:nvPr/>
        </p:nvSpPr>
        <p:spPr>
          <a:xfrm>
            <a:off x="7699248" y="1673352"/>
            <a:ext cx="402336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0688" y="1719072"/>
            <a:ext cx="3886200" cy="261610"/>
          </a:xfrm>
          <a:prstGeom prst="rect">
            <a:avLst/>
          </a:prstGeom>
          <a:noFill/>
        </p:spPr>
        <p:txBody>
          <a:bodyPr wrap="square">
            <a:spAutoFit/>
          </a:bodyPr>
          <a:lstStyle/>
          <a:p>
            <a:pPr algn="l"/>
            <a:r>
              <a:rPr sz="1100" b="0" i="0">
                <a:solidFill>
                  <a:schemeClr val="bg1"/>
                </a:solidFill>
              </a:rPr>
              <a:t>Databricks Delta Lake only</a:t>
            </a:r>
          </a:p>
        </p:txBody>
      </p:sp>
      <p:cxnSp>
        <p:nvCxnSpPr>
          <p:cNvPr id="26" name="Connector 25"/>
          <p:cNvCxnSpPr/>
          <p:nvPr/>
        </p:nvCxnSpPr>
        <p:spPr>
          <a:xfrm>
            <a:off x="256032" y="1673352"/>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256032" y="1975104"/>
            <a:ext cx="320040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47472" y="2020824"/>
            <a:ext cx="3063240" cy="261610"/>
          </a:xfrm>
          <a:prstGeom prst="rect">
            <a:avLst/>
          </a:prstGeom>
          <a:noFill/>
        </p:spPr>
        <p:txBody>
          <a:bodyPr wrap="square">
            <a:spAutoFit/>
          </a:bodyPr>
          <a:lstStyle/>
          <a:p>
            <a:pPr algn="l"/>
            <a:r>
              <a:rPr sz="1100" b="0" i="0">
                <a:solidFill>
                  <a:schemeClr val="bg1"/>
                </a:solidFill>
              </a:rPr>
              <a:t>Setup Cost</a:t>
            </a:r>
          </a:p>
        </p:txBody>
      </p:sp>
      <p:sp>
        <p:nvSpPr>
          <p:cNvPr id="29" name="Rectangle 28"/>
          <p:cNvSpPr/>
          <p:nvPr/>
        </p:nvSpPr>
        <p:spPr>
          <a:xfrm>
            <a:off x="3566160" y="1975104"/>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657600" y="2020824"/>
            <a:ext cx="3886200" cy="261610"/>
          </a:xfrm>
          <a:prstGeom prst="rect">
            <a:avLst/>
          </a:prstGeom>
          <a:noFill/>
        </p:spPr>
        <p:txBody>
          <a:bodyPr wrap="square">
            <a:spAutoFit/>
          </a:bodyPr>
          <a:lstStyle/>
          <a:p>
            <a:pPr algn="l"/>
            <a:r>
              <a:rPr sz="1100" b="0" i="0">
                <a:solidFill>
                  <a:schemeClr val="bg1"/>
                </a:solidFill>
              </a:rPr>
              <a:t>Open-source · Zero licence</a:t>
            </a:r>
          </a:p>
        </p:txBody>
      </p:sp>
      <p:sp>
        <p:nvSpPr>
          <p:cNvPr id="31" name="Rectangle 30"/>
          <p:cNvSpPr/>
          <p:nvPr/>
        </p:nvSpPr>
        <p:spPr>
          <a:xfrm>
            <a:off x="7699248" y="1975104"/>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90688" y="2020824"/>
            <a:ext cx="3886200" cy="261610"/>
          </a:xfrm>
          <a:prstGeom prst="rect">
            <a:avLst/>
          </a:prstGeom>
          <a:noFill/>
        </p:spPr>
        <p:txBody>
          <a:bodyPr wrap="square">
            <a:spAutoFit/>
          </a:bodyPr>
          <a:lstStyle/>
          <a:p>
            <a:pPr algn="l"/>
            <a:r>
              <a:rPr sz="1100" b="0" i="0">
                <a:solidFill>
                  <a:schemeClr val="bg1"/>
                </a:solidFill>
              </a:rPr>
              <a:t>Databricks subscription</a:t>
            </a:r>
          </a:p>
        </p:txBody>
      </p:sp>
      <p:cxnSp>
        <p:nvCxnSpPr>
          <p:cNvPr id="33" name="Connector 32"/>
          <p:cNvCxnSpPr/>
          <p:nvPr/>
        </p:nvCxnSpPr>
        <p:spPr>
          <a:xfrm>
            <a:off x="256032" y="1975104"/>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256032" y="2276856"/>
            <a:ext cx="320040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47472" y="2322576"/>
            <a:ext cx="3063240" cy="261610"/>
          </a:xfrm>
          <a:prstGeom prst="rect">
            <a:avLst/>
          </a:prstGeom>
          <a:noFill/>
        </p:spPr>
        <p:txBody>
          <a:bodyPr wrap="square">
            <a:spAutoFit/>
          </a:bodyPr>
          <a:lstStyle/>
          <a:p>
            <a:pPr algn="l"/>
            <a:r>
              <a:rPr sz="1100" b="0" i="0">
                <a:solidFill>
                  <a:schemeClr val="bg1"/>
                </a:solidFill>
              </a:rPr>
              <a:t>Natural Language to SQL</a:t>
            </a:r>
          </a:p>
        </p:txBody>
      </p:sp>
      <p:sp>
        <p:nvSpPr>
          <p:cNvPr id="36" name="Rectangle 35"/>
          <p:cNvSpPr/>
          <p:nvPr/>
        </p:nvSpPr>
        <p:spPr>
          <a:xfrm>
            <a:off x="3566160" y="2276856"/>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657600" y="2322576"/>
            <a:ext cx="3886200" cy="261610"/>
          </a:xfrm>
          <a:prstGeom prst="rect">
            <a:avLst/>
          </a:prstGeom>
          <a:noFill/>
        </p:spPr>
        <p:txBody>
          <a:bodyPr wrap="square">
            <a:spAutoFit/>
          </a:bodyPr>
          <a:lstStyle/>
          <a:p>
            <a:pPr algn="l"/>
            <a:r>
              <a:rPr sz="1100" b="0" i="0" dirty="0">
                <a:solidFill>
                  <a:schemeClr val="bg1"/>
                </a:solidFill>
              </a:rPr>
              <a:t>✅ </a:t>
            </a:r>
            <a:r>
              <a:rPr lang="en-IN" sz="1100" b="0" i="0" dirty="0">
                <a:solidFill>
                  <a:schemeClr val="bg1"/>
                </a:solidFill>
              </a:rPr>
              <a:t>Any LLM</a:t>
            </a:r>
            <a:r>
              <a:rPr sz="1100" b="0" i="0" dirty="0">
                <a:solidFill>
                  <a:schemeClr val="bg1"/>
                </a:solidFill>
              </a:rPr>
              <a:t> powered</a:t>
            </a:r>
          </a:p>
        </p:txBody>
      </p:sp>
      <p:sp>
        <p:nvSpPr>
          <p:cNvPr id="38" name="Rectangle 37"/>
          <p:cNvSpPr/>
          <p:nvPr/>
        </p:nvSpPr>
        <p:spPr>
          <a:xfrm>
            <a:off x="7699248" y="2276856"/>
            <a:ext cx="402336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790688" y="2322576"/>
            <a:ext cx="3886200" cy="261610"/>
          </a:xfrm>
          <a:prstGeom prst="rect">
            <a:avLst/>
          </a:prstGeom>
          <a:noFill/>
        </p:spPr>
        <p:txBody>
          <a:bodyPr wrap="square">
            <a:spAutoFit/>
          </a:bodyPr>
          <a:lstStyle/>
          <a:p>
            <a:pPr algn="l"/>
            <a:r>
              <a:rPr sz="1100" b="0" i="0">
                <a:solidFill>
                  <a:schemeClr val="bg1"/>
                </a:solidFill>
              </a:rPr>
              <a:t>✅ Built-in Genie AI</a:t>
            </a:r>
          </a:p>
        </p:txBody>
      </p:sp>
      <p:cxnSp>
        <p:nvCxnSpPr>
          <p:cNvPr id="40" name="Connector 39"/>
          <p:cNvCxnSpPr/>
          <p:nvPr/>
        </p:nvCxnSpPr>
        <p:spPr>
          <a:xfrm>
            <a:off x="256032" y="2276856"/>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256032" y="2578608"/>
            <a:ext cx="320040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47472" y="2624328"/>
            <a:ext cx="3063240" cy="261610"/>
          </a:xfrm>
          <a:prstGeom prst="rect">
            <a:avLst/>
          </a:prstGeom>
          <a:noFill/>
        </p:spPr>
        <p:txBody>
          <a:bodyPr wrap="square">
            <a:spAutoFit/>
          </a:bodyPr>
          <a:lstStyle/>
          <a:p>
            <a:pPr algn="l"/>
            <a:r>
              <a:rPr sz="1100" b="0" i="0">
                <a:solidFill>
                  <a:schemeClr val="bg1"/>
                </a:solidFill>
              </a:rPr>
              <a:t>Schema Auto-Detection</a:t>
            </a:r>
          </a:p>
        </p:txBody>
      </p:sp>
      <p:sp>
        <p:nvSpPr>
          <p:cNvPr id="43" name="Rectangle 42"/>
          <p:cNvSpPr/>
          <p:nvPr/>
        </p:nvSpPr>
        <p:spPr>
          <a:xfrm>
            <a:off x="3566160" y="2578608"/>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657600" y="2624328"/>
            <a:ext cx="3886200" cy="261610"/>
          </a:xfrm>
          <a:prstGeom prst="rect">
            <a:avLst/>
          </a:prstGeom>
          <a:noFill/>
        </p:spPr>
        <p:txBody>
          <a:bodyPr wrap="square">
            <a:spAutoFit/>
          </a:bodyPr>
          <a:lstStyle/>
          <a:p>
            <a:pPr algn="l"/>
            <a:r>
              <a:rPr sz="1100" b="0" i="0">
                <a:solidFill>
                  <a:schemeClr val="bg1"/>
                </a:solidFill>
              </a:rPr>
              <a:t>✅ Rich column metadata</a:t>
            </a:r>
          </a:p>
        </p:txBody>
      </p:sp>
      <p:sp>
        <p:nvSpPr>
          <p:cNvPr id="45" name="Rectangle 44"/>
          <p:cNvSpPr/>
          <p:nvPr/>
        </p:nvSpPr>
        <p:spPr>
          <a:xfrm>
            <a:off x="7699248" y="2578608"/>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790688" y="2624328"/>
            <a:ext cx="3886200" cy="261610"/>
          </a:xfrm>
          <a:prstGeom prst="rect">
            <a:avLst/>
          </a:prstGeom>
          <a:noFill/>
        </p:spPr>
        <p:txBody>
          <a:bodyPr wrap="square">
            <a:spAutoFit/>
          </a:bodyPr>
          <a:lstStyle/>
          <a:p>
            <a:pPr algn="l"/>
            <a:r>
              <a:rPr sz="1100" b="0" i="0" dirty="0">
                <a:solidFill>
                  <a:schemeClr val="bg1"/>
                </a:solidFill>
              </a:rPr>
              <a:t>✅ Unity Catalog</a:t>
            </a:r>
          </a:p>
        </p:txBody>
      </p:sp>
      <p:cxnSp>
        <p:nvCxnSpPr>
          <p:cNvPr id="47" name="Connector 46"/>
          <p:cNvCxnSpPr/>
          <p:nvPr/>
        </p:nvCxnSpPr>
        <p:spPr>
          <a:xfrm>
            <a:off x="256032" y="2578608"/>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256032" y="2880360"/>
            <a:ext cx="320040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347472" y="2926080"/>
            <a:ext cx="3063240" cy="261610"/>
          </a:xfrm>
          <a:prstGeom prst="rect">
            <a:avLst/>
          </a:prstGeom>
          <a:noFill/>
        </p:spPr>
        <p:txBody>
          <a:bodyPr wrap="square">
            <a:spAutoFit/>
          </a:bodyPr>
          <a:lstStyle/>
          <a:p>
            <a:pPr algn="l"/>
            <a:r>
              <a:rPr sz="1100" b="0" i="0">
                <a:solidFill>
                  <a:schemeClr val="bg1"/>
                </a:solidFill>
              </a:rPr>
              <a:t>Multi-Table Auto-Join</a:t>
            </a:r>
          </a:p>
        </p:txBody>
      </p:sp>
      <p:sp>
        <p:nvSpPr>
          <p:cNvPr id="50" name="Rectangle 49"/>
          <p:cNvSpPr/>
          <p:nvPr/>
        </p:nvSpPr>
        <p:spPr>
          <a:xfrm>
            <a:off x="3566160" y="2880360"/>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657600" y="2926080"/>
            <a:ext cx="3886200" cy="261610"/>
          </a:xfrm>
          <a:prstGeom prst="rect">
            <a:avLst/>
          </a:prstGeom>
          <a:noFill/>
        </p:spPr>
        <p:txBody>
          <a:bodyPr wrap="square">
            <a:spAutoFit/>
          </a:bodyPr>
          <a:lstStyle/>
          <a:p>
            <a:pPr algn="l"/>
            <a:r>
              <a:rPr sz="1100" b="0" i="0">
                <a:solidFill>
                  <a:schemeClr val="bg1"/>
                </a:solidFill>
              </a:rPr>
              <a:t>✅ Score-based engine</a:t>
            </a:r>
          </a:p>
        </p:txBody>
      </p:sp>
      <p:sp>
        <p:nvSpPr>
          <p:cNvPr id="52" name="Rectangle 51"/>
          <p:cNvSpPr/>
          <p:nvPr/>
        </p:nvSpPr>
        <p:spPr>
          <a:xfrm>
            <a:off x="7699248" y="2880360"/>
            <a:ext cx="402336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790688" y="2926080"/>
            <a:ext cx="3886200" cy="261610"/>
          </a:xfrm>
          <a:prstGeom prst="rect">
            <a:avLst/>
          </a:prstGeom>
          <a:noFill/>
        </p:spPr>
        <p:txBody>
          <a:bodyPr wrap="square">
            <a:spAutoFit/>
          </a:bodyPr>
          <a:lstStyle/>
          <a:p>
            <a:pPr algn="l"/>
            <a:r>
              <a:rPr sz="1100" b="0" i="0">
                <a:solidFill>
                  <a:schemeClr val="bg1"/>
                </a:solidFill>
              </a:rPr>
              <a:t>⚠️ Manual config required</a:t>
            </a:r>
          </a:p>
        </p:txBody>
      </p:sp>
      <p:cxnSp>
        <p:nvCxnSpPr>
          <p:cNvPr id="54" name="Connector 53"/>
          <p:cNvCxnSpPr/>
          <p:nvPr/>
        </p:nvCxnSpPr>
        <p:spPr>
          <a:xfrm>
            <a:off x="256032" y="2880360"/>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256032" y="3182112"/>
            <a:ext cx="320040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47472" y="3227832"/>
            <a:ext cx="3063240" cy="261610"/>
          </a:xfrm>
          <a:prstGeom prst="rect">
            <a:avLst/>
          </a:prstGeom>
          <a:noFill/>
        </p:spPr>
        <p:txBody>
          <a:bodyPr wrap="square">
            <a:spAutoFit/>
          </a:bodyPr>
          <a:lstStyle/>
          <a:p>
            <a:pPr algn="l"/>
            <a:r>
              <a:rPr sz="1100" b="0" i="0">
                <a:solidFill>
                  <a:schemeClr val="bg1"/>
                </a:solidFill>
              </a:rPr>
              <a:t>SQL Guardrails</a:t>
            </a:r>
          </a:p>
        </p:txBody>
      </p:sp>
      <p:sp>
        <p:nvSpPr>
          <p:cNvPr id="57" name="Rectangle 56"/>
          <p:cNvSpPr/>
          <p:nvPr/>
        </p:nvSpPr>
        <p:spPr>
          <a:xfrm>
            <a:off x="3566160" y="3182112"/>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657600" y="3227832"/>
            <a:ext cx="3886200" cy="261610"/>
          </a:xfrm>
          <a:prstGeom prst="rect">
            <a:avLst/>
          </a:prstGeom>
          <a:noFill/>
        </p:spPr>
        <p:txBody>
          <a:bodyPr wrap="square">
            <a:spAutoFit/>
          </a:bodyPr>
          <a:lstStyle/>
          <a:p>
            <a:pPr algn="l"/>
            <a:r>
              <a:rPr sz="1100" b="0" i="0">
                <a:solidFill>
                  <a:schemeClr val="bg1"/>
                </a:solidFill>
              </a:rPr>
              <a:t>✅ Regex + LLM validation</a:t>
            </a:r>
          </a:p>
        </p:txBody>
      </p:sp>
      <p:sp>
        <p:nvSpPr>
          <p:cNvPr id="59" name="Rectangle 58"/>
          <p:cNvSpPr/>
          <p:nvPr/>
        </p:nvSpPr>
        <p:spPr>
          <a:xfrm>
            <a:off x="7699248" y="3182112"/>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790688" y="3227832"/>
            <a:ext cx="3886200" cy="261610"/>
          </a:xfrm>
          <a:prstGeom prst="rect">
            <a:avLst/>
          </a:prstGeom>
          <a:noFill/>
        </p:spPr>
        <p:txBody>
          <a:bodyPr wrap="square">
            <a:spAutoFit/>
          </a:bodyPr>
          <a:lstStyle/>
          <a:p>
            <a:pPr algn="l"/>
            <a:r>
              <a:rPr sz="1100" b="0" i="0">
                <a:solidFill>
                  <a:schemeClr val="bg1"/>
                </a:solidFill>
              </a:rPr>
              <a:t>⚠️ Limited</a:t>
            </a:r>
          </a:p>
        </p:txBody>
      </p:sp>
      <p:cxnSp>
        <p:nvCxnSpPr>
          <p:cNvPr id="61" name="Connector 60"/>
          <p:cNvCxnSpPr/>
          <p:nvPr/>
        </p:nvCxnSpPr>
        <p:spPr>
          <a:xfrm>
            <a:off x="256032" y="3182112"/>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256032" y="3483864"/>
            <a:ext cx="320040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347472" y="3529584"/>
            <a:ext cx="3063240" cy="261610"/>
          </a:xfrm>
          <a:prstGeom prst="rect">
            <a:avLst/>
          </a:prstGeom>
          <a:noFill/>
        </p:spPr>
        <p:txBody>
          <a:bodyPr wrap="square">
            <a:spAutoFit/>
          </a:bodyPr>
          <a:lstStyle/>
          <a:p>
            <a:pPr algn="l"/>
            <a:r>
              <a:rPr sz="1100" b="0" i="0">
                <a:solidFill>
                  <a:schemeClr val="bg1"/>
                </a:solidFill>
              </a:rPr>
              <a:t>Industry Config (JSON)</a:t>
            </a:r>
          </a:p>
        </p:txBody>
      </p:sp>
      <p:sp>
        <p:nvSpPr>
          <p:cNvPr id="64" name="Rectangle 63"/>
          <p:cNvSpPr/>
          <p:nvPr/>
        </p:nvSpPr>
        <p:spPr>
          <a:xfrm>
            <a:off x="3566160" y="3483864"/>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3657600" y="3529584"/>
            <a:ext cx="3886200" cy="261610"/>
          </a:xfrm>
          <a:prstGeom prst="rect">
            <a:avLst/>
          </a:prstGeom>
          <a:noFill/>
        </p:spPr>
        <p:txBody>
          <a:bodyPr wrap="square">
            <a:spAutoFit/>
          </a:bodyPr>
          <a:lstStyle/>
          <a:p>
            <a:pPr algn="l"/>
            <a:r>
              <a:rPr sz="1100" b="0" i="0">
                <a:solidFill>
                  <a:schemeClr val="bg1"/>
                </a:solidFill>
              </a:rPr>
              <a:t>✅ Fully configurable</a:t>
            </a:r>
          </a:p>
        </p:txBody>
      </p:sp>
      <p:sp>
        <p:nvSpPr>
          <p:cNvPr id="66" name="Rectangle 65"/>
          <p:cNvSpPr/>
          <p:nvPr/>
        </p:nvSpPr>
        <p:spPr>
          <a:xfrm>
            <a:off x="7699248" y="3483864"/>
            <a:ext cx="402336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790688" y="3529584"/>
            <a:ext cx="3886200" cy="261610"/>
          </a:xfrm>
          <a:prstGeom prst="rect">
            <a:avLst/>
          </a:prstGeom>
          <a:noFill/>
        </p:spPr>
        <p:txBody>
          <a:bodyPr wrap="square">
            <a:spAutoFit/>
          </a:bodyPr>
          <a:lstStyle/>
          <a:p>
            <a:pPr algn="l"/>
            <a:r>
              <a:rPr sz="1100" b="0" i="0">
                <a:solidFill>
                  <a:schemeClr val="bg1"/>
                </a:solidFill>
              </a:rPr>
              <a:t>❌ Not supported</a:t>
            </a:r>
          </a:p>
        </p:txBody>
      </p:sp>
      <p:cxnSp>
        <p:nvCxnSpPr>
          <p:cNvPr id="68" name="Connector 67"/>
          <p:cNvCxnSpPr/>
          <p:nvPr/>
        </p:nvCxnSpPr>
        <p:spPr>
          <a:xfrm>
            <a:off x="256032" y="3483864"/>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256032" y="3785616"/>
            <a:ext cx="320040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347472" y="3831336"/>
            <a:ext cx="3063240" cy="261610"/>
          </a:xfrm>
          <a:prstGeom prst="rect">
            <a:avLst/>
          </a:prstGeom>
          <a:noFill/>
        </p:spPr>
        <p:txBody>
          <a:bodyPr wrap="square">
            <a:spAutoFit/>
          </a:bodyPr>
          <a:lstStyle/>
          <a:p>
            <a:pPr algn="l"/>
            <a:r>
              <a:rPr sz="1100" b="0" i="0" dirty="0">
                <a:solidFill>
                  <a:schemeClr val="bg1"/>
                </a:solidFill>
              </a:rPr>
              <a:t>Data Quality Intelligence</a:t>
            </a:r>
            <a:r>
              <a:rPr lang="en-IN" sz="1100" b="0" i="0" dirty="0">
                <a:solidFill>
                  <a:schemeClr val="bg1"/>
                </a:solidFill>
              </a:rPr>
              <a:t> (Beta)</a:t>
            </a:r>
            <a:endParaRPr sz="1100" b="0" i="0" dirty="0">
              <a:solidFill>
                <a:schemeClr val="bg1"/>
              </a:solidFill>
            </a:endParaRPr>
          </a:p>
        </p:txBody>
      </p:sp>
      <p:sp>
        <p:nvSpPr>
          <p:cNvPr id="71" name="Rectangle 70"/>
          <p:cNvSpPr/>
          <p:nvPr/>
        </p:nvSpPr>
        <p:spPr>
          <a:xfrm>
            <a:off x="3566160" y="3785616"/>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657600" y="3831336"/>
            <a:ext cx="3886200" cy="261610"/>
          </a:xfrm>
          <a:prstGeom prst="rect">
            <a:avLst/>
          </a:prstGeom>
          <a:noFill/>
        </p:spPr>
        <p:txBody>
          <a:bodyPr wrap="square">
            <a:spAutoFit/>
          </a:bodyPr>
          <a:lstStyle/>
          <a:p>
            <a:pPr algn="l"/>
            <a:r>
              <a:rPr sz="1100" b="0" i="0">
                <a:solidFill>
                  <a:schemeClr val="bg1"/>
                </a:solidFill>
              </a:rPr>
              <a:t>✅ Built-in DQ engine</a:t>
            </a:r>
          </a:p>
        </p:txBody>
      </p:sp>
      <p:sp>
        <p:nvSpPr>
          <p:cNvPr id="73" name="Rectangle 72"/>
          <p:cNvSpPr/>
          <p:nvPr/>
        </p:nvSpPr>
        <p:spPr>
          <a:xfrm>
            <a:off x="7699248" y="3785616"/>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7790688" y="3831336"/>
            <a:ext cx="3886200" cy="261610"/>
          </a:xfrm>
          <a:prstGeom prst="rect">
            <a:avLst/>
          </a:prstGeom>
          <a:noFill/>
        </p:spPr>
        <p:txBody>
          <a:bodyPr wrap="square">
            <a:spAutoFit/>
          </a:bodyPr>
          <a:lstStyle/>
          <a:p>
            <a:pPr algn="l"/>
            <a:r>
              <a:rPr sz="1100" b="0" i="0">
                <a:solidFill>
                  <a:schemeClr val="bg1"/>
                </a:solidFill>
              </a:rPr>
              <a:t>❌ Separate tool needed</a:t>
            </a:r>
          </a:p>
        </p:txBody>
      </p:sp>
      <p:cxnSp>
        <p:nvCxnSpPr>
          <p:cNvPr id="75" name="Connector 74"/>
          <p:cNvCxnSpPr/>
          <p:nvPr/>
        </p:nvCxnSpPr>
        <p:spPr>
          <a:xfrm>
            <a:off x="256032" y="3785616"/>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256032" y="4087368"/>
            <a:ext cx="320040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347472" y="4133088"/>
            <a:ext cx="3063240" cy="261610"/>
          </a:xfrm>
          <a:prstGeom prst="rect">
            <a:avLst/>
          </a:prstGeom>
          <a:noFill/>
        </p:spPr>
        <p:txBody>
          <a:bodyPr wrap="square">
            <a:spAutoFit/>
          </a:bodyPr>
          <a:lstStyle/>
          <a:p>
            <a:pPr algn="l"/>
            <a:r>
              <a:rPr sz="1100" b="0" i="0">
                <a:solidFill>
                  <a:schemeClr val="bg1"/>
                </a:solidFill>
              </a:rPr>
              <a:t>KPI Auto-Detection</a:t>
            </a:r>
          </a:p>
        </p:txBody>
      </p:sp>
      <p:sp>
        <p:nvSpPr>
          <p:cNvPr id="78" name="Rectangle 77"/>
          <p:cNvSpPr/>
          <p:nvPr/>
        </p:nvSpPr>
        <p:spPr>
          <a:xfrm>
            <a:off x="3566160" y="4087368"/>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3657600" y="4133088"/>
            <a:ext cx="3886200" cy="261610"/>
          </a:xfrm>
          <a:prstGeom prst="rect">
            <a:avLst/>
          </a:prstGeom>
          <a:noFill/>
        </p:spPr>
        <p:txBody>
          <a:bodyPr wrap="square">
            <a:spAutoFit/>
          </a:bodyPr>
          <a:lstStyle/>
          <a:p>
            <a:pPr algn="l"/>
            <a:r>
              <a:rPr sz="1100" b="0" i="0">
                <a:solidFill>
                  <a:schemeClr val="bg1"/>
                </a:solidFill>
              </a:rPr>
              <a:t>✅ Column-pattern based</a:t>
            </a:r>
          </a:p>
        </p:txBody>
      </p:sp>
      <p:sp>
        <p:nvSpPr>
          <p:cNvPr id="80" name="Rectangle 79"/>
          <p:cNvSpPr/>
          <p:nvPr/>
        </p:nvSpPr>
        <p:spPr>
          <a:xfrm>
            <a:off x="7699248" y="4087368"/>
            <a:ext cx="402336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7790688" y="4133088"/>
            <a:ext cx="3886200" cy="261610"/>
          </a:xfrm>
          <a:prstGeom prst="rect">
            <a:avLst/>
          </a:prstGeom>
          <a:noFill/>
        </p:spPr>
        <p:txBody>
          <a:bodyPr wrap="square">
            <a:spAutoFit/>
          </a:bodyPr>
          <a:lstStyle/>
          <a:p>
            <a:pPr algn="l"/>
            <a:r>
              <a:rPr sz="1100" b="0" i="0">
                <a:solidFill>
                  <a:schemeClr val="bg1"/>
                </a:solidFill>
              </a:rPr>
              <a:t>⚠️ Manual dashboard build</a:t>
            </a:r>
          </a:p>
        </p:txBody>
      </p:sp>
      <p:cxnSp>
        <p:nvCxnSpPr>
          <p:cNvPr id="82" name="Connector 81"/>
          <p:cNvCxnSpPr/>
          <p:nvPr/>
        </p:nvCxnSpPr>
        <p:spPr>
          <a:xfrm>
            <a:off x="256032" y="4087368"/>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256032" y="4389120"/>
            <a:ext cx="320040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347472" y="4434840"/>
            <a:ext cx="3063240" cy="261610"/>
          </a:xfrm>
          <a:prstGeom prst="rect">
            <a:avLst/>
          </a:prstGeom>
          <a:noFill/>
        </p:spPr>
        <p:txBody>
          <a:bodyPr wrap="square">
            <a:spAutoFit/>
          </a:bodyPr>
          <a:lstStyle/>
          <a:p>
            <a:pPr algn="l"/>
            <a:r>
              <a:rPr sz="1100" b="0" i="0">
                <a:solidFill>
                  <a:schemeClr val="bg1"/>
                </a:solidFill>
              </a:rPr>
              <a:t>Self-Healing SQL Retry</a:t>
            </a:r>
          </a:p>
        </p:txBody>
      </p:sp>
      <p:sp>
        <p:nvSpPr>
          <p:cNvPr id="85" name="Rectangle 84"/>
          <p:cNvSpPr/>
          <p:nvPr/>
        </p:nvSpPr>
        <p:spPr>
          <a:xfrm>
            <a:off x="3566160" y="4389120"/>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3657600" y="4434840"/>
            <a:ext cx="3886200" cy="261610"/>
          </a:xfrm>
          <a:prstGeom prst="rect">
            <a:avLst/>
          </a:prstGeom>
          <a:noFill/>
        </p:spPr>
        <p:txBody>
          <a:bodyPr wrap="square">
            <a:spAutoFit/>
          </a:bodyPr>
          <a:lstStyle/>
          <a:p>
            <a:pPr algn="l"/>
            <a:r>
              <a:rPr sz="1100" b="0" i="0">
                <a:solidFill>
                  <a:schemeClr val="bg1"/>
                </a:solidFill>
              </a:rPr>
              <a:t>✅ Auto LLM retry</a:t>
            </a:r>
          </a:p>
        </p:txBody>
      </p:sp>
      <p:sp>
        <p:nvSpPr>
          <p:cNvPr id="87" name="Rectangle 86"/>
          <p:cNvSpPr/>
          <p:nvPr/>
        </p:nvSpPr>
        <p:spPr>
          <a:xfrm>
            <a:off x="7699248" y="4389120"/>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7790688" y="4434840"/>
            <a:ext cx="3886200" cy="261610"/>
          </a:xfrm>
          <a:prstGeom prst="rect">
            <a:avLst/>
          </a:prstGeom>
          <a:noFill/>
        </p:spPr>
        <p:txBody>
          <a:bodyPr wrap="square">
            <a:spAutoFit/>
          </a:bodyPr>
          <a:lstStyle/>
          <a:p>
            <a:pPr algn="l"/>
            <a:r>
              <a:rPr sz="1100" b="0" i="0">
                <a:solidFill>
                  <a:schemeClr val="bg1"/>
                </a:solidFill>
              </a:rPr>
              <a:t>❌ Manual re-prompt</a:t>
            </a:r>
          </a:p>
        </p:txBody>
      </p:sp>
      <p:cxnSp>
        <p:nvCxnSpPr>
          <p:cNvPr id="89" name="Connector 88"/>
          <p:cNvCxnSpPr/>
          <p:nvPr/>
        </p:nvCxnSpPr>
        <p:spPr>
          <a:xfrm>
            <a:off x="256032" y="4389120"/>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256032" y="4690872"/>
            <a:ext cx="320040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347472" y="4736592"/>
            <a:ext cx="3063240" cy="261610"/>
          </a:xfrm>
          <a:prstGeom prst="rect">
            <a:avLst/>
          </a:prstGeom>
          <a:noFill/>
        </p:spPr>
        <p:txBody>
          <a:bodyPr wrap="square">
            <a:spAutoFit/>
          </a:bodyPr>
          <a:lstStyle/>
          <a:p>
            <a:pPr algn="l"/>
            <a:r>
              <a:rPr sz="1100" b="0" i="0">
                <a:solidFill>
                  <a:schemeClr val="bg1"/>
                </a:solidFill>
              </a:rPr>
              <a:t>Session Memory</a:t>
            </a:r>
          </a:p>
        </p:txBody>
      </p:sp>
      <p:sp>
        <p:nvSpPr>
          <p:cNvPr id="92" name="Rectangle 91"/>
          <p:cNvSpPr/>
          <p:nvPr/>
        </p:nvSpPr>
        <p:spPr>
          <a:xfrm>
            <a:off x="3566160" y="4690872"/>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3657600" y="4736592"/>
            <a:ext cx="3886200" cy="261610"/>
          </a:xfrm>
          <a:prstGeom prst="rect">
            <a:avLst/>
          </a:prstGeom>
          <a:noFill/>
        </p:spPr>
        <p:txBody>
          <a:bodyPr wrap="square">
            <a:spAutoFit/>
          </a:bodyPr>
          <a:lstStyle/>
          <a:p>
            <a:pPr algn="l"/>
            <a:r>
              <a:rPr sz="1100" b="0" i="0">
                <a:solidFill>
                  <a:schemeClr val="bg1"/>
                </a:solidFill>
              </a:rPr>
              <a:t>✅ Follow-up awareness</a:t>
            </a:r>
          </a:p>
        </p:txBody>
      </p:sp>
      <p:sp>
        <p:nvSpPr>
          <p:cNvPr id="94" name="Rectangle 93"/>
          <p:cNvSpPr/>
          <p:nvPr/>
        </p:nvSpPr>
        <p:spPr>
          <a:xfrm>
            <a:off x="7699248" y="4690872"/>
            <a:ext cx="402336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7790688" y="4736592"/>
            <a:ext cx="3886200" cy="261610"/>
          </a:xfrm>
          <a:prstGeom prst="rect">
            <a:avLst/>
          </a:prstGeom>
          <a:noFill/>
        </p:spPr>
        <p:txBody>
          <a:bodyPr wrap="square">
            <a:spAutoFit/>
          </a:bodyPr>
          <a:lstStyle/>
          <a:p>
            <a:r>
              <a:rPr lang="en-IN" sz="1100" b="0" i="0" dirty="0">
                <a:solidFill>
                  <a:schemeClr val="bg1"/>
                </a:solidFill>
              </a:rPr>
              <a:t> </a:t>
            </a:r>
            <a:r>
              <a:rPr lang="en-IN" sz="1100" dirty="0">
                <a:solidFill>
                  <a:schemeClr val="bg1"/>
                </a:solidFill>
              </a:rPr>
              <a:t>✅</a:t>
            </a:r>
            <a:r>
              <a:rPr lang="en-IN" sz="1100" b="0" i="0" dirty="0">
                <a:solidFill>
                  <a:schemeClr val="bg1"/>
                </a:solidFill>
              </a:rPr>
              <a:t> Supported</a:t>
            </a:r>
            <a:endParaRPr sz="1100" b="0" i="0" dirty="0">
              <a:solidFill>
                <a:schemeClr val="bg1"/>
              </a:solidFill>
            </a:endParaRPr>
          </a:p>
        </p:txBody>
      </p:sp>
      <p:cxnSp>
        <p:nvCxnSpPr>
          <p:cNvPr id="96" name="Connector 95"/>
          <p:cNvCxnSpPr/>
          <p:nvPr/>
        </p:nvCxnSpPr>
        <p:spPr>
          <a:xfrm>
            <a:off x="256032" y="4690872"/>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97" name="Rectangle 96"/>
          <p:cNvSpPr/>
          <p:nvPr/>
        </p:nvSpPr>
        <p:spPr>
          <a:xfrm>
            <a:off x="256032" y="4992624"/>
            <a:ext cx="320040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347472" y="5038344"/>
            <a:ext cx="3063240" cy="261610"/>
          </a:xfrm>
          <a:prstGeom prst="rect">
            <a:avLst/>
          </a:prstGeom>
          <a:noFill/>
        </p:spPr>
        <p:txBody>
          <a:bodyPr wrap="square">
            <a:spAutoFit/>
          </a:bodyPr>
          <a:lstStyle/>
          <a:p>
            <a:pPr algn="l"/>
            <a:r>
              <a:rPr sz="1100" b="0" i="0">
                <a:solidFill>
                  <a:schemeClr val="bg1"/>
                </a:solidFill>
              </a:rPr>
              <a:t>Deployment on ADLS/Azure</a:t>
            </a:r>
          </a:p>
        </p:txBody>
      </p:sp>
      <p:sp>
        <p:nvSpPr>
          <p:cNvPr id="99" name="Rectangle 98"/>
          <p:cNvSpPr/>
          <p:nvPr/>
        </p:nvSpPr>
        <p:spPr>
          <a:xfrm>
            <a:off x="3566160" y="4992624"/>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3657600" y="5038344"/>
            <a:ext cx="3886200" cy="261610"/>
          </a:xfrm>
          <a:prstGeom prst="rect">
            <a:avLst/>
          </a:prstGeom>
          <a:noFill/>
        </p:spPr>
        <p:txBody>
          <a:bodyPr wrap="square">
            <a:spAutoFit/>
          </a:bodyPr>
          <a:lstStyle/>
          <a:p>
            <a:pPr algn="l"/>
            <a:r>
              <a:rPr sz="1100" b="0" i="0">
                <a:solidFill>
                  <a:schemeClr val="bg1"/>
                </a:solidFill>
              </a:rPr>
              <a:t>✅ Native support</a:t>
            </a:r>
          </a:p>
        </p:txBody>
      </p:sp>
      <p:sp>
        <p:nvSpPr>
          <p:cNvPr id="101" name="Rectangle 100"/>
          <p:cNvSpPr/>
          <p:nvPr/>
        </p:nvSpPr>
        <p:spPr>
          <a:xfrm>
            <a:off x="7699248" y="4992624"/>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7790688" y="5038344"/>
            <a:ext cx="3886200" cy="261610"/>
          </a:xfrm>
          <a:prstGeom prst="rect">
            <a:avLst/>
          </a:prstGeom>
          <a:noFill/>
        </p:spPr>
        <p:txBody>
          <a:bodyPr wrap="square">
            <a:spAutoFit/>
          </a:bodyPr>
          <a:lstStyle/>
          <a:p>
            <a:pPr algn="l"/>
            <a:r>
              <a:rPr sz="1100" b="0" i="0">
                <a:solidFill>
                  <a:schemeClr val="bg1"/>
                </a:solidFill>
              </a:rPr>
              <a:t>⚠️ Via Databricks only</a:t>
            </a:r>
          </a:p>
        </p:txBody>
      </p:sp>
      <p:cxnSp>
        <p:nvCxnSpPr>
          <p:cNvPr id="103" name="Connector 102"/>
          <p:cNvCxnSpPr/>
          <p:nvPr/>
        </p:nvCxnSpPr>
        <p:spPr>
          <a:xfrm>
            <a:off x="256032" y="4992624"/>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104" name="Rectangle 103"/>
          <p:cNvSpPr/>
          <p:nvPr/>
        </p:nvSpPr>
        <p:spPr>
          <a:xfrm>
            <a:off x="256032" y="5294376"/>
            <a:ext cx="320040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347472" y="5340096"/>
            <a:ext cx="3063240" cy="261610"/>
          </a:xfrm>
          <a:prstGeom prst="rect">
            <a:avLst/>
          </a:prstGeom>
          <a:noFill/>
        </p:spPr>
        <p:txBody>
          <a:bodyPr wrap="square">
            <a:spAutoFit/>
          </a:bodyPr>
          <a:lstStyle/>
          <a:p>
            <a:pPr algn="l"/>
            <a:r>
              <a:rPr sz="1100" b="0" i="0">
                <a:solidFill>
                  <a:schemeClr val="bg1"/>
                </a:solidFill>
              </a:rPr>
              <a:t>Open Source Customisable</a:t>
            </a:r>
          </a:p>
        </p:txBody>
      </p:sp>
      <p:sp>
        <p:nvSpPr>
          <p:cNvPr id="106" name="Rectangle 105"/>
          <p:cNvSpPr/>
          <p:nvPr/>
        </p:nvSpPr>
        <p:spPr>
          <a:xfrm>
            <a:off x="3566160" y="5294376"/>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3657600" y="5340096"/>
            <a:ext cx="3886200" cy="261610"/>
          </a:xfrm>
          <a:prstGeom prst="rect">
            <a:avLst/>
          </a:prstGeom>
          <a:noFill/>
        </p:spPr>
        <p:txBody>
          <a:bodyPr wrap="square">
            <a:spAutoFit/>
          </a:bodyPr>
          <a:lstStyle/>
          <a:p>
            <a:pPr algn="l"/>
            <a:r>
              <a:rPr sz="1100" b="0" i="0">
                <a:solidFill>
                  <a:schemeClr val="bg1"/>
                </a:solidFill>
              </a:rPr>
              <a:t>✅ Fully extensible Python</a:t>
            </a:r>
          </a:p>
        </p:txBody>
      </p:sp>
      <p:sp>
        <p:nvSpPr>
          <p:cNvPr id="108" name="Rectangle 107"/>
          <p:cNvSpPr/>
          <p:nvPr/>
        </p:nvSpPr>
        <p:spPr>
          <a:xfrm>
            <a:off x="7699248" y="5294376"/>
            <a:ext cx="4023360" cy="301752"/>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7790688" y="5340096"/>
            <a:ext cx="3886200" cy="261610"/>
          </a:xfrm>
          <a:prstGeom prst="rect">
            <a:avLst/>
          </a:prstGeom>
          <a:noFill/>
        </p:spPr>
        <p:txBody>
          <a:bodyPr wrap="square">
            <a:spAutoFit/>
          </a:bodyPr>
          <a:lstStyle/>
          <a:p>
            <a:pPr algn="l"/>
            <a:r>
              <a:rPr sz="1100" b="0" i="0">
                <a:solidFill>
                  <a:schemeClr val="bg1"/>
                </a:solidFill>
              </a:rPr>
              <a:t>❌ Proprietary platform</a:t>
            </a:r>
          </a:p>
        </p:txBody>
      </p:sp>
      <p:cxnSp>
        <p:nvCxnSpPr>
          <p:cNvPr id="110" name="Connector 109"/>
          <p:cNvCxnSpPr/>
          <p:nvPr/>
        </p:nvCxnSpPr>
        <p:spPr>
          <a:xfrm>
            <a:off x="256032" y="5294376"/>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sp>
        <p:nvSpPr>
          <p:cNvPr id="111" name="Rectangle 110"/>
          <p:cNvSpPr/>
          <p:nvPr/>
        </p:nvSpPr>
        <p:spPr>
          <a:xfrm>
            <a:off x="256032" y="5596128"/>
            <a:ext cx="320040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347472" y="5641848"/>
            <a:ext cx="3063240" cy="261610"/>
          </a:xfrm>
          <a:prstGeom prst="rect">
            <a:avLst/>
          </a:prstGeom>
          <a:noFill/>
        </p:spPr>
        <p:txBody>
          <a:bodyPr wrap="square">
            <a:spAutoFit/>
          </a:bodyPr>
          <a:lstStyle/>
          <a:p>
            <a:pPr algn="l"/>
            <a:r>
              <a:rPr sz="1100" b="0" i="0">
                <a:solidFill>
                  <a:schemeClr val="bg1"/>
                </a:solidFill>
              </a:rPr>
              <a:t>PII Masking (Roadmap)</a:t>
            </a:r>
          </a:p>
        </p:txBody>
      </p:sp>
      <p:sp>
        <p:nvSpPr>
          <p:cNvPr id="113" name="Rectangle 112"/>
          <p:cNvSpPr/>
          <p:nvPr/>
        </p:nvSpPr>
        <p:spPr>
          <a:xfrm>
            <a:off x="3566160" y="5596128"/>
            <a:ext cx="4023360" cy="301752"/>
          </a:xfrm>
          <a:prstGeom prst="rect">
            <a:avLst/>
          </a:prstGeom>
          <a:solidFill>
            <a:srgbClr val="031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3657600" y="5641848"/>
            <a:ext cx="3886200" cy="261610"/>
          </a:xfrm>
          <a:prstGeom prst="rect">
            <a:avLst/>
          </a:prstGeom>
          <a:noFill/>
        </p:spPr>
        <p:txBody>
          <a:bodyPr wrap="square">
            <a:spAutoFit/>
          </a:bodyPr>
          <a:lstStyle/>
          <a:p>
            <a:pPr algn="l"/>
            <a:r>
              <a:rPr sz="1100" b="0" i="0">
                <a:solidFill>
                  <a:schemeClr val="bg1"/>
                </a:solidFill>
              </a:rPr>
              <a:t>🔜 Next version</a:t>
            </a:r>
          </a:p>
        </p:txBody>
      </p:sp>
      <p:sp>
        <p:nvSpPr>
          <p:cNvPr id="115" name="Rectangle 114"/>
          <p:cNvSpPr/>
          <p:nvPr/>
        </p:nvSpPr>
        <p:spPr>
          <a:xfrm>
            <a:off x="7699248" y="5596128"/>
            <a:ext cx="4023360" cy="301752"/>
          </a:xfrm>
          <a:prstGeom prst="rect">
            <a:avLst/>
          </a:prstGeom>
          <a:solidFill>
            <a:srgbClr val="0F1F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7790688" y="5641848"/>
            <a:ext cx="3886200" cy="261610"/>
          </a:xfrm>
          <a:prstGeom prst="rect">
            <a:avLst/>
          </a:prstGeom>
          <a:noFill/>
        </p:spPr>
        <p:txBody>
          <a:bodyPr wrap="square">
            <a:spAutoFit/>
          </a:bodyPr>
          <a:lstStyle/>
          <a:p>
            <a:pPr algn="l"/>
            <a:r>
              <a:rPr sz="1100" b="0" i="0">
                <a:solidFill>
                  <a:schemeClr val="bg1"/>
                </a:solidFill>
              </a:rPr>
              <a:t>⚠️ Enterprise add-on</a:t>
            </a:r>
          </a:p>
        </p:txBody>
      </p:sp>
      <p:cxnSp>
        <p:nvCxnSpPr>
          <p:cNvPr id="117" name="Connector 116"/>
          <p:cNvCxnSpPr/>
          <p:nvPr/>
        </p:nvCxnSpPr>
        <p:spPr>
          <a:xfrm>
            <a:off x="256032" y="5596128"/>
            <a:ext cx="11466576" cy="0"/>
          </a:xfrm>
          <a:prstGeom prst="line">
            <a:avLst/>
          </a:prstGeom>
          <a:ln w="6350">
            <a:solidFill>
              <a:srgbClr val="1E354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256032" y="987552"/>
            <a:ext cx="0" cy="4910328"/>
          </a:xfrm>
          <a:prstGeom prst="line">
            <a:avLst/>
          </a:prstGeom>
          <a:ln w="19050">
            <a:solidFill>
              <a:srgbClr val="296A9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3566160" y="987552"/>
            <a:ext cx="0" cy="4910328"/>
          </a:xfrm>
          <a:prstGeom prst="line">
            <a:avLst/>
          </a:prstGeom>
          <a:ln w="19050">
            <a:solidFill>
              <a:srgbClr val="296A9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699248" y="987552"/>
            <a:ext cx="0" cy="4910328"/>
          </a:xfrm>
          <a:prstGeom prst="line">
            <a:avLst/>
          </a:prstGeom>
          <a:ln w="19050">
            <a:solidFill>
              <a:srgbClr val="296A9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1722608" y="987552"/>
            <a:ext cx="0" cy="4910328"/>
          </a:xfrm>
          <a:prstGeom prst="line">
            <a:avLst/>
          </a:prstGeom>
          <a:ln w="19050">
            <a:solidFill>
              <a:srgbClr val="296A9E"/>
            </a:solidFill>
          </a:ln>
        </p:spPr>
        <p:style>
          <a:lnRef idx="2">
            <a:schemeClr val="accent1"/>
          </a:lnRef>
          <a:fillRef idx="0">
            <a:schemeClr val="accent1"/>
          </a:fillRef>
          <a:effectRef idx="1">
            <a:schemeClr val="accent1"/>
          </a:effectRef>
          <a:fontRef idx="minor">
            <a:schemeClr val="tx1"/>
          </a:fontRef>
        </p:style>
      </p:cxnSp>
      <p:sp>
        <p:nvSpPr>
          <p:cNvPr id="122" name="Rectangle 121"/>
          <p:cNvSpPr/>
          <p:nvPr/>
        </p:nvSpPr>
        <p:spPr>
          <a:xfrm>
            <a:off x="0" y="6729984"/>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TextBox 122"/>
          <p:cNvSpPr txBox="1"/>
          <p:nvPr/>
        </p:nvSpPr>
        <p:spPr>
          <a:xfrm>
            <a:off x="274320" y="6675120"/>
            <a:ext cx="7315200" cy="228600"/>
          </a:xfrm>
          <a:prstGeom prst="rect">
            <a:avLst/>
          </a:prstGeom>
          <a:noFill/>
        </p:spPr>
        <p:txBody>
          <a:bodyPr wrap="square">
            <a:spAutoFit/>
          </a:bodyPr>
          <a:lstStyle/>
          <a:p>
            <a:pPr algn="l"/>
            <a:r>
              <a:rPr sz="700" b="0" i="0">
                <a:solidFill>
                  <a:srgbClr val="B0BEC5"/>
                </a:solidFill>
              </a:rPr>
              <a:t>Capgemini AI Data Platform  |  Confidential</a:t>
            </a:r>
          </a:p>
        </p:txBody>
      </p:sp>
      <p:sp>
        <p:nvSpPr>
          <p:cNvPr id="124" name="TextBox 123"/>
          <p:cNvSpPr txBox="1"/>
          <p:nvPr/>
        </p:nvSpPr>
        <p:spPr>
          <a:xfrm>
            <a:off x="11430000" y="6675120"/>
            <a:ext cx="731520" cy="228600"/>
          </a:xfrm>
          <a:prstGeom prst="rect">
            <a:avLst/>
          </a:prstGeom>
          <a:noFill/>
        </p:spPr>
        <p:txBody>
          <a:bodyPr wrap="square">
            <a:spAutoFit/>
          </a:bodyPr>
          <a:lstStyle/>
          <a:p>
            <a:pPr algn="r"/>
            <a:r>
              <a:rPr sz="700" b="0" i="0">
                <a:solidFill>
                  <a:srgbClr val="B0BEC5"/>
                </a:solidFill>
              </a:rPr>
              <a:t>7 / 12</a:t>
            </a:r>
          </a:p>
        </p:txBody>
      </p:sp>
      <p:sp>
        <p:nvSpPr>
          <p:cNvPr id="5" name="Date Placeholder 4">
            <a:extLst>
              <a:ext uri="{FF2B5EF4-FFF2-40B4-BE49-F238E27FC236}">
                <a16:creationId xmlns:a16="http://schemas.microsoft.com/office/drawing/2014/main" id="{10A78630-A094-DB54-0DC5-9127DB865150}"/>
              </a:ext>
            </a:extLst>
          </p:cNvPr>
          <p:cNvSpPr>
            <a:spLocks noGrp="1"/>
          </p:cNvSpPr>
          <p:nvPr>
            <p:ph type="dt" sz="half" idx="10"/>
          </p:nvPr>
        </p:nvSpPr>
        <p:spPr/>
        <p:txBody>
          <a:bodyPr/>
          <a:lstStyle/>
          <a:p>
            <a:r>
              <a:rPr lang="en-IN"/>
              <a:t>Company Confidential © Capgemini 2026. All rights reserved.</a:t>
            </a:r>
            <a:endParaRPr lang="en-US"/>
          </a:p>
        </p:txBody>
      </p:sp>
      <p:sp>
        <p:nvSpPr>
          <p:cNvPr id="9" name="Footer Placeholder 8">
            <a:extLst>
              <a:ext uri="{FF2B5EF4-FFF2-40B4-BE49-F238E27FC236}">
                <a16:creationId xmlns:a16="http://schemas.microsoft.com/office/drawing/2014/main" id="{C840C83E-A284-C753-5A0C-1625C8D12A4B}"/>
              </a:ext>
            </a:extLst>
          </p:cNvPr>
          <p:cNvSpPr>
            <a:spLocks noGrp="1"/>
          </p:cNvSpPr>
          <p:nvPr>
            <p:ph type="ftr" sz="quarter" idx="11"/>
          </p:nvPr>
        </p:nvSpPr>
        <p:spPr/>
        <p:txBody>
          <a:bodyPr/>
          <a:lstStyle/>
          <a:p>
            <a:r>
              <a:rPr lang="en-US"/>
              <a:t>AI Data Copilot - AskData</a:t>
            </a:r>
          </a:p>
        </p:txBody>
      </p:sp>
      <p:sp>
        <p:nvSpPr>
          <p:cNvPr id="125" name="Slide Number Placeholder 124">
            <a:extLst>
              <a:ext uri="{FF2B5EF4-FFF2-40B4-BE49-F238E27FC236}">
                <a16:creationId xmlns:a16="http://schemas.microsoft.com/office/drawing/2014/main" id="{43B679E7-D877-9108-2508-A7F5B24B7FA9}"/>
              </a:ext>
            </a:extLst>
          </p:cNvPr>
          <p:cNvSpPr>
            <a:spLocks noGrp="1"/>
          </p:cNvSpPr>
          <p:nvPr>
            <p:ph type="sldNum" sz="quarter" idx="12"/>
          </p:nvPr>
        </p:nvSpPr>
        <p:spPr/>
        <p:txBody>
          <a:bodyPr/>
          <a:lstStyle/>
          <a:p>
            <a:fld id="{C1FF6DA9-008F-8B48-92A6-B652298478BF}" type="slidenum">
              <a:rPr lang="en-US" smtClean="0"/>
              <a:t>15</a:t>
            </a:fld>
            <a:endParaRPr lang="en-US"/>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5.xml><?xml version="1.0" encoding="utf-8"?>
<p:tagLst xmlns:a="http://schemas.openxmlformats.org/drawingml/2006/main" xmlns:r="http://schemas.openxmlformats.org/officeDocument/2006/relationships" xmlns:p="http://schemas.openxmlformats.org/presentationml/2006/main">
  <p:tag name="EE4P_MASTERWIZARD" val="Generic_Confidentiality"/>
</p:tagLst>
</file>

<file path=ppt/tags/tag6.xml><?xml version="1.0" encoding="utf-8"?>
<p:tagLst xmlns:a="http://schemas.openxmlformats.org/drawingml/2006/main" xmlns:r="http://schemas.openxmlformats.org/officeDocument/2006/relationships" xmlns:p="http://schemas.openxmlformats.org/presentationml/2006/main">
  <p:tag name="EE4P_MASTERWIZARD" val="Generic_Confidentiality"/>
</p:tagLst>
</file>

<file path=ppt/tags/tag7.xml><?xml version="1.0" encoding="utf-8"?>
<p:tagLst xmlns:a="http://schemas.openxmlformats.org/drawingml/2006/main" xmlns:r="http://schemas.openxmlformats.org/officeDocument/2006/relationships" xmlns:p="http://schemas.openxmlformats.org/presentationml/2006/main">
  <p:tag name="EE4P_MASTERWIZARD" val="Generic_Confidentiality"/>
</p:tagLst>
</file>

<file path=ppt/tags/tag8.xml><?xml version="1.0" encoding="utf-8"?>
<p:tagLst xmlns:a="http://schemas.openxmlformats.org/drawingml/2006/main" xmlns:r="http://schemas.openxmlformats.org/officeDocument/2006/relationships" xmlns:p="http://schemas.openxmlformats.org/presentationml/2006/main">
  <p:tag name="EE4P_MASTERWIZARD" val="Generic_Confidentiality"/>
</p:tagLst>
</file>

<file path=ppt/tags/tag9.xml><?xml version="1.0" encoding="utf-8"?>
<p:tagLst xmlns:a="http://schemas.openxmlformats.org/drawingml/2006/main" xmlns:r="http://schemas.openxmlformats.org/officeDocument/2006/relationships" xmlns:p="http://schemas.openxmlformats.org/presentationml/2006/main">
  <p:tag name="EE4P_MASTERWIZARD" val="Generic_Confidentiality"/>
</p:tagLst>
</file>

<file path=ppt/theme/theme1.xml><?xml version="1.0" encoding="utf-8"?>
<a:theme xmlns:a="http://schemas.openxmlformats.org/drawingml/2006/main" name="Capgemini_Bright_2025">
  <a:themeElements>
    <a:clrScheme name="New Brand October 2025">
      <a:dk1>
        <a:srgbClr val="000000"/>
      </a:dk1>
      <a:lt1>
        <a:srgbClr val="FFFFFF"/>
      </a:lt1>
      <a:dk2>
        <a:srgbClr val="0057AB"/>
      </a:dk2>
      <a:lt2>
        <a:srgbClr val="FFFFFF"/>
      </a:lt2>
      <a:accent1>
        <a:srgbClr val="1DB6F3"/>
      </a:accent1>
      <a:accent2>
        <a:srgbClr val="111937"/>
      </a:accent2>
      <a:accent3>
        <a:srgbClr val="00828E"/>
      </a:accent3>
      <a:accent4>
        <a:srgbClr val="BE4D01"/>
      </a:accent4>
      <a:accent5>
        <a:srgbClr val="903137"/>
      </a:accent5>
      <a:accent6>
        <a:srgbClr val="725F9F"/>
      </a:accent6>
      <a:hlink>
        <a:srgbClr val="0058AB"/>
      </a:hlink>
      <a:folHlink>
        <a:srgbClr val="1DB7F3"/>
      </a:folHlink>
    </a:clrScheme>
    <a:fontScheme name="Capgemini 2024">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9525">
          <a:noFill/>
          <a:prstDash val="soli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err="1">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1">
              <a:lumMod val="6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90000" tIns="46800" rIns="90000" bIns="46800" rtlCol="0" anchor="ctr">
        <a:spAutoFit/>
      </a:bodyPr>
      <a:lstStyle>
        <a:defPPr algn="l">
          <a:spcBef>
            <a:spcPct val="0"/>
          </a:spcBef>
          <a:defRPr sz="1400" dirty="0" err="1" smtClean="0"/>
        </a:defPPr>
      </a:lstStyle>
    </a:txDef>
  </a:objectDefaults>
  <a:extraClrSchemeLst/>
  <a:custClrLst>
    <a:custClr name="Turquoise on Dark">
      <a:srgbClr val="00D5D0"/>
    </a:custClr>
    <a:custClr name="Amber on Dark">
      <a:srgbClr val="FEB100"/>
    </a:custClr>
    <a:custClr name="Coral on Dark">
      <a:srgbClr val="FF816E"/>
    </a:custClr>
    <a:custClr name="Lilac on Dark">
      <a:srgbClr val="D4D5F2"/>
    </a:custClr>
    <a:custClr name="Teal on Light">
      <a:srgbClr val="00828E"/>
    </a:custClr>
    <a:custClr name="Burnt Orange on Light">
      <a:srgbClr val="BE4D01"/>
    </a:custClr>
    <a:custClr name="Maroon on Light">
      <a:srgbClr val="903137"/>
    </a:custClr>
    <a:custClr name="Mauve on Light">
      <a:srgbClr val="725F9F"/>
    </a:custClr>
  </a:custClrLst>
  <a:extLst>
    <a:ext uri="{05A4C25C-085E-4340-85A3-A5531E510DB2}">
      <thm15:themeFamily xmlns:thm15="http://schemas.microsoft.com/office/thememl/2012/main" name="Capgemini_PPT-template_Master_November-2-2025" id="{96EA64C5-76B7-4D4A-9670-4F7B5ED506A3}" vid="{D5BE8CDC-35EF-B948-AD1F-F46C784ABE69}"/>
    </a:ext>
  </a:extLst>
</a:theme>
</file>

<file path=ppt/theme/theme2.xml><?xml version="1.0" encoding="utf-8"?>
<a:theme xmlns:a="http://schemas.openxmlformats.org/drawingml/2006/main" name="Capgemini_2024">
  <a:themeElements>
    <a:clrScheme name="Capgemini">
      <a:dk1>
        <a:sysClr val="windowText" lastClr="000000"/>
      </a:dk1>
      <a:lt1>
        <a:srgbClr val="FFFFFF"/>
      </a:lt1>
      <a:dk2>
        <a:srgbClr val="000000"/>
      </a:dk2>
      <a:lt2>
        <a:srgbClr val="ECECEC"/>
      </a:lt2>
      <a:accent1>
        <a:srgbClr val="0070AD"/>
      </a:accent1>
      <a:accent2>
        <a:srgbClr val="12ABDB"/>
      </a:accent2>
      <a:accent3>
        <a:srgbClr val="14596B"/>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9525">
          <a:noFill/>
          <a:prstDash val="soli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err="1">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1">
              <a:lumMod val="6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90000" tIns="46800" rIns="90000" bIns="46800" rtlCol="0" anchor="ctr">
        <a:spAutoFit/>
      </a:bodyPr>
      <a:lstStyle>
        <a:defPPr algn="l">
          <a:spcBef>
            <a:spcPct val="0"/>
          </a:spcBef>
          <a:defRPr sz="1400" dirty="0" err="1" smtClean="0"/>
        </a:defPPr>
      </a:lstStyle>
    </a:txDef>
  </a:objectDefaults>
  <a:extraClrSchemeLst/>
  <a:custClrLst>
    <a:custClr name="Green A">
      <a:srgbClr val="57CF80"/>
    </a:custClr>
    <a:custClr name="Green B">
      <a:srgbClr val="33B569"/>
    </a:custClr>
    <a:custClr name="Green C">
      <a:srgbClr val="2EA657"/>
    </a:custClr>
    <a:custClr name="Green D">
      <a:srgbClr val="178C3D"/>
    </a:custClr>
    <a:custClr name="Green E">
      <a:srgbClr val="176036"/>
    </a:custClr>
    <a:custClr name="Teal A">
      <a:srgbClr val="00E6E3"/>
    </a:custClr>
    <a:custClr name="Teal B">
      <a:srgbClr val="00D5D0"/>
    </a:custClr>
    <a:custClr name="Teal C">
      <a:srgbClr val="00BFBF"/>
    </a:custClr>
    <a:custClr name="Teal D">
      <a:srgbClr val="00929B"/>
    </a:custClr>
    <a:custClr name="Teal E">
      <a:srgbClr val="007D74"/>
    </a:custClr>
    <a:custClr name="Peacock A">
      <a:srgbClr val="00E0CB"/>
    </a:custClr>
    <a:custClr name="Peacock B">
      <a:srgbClr val="00B2A2"/>
    </a:custClr>
    <a:custClr name="Peacock C">
      <a:srgbClr val="0F878A"/>
    </a:custClr>
    <a:custClr name="Peacock D">
      <a:srgbClr val="0F6A73"/>
    </a:custClr>
    <a:custClr name="Peacock E">
      <a:srgbClr val="0F434A"/>
    </a:custClr>
    <a:custClr name="Sapphire A">
      <a:srgbClr val="338091"/>
    </a:custClr>
    <a:custClr name="Sapphire B">
      <a:srgbClr val="336B7D"/>
    </a:custClr>
    <a:custClr name="Sapphire C">
      <a:srgbClr val="14596B"/>
    </a:custClr>
    <a:custClr name="Sapphire D">
      <a:srgbClr val="214554"/>
    </a:custClr>
    <a:custClr name="Sapphire E">
      <a:srgbClr val="173340"/>
    </a:custClr>
    <a:custClr name="Violet A">
      <a:srgbClr val="E557AD"/>
    </a:custClr>
    <a:custClr name="Violet B">
      <a:srgbClr val="D13A8C"/>
    </a:custClr>
    <a:custClr name="Violet C">
      <a:srgbClr val="BA2980"/>
    </a:custClr>
    <a:custClr name="Violet D">
      <a:srgbClr val="A12980"/>
    </a:custClr>
    <a:custClr name="Violet E">
      <a:srgbClr val="811B6F"/>
    </a:custClr>
    <a:custClr name="Yellow A">
      <a:srgbClr val="FFDA80"/>
    </a:custClr>
    <a:custClr name="Yellow B">
      <a:srgbClr val="FFD068"/>
    </a:custClr>
    <a:custClr name="Yellow C">
      <a:srgbClr val="FFB24A"/>
    </a:custClr>
    <a:custClr name="Yellow D">
      <a:srgbClr val="FF9C29"/>
    </a:custClr>
    <a:custClr name="Yellow E">
      <a:srgbClr val="FF8E12"/>
    </a:custClr>
    <a:custClr name="Velvet A">
      <a:srgbClr val="9E4780"/>
    </a:custClr>
    <a:custClr name="Velvet B">
      <a:srgbClr val="802B73"/>
    </a:custClr>
    <a:custClr name="Velvet C">
      <a:srgbClr val="750D5C"/>
    </a:custClr>
    <a:custClr name="Velvet D">
      <a:srgbClr val="590A42"/>
    </a:custClr>
    <a:custClr name="Velvet E">
      <a:srgbClr val="42142E"/>
    </a:custClr>
    <a:custClr name="Red A">
      <a:srgbClr val="FF5770"/>
    </a:custClr>
    <a:custClr name="Red B">
      <a:srgbClr val="FF455E"/>
    </a:custClr>
    <a:custClr name="Red C">
      <a:srgbClr val="FF304D"/>
    </a:custClr>
    <a:custClr name="Red D">
      <a:srgbClr val="E30021"/>
    </a:custClr>
    <a:custClr name="Red E">
      <a:srgbClr val="A6001A"/>
    </a:custClr>
  </a:custClrLst>
  <a:extLst>
    <a:ext uri="{05A4C25C-085E-4340-85A3-A5531E510DB2}">
      <thm15:themeFamily xmlns:thm15="http://schemas.microsoft.com/office/thememl/2012/main" name="2024 Invent Template" id="{94B3BD2B-4D4C-4914-8118-7264ADF23EBF}" vid="{BEEB6533-167C-4C81-83A7-AE7414378E7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760c494-6550-44b4-8258-77c175d778b7}" enabled="1" method="Privileged" siteId="{76a2ae5a-9f00-4f6b-95ed-5d33d77c4d61}" removed="0"/>
</clbl:labelList>
</file>

<file path=docProps/app.xml><?xml version="1.0" encoding="utf-8"?>
<Properties xmlns="http://schemas.openxmlformats.org/officeDocument/2006/extended-properties" xmlns:vt="http://schemas.openxmlformats.org/officeDocument/2006/docPropsVTypes">
  <Template/>
  <TotalTime>5096</TotalTime>
  <Words>1184</Words>
  <Application>Microsoft Office PowerPoint</Application>
  <PresentationFormat>Custom</PresentationFormat>
  <Paragraphs>318</Paragraphs>
  <Slides>15</Slides>
  <Notes>2</Notes>
  <HiddenSlides>1</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15</vt:i4>
      </vt:variant>
    </vt:vector>
  </HeadingPairs>
  <TitlesOfParts>
    <vt:vector size="27" baseType="lpstr">
      <vt:lpstr>Aptos</vt:lpstr>
      <vt:lpstr>Arial</vt:lpstr>
      <vt:lpstr>Segoe UI</vt:lpstr>
      <vt:lpstr>System Font Regular</vt:lpstr>
      <vt:lpstr>Times New Roman</vt:lpstr>
      <vt:lpstr>Ubuntu</vt:lpstr>
      <vt:lpstr>Ubuntu Light</vt:lpstr>
      <vt:lpstr>Ubuntu Medium</vt:lpstr>
      <vt:lpstr>Verdana</vt:lpstr>
      <vt:lpstr>Wingdings</vt:lpstr>
      <vt:lpstr>Capgemini_Bright_2025</vt:lpstr>
      <vt:lpstr>Capgemini_2024</vt:lpstr>
      <vt:lpstr>AI Data Platform - AskDB</vt:lpstr>
      <vt:lpstr>Agenda</vt:lpstr>
      <vt:lpstr>Business Problem</vt:lpstr>
      <vt:lpstr>PowerPoint Presentation</vt:lpstr>
      <vt:lpstr>PowerPoint Presentation</vt:lpstr>
      <vt:lpstr>How User Questions Become Business Insights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KONDHALKAR, RAHUL</cp:lastModifiedBy>
  <cp:revision>12</cp:revision>
  <dcterms:created xsi:type="dcterms:W3CDTF">2013-01-27T09:14:16Z</dcterms:created>
  <dcterms:modified xsi:type="dcterms:W3CDTF">2026-08-19T13:32:19Z</dcterms:modified>
  <cp:category/>
</cp:coreProperties>
</file>