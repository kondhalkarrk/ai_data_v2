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19" r:id="rId2"/>
  </p:sldMasterIdLst>
  <p:notesMasterIdLst>
    <p:notesMasterId r:id="rId17"/>
  </p:notesMasterIdLst>
  <p:sldIdLst>
    <p:sldId id="256" r:id="rId10"/>
    <p:sldId id="257"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8BD11E-E5B2-40B9-A592-CF45FFAEA301}">
          <p14:sldIdLst>
            <p14:sldId id="2147483620"/>
            <p14:sldId id="2147483614"/>
            <p14:sldId id="2147483615"/>
          </p14:sldIdLst>
        </p14:section>
        <p14:section name="Our Solution &amp; Soln Architecture" id="{36030F0A-9A01-CA4F-A85B-6477620F7CC8}">
          <p14:sldIdLst>
            <p14:sldId id="2147483632"/>
            <p14:sldId id="2147483616"/>
            <p14:sldId id="2147483633"/>
            <p14:sldId id="2147483634"/>
          </p14:sldIdLst>
        </p14:section>
        <p14:section name="Features" id="{52424E02-4E8F-0F47-A0CD-6FCB481E16A3}">
          <p14:sldIdLst>
            <p14:sldId id="2147483635"/>
            <p14:sldId id="2147483636"/>
            <p14:sldId id="2147483637"/>
            <p14:sldId id="2147483638"/>
            <p14:sldId id="2147483639"/>
            <p14:sldId id="2147482007"/>
            <p14:sldId id="262"/>
          </p14:sldIdLst>
        </p14:section>
        <p14:section name="Others" id="{79F2CF03-8422-8542-98C6-5671C5CAEF62}">
          <p14:sldIdLst/>
        </p14:section>
        <p14:section name="Apendix" id="{B404A263-50DB-4E5B-B201-08A1BAACB0AE}">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8D0D"/>
    <a:srgbClr val="055482"/>
    <a:srgbClr val="0370AD"/>
    <a:srgbClr val="114F23"/>
    <a:srgbClr val="177B36"/>
    <a:srgbClr val="48727F"/>
    <a:srgbClr val="87D5ED"/>
    <a:srgbClr val="07394F"/>
    <a:srgbClr val="045E81"/>
    <a:srgbClr val="95E61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A9B931-4319-4E07-B3E7-37BBADD87817}" v="10" dt="2026-07-10T06:16:16.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4658"/>
  </p:normalViewPr>
  <p:slideViewPr>
    <p:cSldViewPr snapToGrid="0" snapToObjects="1">
      <p:cViewPr varScale="1">
        <p:scale>
          <a:sx n="70" d="100"/>
          <a:sy n="70" d="100"/>
        </p:scale>
        <p:origin x="55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11" Type="http://schemas.openxmlformats.org/officeDocument/2006/relationships/slide" Target="slides/slide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wal, Arpit" userId="85575406-0ebe-4fcd-aa5b-7949791c1477" providerId="ADAL" clId="{8445BE8F-F9F6-508E-9D83-817D1BEA490A}"/>
    <pc:docChg chg="modSld">
      <pc:chgData name="Rawal, Arpit" userId="85575406-0ebe-4fcd-aa5b-7949791c1477" providerId="ADAL" clId="{8445BE8F-F9F6-508E-9D83-817D1BEA490A}" dt="2026-07-09T14:38:05.939" v="2" actId="729"/>
      <pc:docMkLst>
        <pc:docMk/>
      </pc:docMkLst>
      <pc:sldChg chg="mod modShow">
        <pc:chgData name="Rawal, Arpit" userId="85575406-0ebe-4fcd-aa5b-7949791c1477" providerId="ADAL" clId="{8445BE8F-F9F6-508E-9D83-817D1BEA490A}" dt="2026-07-09T14:38:05.939" v="2" actId="729"/>
        <pc:sldMkLst>
          <pc:docMk/>
          <pc:sldMk cId="0" sldId="262"/>
        </pc:sldMkLst>
      </pc:sldChg>
      <pc:sldChg chg="modSp mod">
        <pc:chgData name="Rawal, Arpit" userId="85575406-0ebe-4fcd-aa5b-7949791c1477" providerId="ADAL" clId="{8445BE8F-F9F6-508E-9D83-817D1BEA490A}" dt="2026-07-09T14:37:35.187" v="1" actId="1076"/>
        <pc:sldMkLst>
          <pc:docMk/>
          <pc:sldMk cId="1602248102" sldId="2147483634"/>
        </pc:sldMkLst>
        <pc:spChg chg="mod">
          <ac:chgData name="Rawal, Arpit" userId="85575406-0ebe-4fcd-aa5b-7949791c1477" providerId="ADAL" clId="{8445BE8F-F9F6-508E-9D83-817D1BEA490A}" dt="2026-07-09T14:37:35.187" v="1" actId="1076"/>
          <ac:spMkLst>
            <pc:docMk/>
            <pc:sldMk cId="1602248102" sldId="2147483634"/>
            <ac:spMk id="21" creationId="{D5AD07DE-6954-6EFA-680D-31989694BF26}"/>
          </ac:spMkLst>
        </pc:spChg>
        <pc:spChg chg="mod">
          <ac:chgData name="Rawal, Arpit" userId="85575406-0ebe-4fcd-aa5b-7949791c1477" providerId="ADAL" clId="{8445BE8F-F9F6-508E-9D83-817D1BEA490A}" dt="2026-07-09T14:37:31.761" v="0" actId="1076"/>
          <ac:spMkLst>
            <pc:docMk/>
            <pc:sldMk cId="1602248102" sldId="2147483634"/>
            <ac:spMk id="54" creationId="{4D053E9F-DC65-B065-3C2F-209429212DAD}"/>
          </ac:spMkLst>
        </pc:spChg>
      </pc:sldChg>
    </pc:docChg>
  </pc:docChgLst>
  <pc:docChgLst>
    <pc:chgData name="KONDHALKAR, RAHUL" userId="abd60e2f-6f69-4b10-9153-eb83f92a138a" providerId="ADAL" clId="{5E59A1F2-6D70-49F8-9189-ACECFB721298}"/>
    <pc:docChg chg="undo custSel modSld">
      <pc:chgData name="KONDHALKAR, RAHUL" userId="abd60e2f-6f69-4b10-9153-eb83f92a138a" providerId="ADAL" clId="{5E59A1F2-6D70-49F8-9189-ACECFB721298}" dt="2026-07-10T06:44:22.109" v="180" actId="207"/>
      <pc:docMkLst>
        <pc:docMk/>
      </pc:docMkLst>
      <pc:sldChg chg="addSp delSp modSp mod">
        <pc:chgData name="KONDHALKAR, RAHUL" userId="abd60e2f-6f69-4b10-9153-eb83f92a138a" providerId="ADAL" clId="{5E59A1F2-6D70-49F8-9189-ACECFB721298}" dt="2026-07-10T06:44:22.109" v="180" actId="207"/>
        <pc:sldMkLst>
          <pc:docMk/>
          <pc:sldMk cId="3892137916" sldId="2147483637"/>
        </pc:sldMkLst>
        <pc:spChg chg="mod">
          <ac:chgData name="KONDHALKAR, RAHUL" userId="abd60e2f-6f69-4b10-9153-eb83f92a138a" providerId="ADAL" clId="{5E59A1F2-6D70-49F8-9189-ACECFB721298}" dt="2026-07-10T06:16:43.310" v="150" actId="20577"/>
          <ac:spMkLst>
            <pc:docMk/>
            <pc:sldMk cId="3892137916" sldId="2147483637"/>
            <ac:spMk id="2" creationId="{6D976CBD-1241-BD00-BA76-CA59C9612661}"/>
          </ac:spMkLst>
        </pc:spChg>
        <pc:spChg chg="add mod">
          <ac:chgData name="KONDHALKAR, RAHUL" userId="abd60e2f-6f69-4b10-9153-eb83f92a138a" providerId="ADAL" clId="{5E59A1F2-6D70-49F8-9189-ACECFB721298}" dt="2026-07-10T06:14:03.094" v="109" actId="14100"/>
          <ac:spMkLst>
            <pc:docMk/>
            <pc:sldMk cId="3892137916" sldId="2147483637"/>
            <ac:spMk id="6" creationId="{FEF00705-88F1-0AF8-817F-E25ECEFD7A55}"/>
          </ac:spMkLst>
        </pc:spChg>
        <pc:spChg chg="add mod">
          <ac:chgData name="KONDHALKAR, RAHUL" userId="abd60e2f-6f69-4b10-9153-eb83f92a138a" providerId="ADAL" clId="{5E59A1F2-6D70-49F8-9189-ACECFB721298}" dt="2026-07-10T06:17:31.946" v="152" actId="14100"/>
          <ac:spMkLst>
            <pc:docMk/>
            <pc:sldMk cId="3892137916" sldId="2147483637"/>
            <ac:spMk id="7" creationId="{BAFFADF3-CE29-FF0C-79B7-BAF597724437}"/>
          </ac:spMkLst>
        </pc:spChg>
        <pc:spChg chg="add del mod">
          <ac:chgData name="KONDHALKAR, RAHUL" userId="abd60e2f-6f69-4b10-9153-eb83f92a138a" providerId="ADAL" clId="{5E59A1F2-6D70-49F8-9189-ACECFB721298}" dt="2026-07-10T06:11:53.673" v="65"/>
          <ac:spMkLst>
            <pc:docMk/>
            <pc:sldMk cId="3892137916" sldId="2147483637"/>
            <ac:spMk id="8" creationId="{7618022F-73FA-F45A-22E9-D60A65309F59}"/>
          </ac:spMkLst>
        </pc:spChg>
        <pc:spChg chg="add mod">
          <ac:chgData name="KONDHALKAR, RAHUL" userId="abd60e2f-6f69-4b10-9153-eb83f92a138a" providerId="ADAL" clId="{5E59A1F2-6D70-49F8-9189-ACECFB721298}" dt="2026-07-10T06:44:18.529" v="179" actId="207"/>
          <ac:spMkLst>
            <pc:docMk/>
            <pc:sldMk cId="3892137916" sldId="2147483637"/>
            <ac:spMk id="9" creationId="{5BBA0E9A-4218-EE60-C8C6-DB6200B6E930}"/>
          </ac:spMkLst>
        </pc:spChg>
        <pc:spChg chg="add mod">
          <ac:chgData name="KONDHALKAR, RAHUL" userId="abd60e2f-6f69-4b10-9153-eb83f92a138a" providerId="ADAL" clId="{5E59A1F2-6D70-49F8-9189-ACECFB721298}" dt="2026-07-10T06:44:22.109" v="180" actId="207"/>
          <ac:spMkLst>
            <pc:docMk/>
            <pc:sldMk cId="3892137916" sldId="2147483637"/>
            <ac:spMk id="10" creationId="{C1B4AD8D-5F55-1F32-B31C-3BB9D09B124F}"/>
          </ac:spMkLst>
        </pc:spChg>
        <pc:cxnChg chg="add mod">
          <ac:chgData name="KONDHALKAR, RAHUL" userId="abd60e2f-6f69-4b10-9153-eb83f92a138a" providerId="ADAL" clId="{5E59A1F2-6D70-49F8-9189-ACECFB721298}" dt="2026-07-10T06:16:35.421" v="145" actId="13822"/>
          <ac:cxnSpMkLst>
            <pc:docMk/>
            <pc:sldMk cId="3892137916" sldId="2147483637"/>
            <ac:cxnSpMk id="12" creationId="{E2619D4F-29FE-55DA-46BF-E0CD1C88E5F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E93F5-A776-4BB2-A1FB-6520E23B8F59}"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3C7BB5-8788-4ACE-B00D-6FAAF9F83B37}" type="slidenum">
              <a:rPr lang="en-IN" smtClean="0"/>
              <a:t>‹#›</a:t>
            </a:fld>
            <a:endParaRPr lang="en-IN"/>
          </a:p>
        </p:txBody>
      </p:sp>
    </p:spTree>
    <p:extLst>
      <p:ext uri="{BB962C8B-B14F-4D97-AF65-F5344CB8AC3E}">
        <p14:creationId xmlns:p14="http://schemas.microsoft.com/office/powerpoint/2010/main" val="1254802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slideMaster" Target="../slideMasters/slideMaster1.xml"/><Relationship Id="rId6" Type="http://schemas.openxmlformats.org/officeDocument/2006/relationships/hyperlink" Target="https://www.glassdoor.com/Overview/Working-at-Capgemini-EI_IE3803.11,20.htm" TargetMode="External"/><Relationship Id="rId7" Type="http://schemas.openxmlformats.org/officeDocument/2006/relationships/image" Target="../media/image5.png"/><Relationship Id="rId8" Type="http://schemas.openxmlformats.org/officeDocument/2006/relationships/hyperlink" Target="http://www.youtube.com/capgeminimedia" TargetMode="External"/><Relationship Id="rId9" Type="http://schemas.openxmlformats.org/officeDocument/2006/relationships/image" Target="../media/image6.png"/><Relationship Id="rId10" Type="http://schemas.openxmlformats.org/officeDocument/2006/relationships/hyperlink" Target="http://www.facebook.com/capgemini" TargetMode="External"/><Relationship Id="rId11" Type="http://schemas.openxmlformats.org/officeDocument/2006/relationships/image" Target="../media/image7.png"/><Relationship Id="rId12" Type="http://schemas.openxmlformats.org/officeDocument/2006/relationships/hyperlink" Target="http://www.linkedin.com/company/capgemini" TargetMode="External"/><Relationship Id="rId13" Type="http://schemas.openxmlformats.org/officeDocument/2006/relationships/image" Target="../media/image8.png"/><Relationship Id="rId14" Type="http://schemas.openxmlformats.org/officeDocument/2006/relationships/hyperlink" Target="https://www.instagram.com/capgemini/" TargetMode="External"/><Relationship Id="rId15"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glassdoor.com/Overview/Working-at-Capgemini-EI_IE3803.11,20.htm" TargetMode="External"/><Relationship Id="rId3" Type="http://schemas.openxmlformats.org/officeDocument/2006/relationships/image" Target="../media/image5.png"/><Relationship Id="rId4" Type="http://schemas.openxmlformats.org/officeDocument/2006/relationships/hyperlink" Target="http://www.youtube.com/capgeminimedia" TargetMode="External"/><Relationship Id="rId5" Type="http://schemas.openxmlformats.org/officeDocument/2006/relationships/image" Target="../media/image6.png"/><Relationship Id="rId6" Type="http://schemas.openxmlformats.org/officeDocument/2006/relationships/hyperlink" Target="http://www.facebook.com/capgemini" TargetMode="External"/><Relationship Id="rId7" Type="http://schemas.openxmlformats.org/officeDocument/2006/relationships/image" Target="../media/image7.png"/><Relationship Id="rId8" Type="http://schemas.openxmlformats.org/officeDocument/2006/relationships/hyperlink" Target="http://www.linkedin.com/company/capgemini" TargetMode="External"/><Relationship Id="rId9" Type="http://schemas.openxmlformats.org/officeDocument/2006/relationships/image" Target="../media/image8.png"/><Relationship Id="rId10" Type="http://schemas.openxmlformats.org/officeDocument/2006/relationships/hyperlink" Target="https://www.instagram.com/capgemini/" TargetMode="External"/><Relationship Id="rId11"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glassdoor.com/Overview/Working-at-Capgemini-EI_IE3803.11,20.htm" TargetMode="External"/><Relationship Id="rId3" Type="http://schemas.openxmlformats.org/officeDocument/2006/relationships/image" Target="../media/image10.png"/><Relationship Id="rId4" Type="http://schemas.microsoft.com/office/2007/relationships/hdphoto" Target="../media/hdphoto1.wdp"/><Relationship Id="rId5" Type="http://schemas.openxmlformats.org/officeDocument/2006/relationships/hyperlink" Target="http://www.youtube.com/capgeminimedia" TargetMode="External"/><Relationship Id="rId6" Type="http://schemas.openxmlformats.org/officeDocument/2006/relationships/image" Target="../media/image11.png"/><Relationship Id="rId7" Type="http://schemas.microsoft.com/office/2007/relationships/hdphoto" Target="../media/hdphoto2.wdp"/><Relationship Id="rId8" Type="http://schemas.openxmlformats.org/officeDocument/2006/relationships/hyperlink" Target="http://www.facebook.com/capgemini" TargetMode="External"/><Relationship Id="rId9" Type="http://schemas.openxmlformats.org/officeDocument/2006/relationships/image" Target="../media/image12.png"/><Relationship Id="rId10" Type="http://schemas.microsoft.com/office/2007/relationships/hdphoto" Target="../media/hdphoto3.wdp"/><Relationship Id="rId11" Type="http://schemas.openxmlformats.org/officeDocument/2006/relationships/hyperlink" Target="http://www.linkedin.com/company/capgemini" TargetMode="External"/><Relationship Id="rId12" Type="http://schemas.openxmlformats.org/officeDocument/2006/relationships/image" Target="../media/image13.png"/><Relationship Id="rId13" Type="http://schemas.microsoft.com/office/2007/relationships/hdphoto" Target="../media/hdphoto4.wdp"/><Relationship Id="rId14" Type="http://schemas.openxmlformats.org/officeDocument/2006/relationships/hyperlink" Target="https://www.instagram.com/capgemini/" TargetMode="External"/><Relationship Id="rId15" Type="http://schemas.openxmlformats.org/officeDocument/2006/relationships/image" Target="../media/image14.png"/><Relationship Id="rId16" Type="http://schemas.microsoft.com/office/2007/relationships/hdphoto" Target="../media/hdphoto5.wdp"/></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2.xml"/><Relationship Id="rId3" Type="http://schemas.openxmlformats.org/officeDocument/2006/relationships/image" Target="../media/image15.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hyperlink" Target="http://www.linkedin.com/company/capgemini-invent" TargetMode="External"/><Relationship Id="rId5" Type="http://schemas.openxmlformats.org/officeDocument/2006/relationships/image" Target="../media/image20.png"/><Relationship Id="rId6" Type="http://schemas.openxmlformats.org/officeDocument/2006/relationships/hyperlink" Target="http://www.slideshare.net/capgemini" TargetMode="External"/><Relationship Id="rId7" Type="http://schemas.openxmlformats.org/officeDocument/2006/relationships/image" Target="../media/image21.png"/><Relationship Id="rId8" Type="http://schemas.openxmlformats.org/officeDocument/2006/relationships/hyperlink" Target="https://twitter.com/CapgeminiInvent" TargetMode="External"/><Relationship Id="rId9" Type="http://schemas.openxmlformats.org/officeDocument/2006/relationships/image" Target="../media/image22.png"/><Relationship Id="rId10" Type="http://schemas.openxmlformats.org/officeDocument/2006/relationships/hyperlink" Target="http://www.youtube.com/capgeminimedia" TargetMode="External"/><Relationship Id="rId11" Type="http://schemas.openxmlformats.org/officeDocument/2006/relationships/image" Target="../media/image23.png"/><Relationship Id="rId12" Type="http://schemas.openxmlformats.org/officeDocument/2006/relationships/hyperlink" Target="https://de-de.facebook.com/CapgeminiInventDACH/" TargetMode="External"/><Relationship Id="rId1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8901968"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09431" y="409248"/>
            <a:ext cx="1871513"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1247"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597" y="980728"/>
            <a:ext cx="7311145" cy="4104456"/>
          </a:xfrm>
        </p:spPr>
        <p:txBody>
          <a:bodyPr vert="horz" lIns="0" tIns="0" rIns="0" bIns="126000" rtlCol="0" anchor="b" anchorCtr="0">
            <a:noAutofit/>
          </a:bodyPr>
          <a:lstStyle>
            <a:lvl1pPr>
              <a:defRPr lang="en-PL" sz="7198"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597" y="5131138"/>
            <a:ext cx="6477848" cy="215444"/>
          </a:xfrm>
          <a:prstGeom prst="rect">
            <a:avLst/>
          </a:prstGeom>
        </p:spPr>
        <p:txBody>
          <a:bodyPr/>
          <a:lstStyle>
            <a:lvl1pPr>
              <a:defRPr lang="en-GB" sz="1699"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597" y="5715912"/>
            <a:ext cx="6477848"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8020756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003" y="1489457"/>
            <a:ext cx="6478487" cy="1677988"/>
          </a:xfrm>
          <a:noFill/>
        </p:spPr>
        <p:txBody>
          <a:bodyPr anchor="b"/>
          <a:lstStyle>
            <a:lvl1pPr algn="ctr">
              <a:defRPr kumimoji="0" lang="en-PL" sz="5398"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3417" y="3167445"/>
            <a:ext cx="6476900" cy="348286"/>
          </a:xfrm>
          <a:prstGeom prst="rect">
            <a:avLst/>
          </a:prstGeom>
        </p:spPr>
        <p:txBody>
          <a:bodyPr/>
          <a:lstStyle>
            <a:lvl1pPr algn="ctr">
              <a:defRPr lang="en-GB" sz="1999"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042" y="3709694"/>
            <a:ext cx="6477848"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39" y="4642089"/>
            <a:ext cx="12561257"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1893" y="2536529"/>
            <a:ext cx="4659276"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4225" y="3673621"/>
            <a:ext cx="4659276"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11847675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7944" y="4310970"/>
            <a:ext cx="3776014" cy="844776"/>
          </a:xfrm>
          <a:prstGeom prst="rect">
            <a:avLst/>
          </a:prstGeom>
        </p:spPr>
        <p:txBody>
          <a:bodyPr/>
          <a:lstStyle>
            <a:lvl1pPr algn="l">
              <a:defRPr lang="en-GB" sz="1999"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7944" y="5787865"/>
            <a:ext cx="3776014"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706" y="6162345"/>
            <a:ext cx="1871513"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3558" y="5155746"/>
            <a:ext cx="8065267"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34" y="-171399"/>
            <a:ext cx="7711131" cy="6199078"/>
          </a:xfrm>
        </p:spPr>
        <p:txBody>
          <a:bodyPr/>
          <a:lstStyle>
            <a:lvl1pPr>
              <a:lnSpc>
                <a:spcPct val="75000"/>
              </a:lnSpc>
              <a:defRPr sz="17195">
                <a:solidFill>
                  <a:schemeClr val="accent1"/>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131623287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88826"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240"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132" y="5251824"/>
            <a:ext cx="6576367"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88825"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132" y="5910502"/>
            <a:ext cx="6576367"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92452578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79955" y="0"/>
            <a:ext cx="1200887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078" y="1628776"/>
            <a:ext cx="6576367" cy="3335273"/>
          </a:xfrm>
        </p:spPr>
        <p:txBody>
          <a:bodyPr anchor="b"/>
          <a:lstStyle>
            <a:lvl1pPr>
              <a:lnSpc>
                <a:spcPct val="90000"/>
              </a:lnSpc>
              <a:defRPr sz="7198">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1969" y="5251824"/>
            <a:ext cx="6576367" cy="659722"/>
          </a:xfrm>
          <a:prstGeom prst="rect">
            <a:avLst/>
          </a:prstGeom>
        </p:spPr>
        <p:txBody>
          <a:bodyPr/>
          <a:lstStyle>
            <a:lvl1pPr>
              <a:defRPr sz="1999"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9022"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1969" y="5910502"/>
            <a:ext cx="6576367"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166804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57555" y="1"/>
            <a:ext cx="273127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7760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240"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09431" y="3893183"/>
            <a:ext cx="1871513" cy="1123397"/>
          </a:xfrm>
          <a:prstGeom prst="rect">
            <a:avLst/>
          </a:prstGeom>
        </p:spPr>
        <p:txBody>
          <a:bodyPr anchor="b">
            <a:noAutofit/>
          </a:bodyPr>
          <a:lstStyle>
            <a:lvl1pPr>
              <a:defRPr sz="1999"/>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38580"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09431" y="5264062"/>
            <a:ext cx="1871513"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96175761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7760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57555" y="0"/>
            <a:ext cx="273127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6562" y="549276"/>
            <a:ext cx="4035103" cy="3815829"/>
          </a:xfrm>
        </p:spPr>
        <p:txBody>
          <a:bodyPr anchor="b"/>
          <a:lstStyle>
            <a:lvl1pPr>
              <a:defRPr sz="6598">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8553" y="4725144"/>
            <a:ext cx="3963112" cy="316404"/>
          </a:xfrm>
          <a:prstGeom prst="rect">
            <a:avLst/>
          </a:prstGeom>
        </p:spPr>
        <p:txBody>
          <a:bodyPr anchor="b">
            <a:noAutofit/>
          </a:bodyPr>
          <a:lstStyle>
            <a:lvl1pPr>
              <a:defRPr sz="1999">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38580"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09431" y="5264062"/>
            <a:ext cx="1871513"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964155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0" y="1"/>
            <a:ext cx="273606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014" y="0"/>
            <a:ext cx="927281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02"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0117"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962"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02" y="3893183"/>
            <a:ext cx="2087748" cy="1123397"/>
          </a:xfrm>
          <a:prstGeom prst="rect">
            <a:avLst/>
          </a:prstGeom>
        </p:spPr>
        <p:txBody>
          <a:bodyPr anchor="b">
            <a:noAutofit/>
          </a:bodyPr>
          <a:lstStyle>
            <a:lvl1pPr>
              <a:defRPr sz="1999"/>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02" y="5264062"/>
            <a:ext cx="2087748"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09962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6645" y="1"/>
            <a:ext cx="3312180"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241" y="549274"/>
            <a:ext cx="7918817"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241" y="1628800"/>
            <a:ext cx="7918817"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5" name="Date Placeholder 4">
            <a:extLst>
              <a:ext uri="{FF2B5EF4-FFF2-40B4-BE49-F238E27FC236}">
                <a16:creationId xmlns:a16="http://schemas.microsoft.com/office/drawing/2014/main" id="{47A5FEF4-798F-F969-DBF6-D3593B548D69}"/>
              </a:ext>
            </a:extLst>
          </p:cNvPr>
          <p:cNvSpPr>
            <a:spLocks noGrp="1"/>
          </p:cNvSpPr>
          <p:nvPr>
            <p:ph type="dt" sz="half" idx="41"/>
          </p:nvPr>
        </p:nvSpPr>
        <p:spPr/>
        <p:txBody>
          <a:bodyPr/>
          <a:lstStyle/>
          <a:p>
            <a:pPr>
              <a:spcBef>
                <a:spcPts val="1000"/>
              </a:spcBef>
            </a:pPr>
            <a:r>
              <a:rPr lang="en-IN" kern="0">
                <a:solidFill>
                  <a:srgbClr val="FFFFFF">
                    <a:lumMod val="65000"/>
                  </a:srgbClr>
                </a:solidFill>
              </a:rPr>
              <a:t>Company Confidential © Capgemini 2026. All rights reserved.</a:t>
            </a:r>
            <a:endParaRPr lang="en-US"/>
          </a:p>
        </p:txBody>
      </p:sp>
      <p:sp>
        <p:nvSpPr>
          <p:cNvPr id="12" name="Footer Placeholder 11">
            <a:extLst>
              <a:ext uri="{FF2B5EF4-FFF2-40B4-BE49-F238E27FC236}">
                <a16:creationId xmlns:a16="http://schemas.microsoft.com/office/drawing/2014/main" id="{538AE169-6718-B692-827C-BEED2FB69936}"/>
              </a:ext>
            </a:extLst>
          </p:cNvPr>
          <p:cNvSpPr>
            <a:spLocks noGrp="1"/>
          </p:cNvSpPr>
          <p:nvPr>
            <p:ph type="ftr" sz="quarter" idx="42"/>
          </p:nvPr>
        </p:nvSpPr>
        <p:spPr/>
        <p:txBody>
          <a:bodyPr/>
          <a:lstStyle/>
          <a:p>
            <a:pPr>
              <a:spcBef>
                <a:spcPts val="1000"/>
              </a:spcBef>
            </a:pPr>
            <a:r>
              <a:rPr lang="en-US"/>
              <a:t>AI Data Copilot - AskData</a:t>
            </a:r>
          </a:p>
        </p:txBody>
      </p:sp>
      <p:sp>
        <p:nvSpPr>
          <p:cNvPr id="13" name="Slide Number Placeholder 12">
            <a:extLst>
              <a:ext uri="{FF2B5EF4-FFF2-40B4-BE49-F238E27FC236}">
                <a16:creationId xmlns:a16="http://schemas.microsoft.com/office/drawing/2014/main" id="{4D013A60-1411-1B85-1A3B-3C6B8E0F7780}"/>
              </a:ext>
            </a:extLst>
          </p:cNvPr>
          <p:cNvSpPr>
            <a:spLocks noGrp="1"/>
          </p:cNvSpPr>
          <p:nvPr>
            <p:ph type="sldNum" sz="quarter" idx="43"/>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58893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598337" y="549274"/>
            <a:ext cx="5040953"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4278" y="2007152"/>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4278" y="2599765"/>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4278" y="3192378"/>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4278" y="3784991"/>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4278" y="4377605"/>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4278" y="4970219"/>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4278" y="5562833"/>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Tree>
    <p:extLst>
      <p:ext uri="{BB962C8B-B14F-4D97-AF65-F5344CB8AC3E}">
        <p14:creationId xmlns:p14="http://schemas.microsoft.com/office/powerpoint/2010/main" val="3703111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8031" y="4257063"/>
            <a:ext cx="7030794"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1" y="0"/>
            <a:ext cx="4656512" cy="6858000"/>
          </a:xfrm>
          <a:prstGeom prst="rect">
            <a:avLst/>
          </a:prstGeom>
        </p:spPr>
        <p:txBody>
          <a:bodyPr wrap="none" lIns="0" tIns="972000" rIns="0" bIns="0" anchor="t" anchorCtr="0">
            <a:noAutofit/>
          </a:bodyPr>
          <a:lstStyle>
            <a:lvl1pPr algn="r">
              <a:defRPr sz="39988" spc="-300">
                <a:solidFill>
                  <a:schemeClr val="accent2"/>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pPr>
            <a:r>
              <a:rPr lang="en-IN"/>
              <a:t>Company Confidential © Capgemini 2026.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8031" y="4658810"/>
            <a:ext cx="6485976" cy="1672542"/>
          </a:xfrm>
        </p:spPr>
        <p:txBody>
          <a:bodyPr vert="horz" lIns="0" tIns="0" rIns="0" bIns="0" rtlCol="0" anchor="t">
            <a:noAutofit/>
          </a:bodyPr>
          <a:lstStyle>
            <a:lvl1pPr>
              <a:spcBef>
                <a:spcPts val="0"/>
              </a:spcBef>
              <a:defRPr lang="en-US" sz="4799">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Tree>
    <p:extLst>
      <p:ext uri="{BB962C8B-B14F-4D97-AF65-F5344CB8AC3E}">
        <p14:creationId xmlns:p14="http://schemas.microsoft.com/office/powerpoint/2010/main" val="4104284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1" y="0"/>
            <a:ext cx="4656512" cy="6858000"/>
          </a:xfrm>
          <a:prstGeom prst="rect">
            <a:avLst/>
          </a:prstGeom>
        </p:spPr>
        <p:txBody>
          <a:bodyPr wrap="none" lIns="0" tIns="972000" rIns="0" bIns="0" anchor="t" anchorCtr="0">
            <a:noAutofit/>
          </a:bodyPr>
          <a:lstStyle>
            <a:lvl1pPr algn="r">
              <a:defRPr sz="39988"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pPr>
            <a:r>
              <a:rPr lang="en-IN"/>
              <a:t>Company Confidential ©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pPr>
            <a:r>
              <a:rPr lang="en-US"/>
              <a:t>AI Data Copilot - AskData</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8031" y="4658810"/>
            <a:ext cx="6485976" cy="1672542"/>
          </a:xfrm>
        </p:spPr>
        <p:txBody>
          <a:bodyPr vert="horz" lIns="0" tIns="0" rIns="0" bIns="0" rtlCol="0" anchor="t">
            <a:noAutofit/>
          </a:bodyPr>
          <a:lstStyle>
            <a:lvl1pPr>
              <a:spcBef>
                <a:spcPts val="0"/>
              </a:spcBef>
              <a:defRPr lang="en-US" sz="4799">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8031" y="4257063"/>
            <a:ext cx="7030794"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2562" y="128961"/>
            <a:ext cx="26897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31525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1730" y="3339025"/>
            <a:ext cx="6857998" cy="179953"/>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5591" cy="2924175"/>
          </a:xfrm>
        </p:spPr>
        <p:txBody>
          <a:bodyPr vert="vert270" wrap="none" lIns="0" tIns="0" rIns="0" bIns="0" rtlCol="0" anchor="t" anchorCtr="0">
            <a:noAutofit/>
          </a:bodyPr>
          <a:lstStyle>
            <a:lvl1pPr>
              <a:defRPr lang="en-US" sz="16595"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2589" y="1510497"/>
            <a:ext cx="7391418" cy="2887883"/>
          </a:xfrm>
        </p:spPr>
        <p:txBody>
          <a:bodyPr vert="horz" lIns="0" tIns="0" rIns="0" bIns="0" rtlCol="0" anchor="t">
            <a:noAutofit/>
          </a:bodyPr>
          <a:lstStyle>
            <a:lvl1pPr>
              <a:spcBef>
                <a:spcPts val="0"/>
              </a:spcBef>
              <a:defRPr lang="en-US" sz="5398">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Tree>
    <p:extLst>
      <p:ext uri="{BB962C8B-B14F-4D97-AF65-F5344CB8AC3E}">
        <p14:creationId xmlns:p14="http://schemas.microsoft.com/office/powerpoint/2010/main" val="2047557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pPr>
            <a:r>
              <a:rPr lang="en-IN"/>
              <a:t>Company Confidential © Capgemini 2026.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5591" cy="2924175"/>
          </a:xfrm>
        </p:spPr>
        <p:txBody>
          <a:bodyPr vert="vert270" wrap="none" lIns="0" tIns="0" rIns="0" bIns="0" rtlCol="0" anchor="t" anchorCtr="0">
            <a:noAutofit/>
          </a:bodyPr>
          <a:lstStyle>
            <a:lvl1pPr>
              <a:defRPr lang="en-US" sz="16595"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2589" y="1510497"/>
            <a:ext cx="7391418" cy="2887883"/>
          </a:xfrm>
        </p:spPr>
        <p:txBody>
          <a:bodyPr vert="horz" lIns="0" tIns="0" rIns="0" bIns="0" rtlCol="0" anchor="t">
            <a:noAutofit/>
          </a:bodyPr>
          <a:lstStyle>
            <a:lvl1pPr>
              <a:spcBef>
                <a:spcPts val="0"/>
              </a:spcBef>
              <a:defRPr lang="en-US" sz="5398">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1730" y="3339025"/>
            <a:ext cx="6857998" cy="179953"/>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pPr>
            <a:r>
              <a:rPr lang="en-US"/>
              <a:t>AI Data Copilot - AskData</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2562" y="128961"/>
            <a:ext cx="26897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538368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22109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2">
            <a:extLst>
              <a:ext uri="{FF2B5EF4-FFF2-40B4-BE49-F238E27FC236}">
                <a16:creationId xmlns:a16="http://schemas.microsoft.com/office/drawing/2014/main" id="{99306ACD-4B29-8E5F-CEAE-0A4130A2B129}"/>
              </a:ext>
            </a:extLst>
          </p:cNvPr>
          <p:cNvSpPr>
            <a:spLocks noGrp="1"/>
          </p:cNvSpPr>
          <p:nvPr>
            <p:ph type="dt" sz="half" idx="10"/>
          </p:nvPr>
        </p:nvSpPr>
        <p:spPr>
          <a:xfrm>
            <a:off x="9807372" y="6650662"/>
            <a:ext cx="1830733" cy="123111"/>
          </a:xfrm>
        </p:spPr>
        <p:txBody>
          <a:bodyPr/>
          <a:lstStyle/>
          <a:p>
            <a:pPr>
              <a:spcBef>
                <a:spcPts val="1000"/>
              </a:spcBef>
            </a:pPr>
            <a:r>
              <a:rPr lang="en-IN"/>
              <a:t>Company Confidential © Capgemini 2026. All rights reserved.</a:t>
            </a:r>
            <a:endParaRPr lang="en-US"/>
          </a:p>
        </p:txBody>
      </p:sp>
      <p:sp>
        <p:nvSpPr>
          <p:cNvPr id="3" name="Footer Placeholder 3">
            <a:extLst>
              <a:ext uri="{FF2B5EF4-FFF2-40B4-BE49-F238E27FC236}">
                <a16:creationId xmlns:a16="http://schemas.microsoft.com/office/drawing/2014/main" id="{FECBB16A-805B-3B5D-1E79-F0C42EA5A57B}"/>
              </a:ext>
            </a:extLst>
          </p:cNvPr>
          <p:cNvSpPr>
            <a:spLocks noGrp="1"/>
          </p:cNvSpPr>
          <p:nvPr>
            <p:ph type="ftr" sz="quarter" idx="11"/>
          </p:nvPr>
        </p:nvSpPr>
        <p:spPr>
          <a:xfrm>
            <a:off x="550719" y="6650662"/>
            <a:ext cx="4715296" cy="123111"/>
          </a:xfrm>
        </p:spPr>
        <p:txBody>
          <a:bodyPr/>
          <a:lstStyle/>
          <a:p>
            <a:pPr>
              <a:spcBef>
                <a:spcPts val="1000"/>
              </a:spcBef>
            </a:pPr>
            <a:r>
              <a:rPr lang="en-US"/>
              <a:t>AI Data Copilot - AskData</a:t>
            </a:r>
          </a:p>
        </p:txBody>
      </p:sp>
      <p:sp>
        <p:nvSpPr>
          <p:cNvPr id="4" name="Slide Number Placeholder 5">
            <a:extLst>
              <a:ext uri="{FF2B5EF4-FFF2-40B4-BE49-F238E27FC236}">
                <a16:creationId xmlns:a16="http://schemas.microsoft.com/office/drawing/2014/main" id="{1E37C438-6ED9-31E9-4818-BEB94770E1F0}"/>
              </a:ext>
            </a:extLst>
          </p:cNvPr>
          <p:cNvSpPr>
            <a:spLocks noGrp="1"/>
          </p:cNvSpPr>
          <p:nvPr>
            <p:ph type="sldNum" sz="quarter" idx="12"/>
          </p:nvPr>
        </p:nvSpPr>
        <p:spPr>
          <a:xfrm>
            <a:off x="11775274" y="6650662"/>
            <a:ext cx="232604" cy="123111"/>
          </a:xfr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485783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240" y="549274"/>
            <a:ext cx="11088050"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41234765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240" y="2132856"/>
            <a:ext cx="1108805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9940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240" y="2132856"/>
            <a:ext cx="1108805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18419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860984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678678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1710" y="-539120"/>
            <a:ext cx="6857998" cy="793624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67257" y="176700"/>
            <a:ext cx="260162"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4628" y="1634286"/>
            <a:ext cx="69834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4628" y="2132856"/>
            <a:ext cx="698347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057" y="1634286"/>
            <a:ext cx="3311505"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241" y="549274"/>
            <a:ext cx="3311505"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241" y="2132856"/>
            <a:ext cx="3311505"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3350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1710" y="-539120"/>
            <a:ext cx="6857998" cy="793624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67257" y="176700"/>
            <a:ext cx="260162"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4628" y="2132856"/>
            <a:ext cx="698347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057" y="1634286"/>
            <a:ext cx="3311505"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241" y="549274"/>
            <a:ext cx="3311505"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241" y="2132856"/>
            <a:ext cx="3311505"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720" y="266219"/>
            <a:ext cx="3310843"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4628" y="1634286"/>
            <a:ext cx="69834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3336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2622" y="381793"/>
            <a:ext cx="6857998" cy="609441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89691" y="2132856"/>
            <a:ext cx="514841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89690" y="1634286"/>
            <a:ext cx="5148417"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6411670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2622" y="381794"/>
            <a:ext cx="6857998" cy="609441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89691" y="2132856"/>
            <a:ext cx="514841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720" y="266220"/>
            <a:ext cx="511057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89690" y="1634286"/>
            <a:ext cx="5148417"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035676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37391" y="1306563"/>
            <a:ext cx="6857998" cy="424487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67257" y="176700"/>
            <a:ext cx="260162"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39229" y="2132856"/>
            <a:ext cx="329887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39229" y="1634286"/>
            <a:ext cx="32988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313860859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37391" y="1306563"/>
            <a:ext cx="6857998" cy="424487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67257" y="176700"/>
            <a:ext cx="260162"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39229" y="2132856"/>
            <a:ext cx="329887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720"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39229" y="1634286"/>
            <a:ext cx="32988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2443224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0258" y="1769431"/>
            <a:ext cx="6857998" cy="3319141"/>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057" y="1634286"/>
            <a:ext cx="791881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241" y="549274"/>
            <a:ext cx="7918817"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241" y="2132856"/>
            <a:ext cx="791881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1939" y="2132856"/>
            <a:ext cx="237616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1939" y="1635329"/>
            <a:ext cx="2376168" cy="61529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876985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0258" y="1769431"/>
            <a:ext cx="6857998" cy="3319141"/>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057" y="1634286"/>
            <a:ext cx="791881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241" y="549274"/>
            <a:ext cx="7918817"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241" y="2132856"/>
            <a:ext cx="791881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1939" y="2132856"/>
            <a:ext cx="237616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719" y="266220"/>
            <a:ext cx="791779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1939" y="1634286"/>
            <a:ext cx="2376168" cy="61529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5777910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0232" y="2229404"/>
            <a:ext cx="6857998" cy="239919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67257" y="176700"/>
            <a:ext cx="260162"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057" y="1634286"/>
            <a:ext cx="895185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241" y="549274"/>
            <a:ext cx="895185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241" y="2132856"/>
            <a:ext cx="895185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3821" y="2132856"/>
            <a:ext cx="158428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3821" y="1634286"/>
            <a:ext cx="1584286" cy="922945"/>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355734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0232" y="2229404"/>
            <a:ext cx="6857998" cy="239919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67257" y="176700"/>
            <a:ext cx="260162"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057" y="1634286"/>
            <a:ext cx="895185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241" y="549274"/>
            <a:ext cx="895185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241" y="2132856"/>
            <a:ext cx="895185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3821" y="2132856"/>
            <a:ext cx="158428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719" y="266220"/>
            <a:ext cx="895069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3821" y="1635329"/>
            <a:ext cx="1584286" cy="922945"/>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704482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5132" y="1772816"/>
            <a:ext cx="49924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057" y="1634286"/>
            <a:ext cx="5544356"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7540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5132" y="1772816"/>
            <a:ext cx="49924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057" y="1634286"/>
            <a:ext cx="5544356"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10760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719"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3008"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5611" y="1628801"/>
            <a:ext cx="3508463"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720"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1623"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0062"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1042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719"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3008"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5611" y="1628801"/>
            <a:ext cx="3508463"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720"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1623"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0062"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299307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721"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719"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08835"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08833"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4860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721"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719"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08835"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08833"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934920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1675" y="1"/>
            <a:ext cx="4247151"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60864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1675" y="1"/>
            <a:ext cx="4247151"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720"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20166266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4350" y="1"/>
            <a:ext cx="6094476"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8826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4350" y="1"/>
            <a:ext cx="6094476"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720" y="266220"/>
            <a:ext cx="511057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2915562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2" y="0"/>
            <a:ext cx="4241016"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3965"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5148" y="549274"/>
            <a:ext cx="6982957"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5148"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18850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2" y="0"/>
            <a:ext cx="4241016"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3965"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5148"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5148"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4628"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988989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7153" y="1634286"/>
            <a:ext cx="503976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598337" y="549274"/>
            <a:ext cx="5039768"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598337" y="2132856"/>
            <a:ext cx="50397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24868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7153" y="1634286"/>
            <a:ext cx="503976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598337" y="549274"/>
            <a:ext cx="50397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598337" y="2132856"/>
            <a:ext cx="50397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7564" y="266220"/>
            <a:ext cx="503911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3011499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1" y="1"/>
            <a:ext cx="12188824" cy="4383654"/>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720" y="4581128"/>
            <a:ext cx="4979840"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719" y="5854683"/>
            <a:ext cx="5110669" cy="307777"/>
          </a:xfrm>
          <a:prstGeom prst="rect">
            <a:avLst/>
          </a:prstGeom>
        </p:spPr>
        <p:txBody>
          <a:bodyPr wrap="square" anchor="b">
            <a:spAutoFit/>
          </a:bodyPr>
          <a:lstStyle>
            <a:lvl1pPr>
              <a:defRPr sz="1999"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1659" y="4581128"/>
            <a:ext cx="5110669"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pPr>
            <a:r>
              <a:rPr lang="en-US"/>
              <a:t>AI Data Copilot - AskData</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6901411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1378" y="1916113"/>
            <a:ext cx="7386069" cy="1512887"/>
          </a:xfrm>
        </p:spPr>
        <p:txBody>
          <a:bodyPr wrap="square" anchor="b">
            <a:noAutofit/>
          </a:bodyPr>
          <a:lstStyle>
            <a:lvl1pPr algn="ctr">
              <a:defRPr sz="3199"/>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1378" y="4025468"/>
            <a:ext cx="7386069" cy="916420"/>
          </a:xfrm>
          <a:prstGeom prst="rect">
            <a:avLst/>
          </a:prstGeom>
        </p:spPr>
        <p:txBody>
          <a:bodyPr wrap="square">
            <a:noAutofit/>
          </a:bodyPr>
          <a:lstStyle>
            <a:lvl1pPr algn="ctr">
              <a:defRPr sz="1999"/>
            </a:lvl1pPr>
            <a:lvl2pPr>
              <a:defRPr sz="1999"/>
            </a:lvl2pPr>
            <a:lvl3pPr>
              <a:defRPr sz="1999"/>
            </a:lvl3pPr>
            <a:lvl4pPr>
              <a:defRPr sz="1999"/>
            </a:lvl4pPr>
            <a:lvl5pPr>
              <a:defRPr sz="1999"/>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pPr>
            <a:r>
              <a:rPr lang="en-IN"/>
              <a:t>Company Confidential © Capgemini 2026.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pPr>
            <a:r>
              <a:rPr lang="en-US"/>
              <a:t>AI Data Copilot - AskData</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465803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1378" y="1916113"/>
            <a:ext cx="7386069" cy="1512887"/>
          </a:xfrm>
        </p:spPr>
        <p:txBody>
          <a:bodyPr wrap="square" anchor="b">
            <a:noAutofit/>
          </a:bodyPr>
          <a:lstStyle>
            <a:lvl1pPr algn="ctr">
              <a:defRPr sz="3199">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1378" y="4025468"/>
            <a:ext cx="7386069" cy="916420"/>
          </a:xfrm>
          <a:prstGeom prst="rect">
            <a:avLst/>
          </a:prstGeom>
        </p:spPr>
        <p:txBody>
          <a:bodyPr wrap="square">
            <a:noAutofit/>
          </a:bodyPr>
          <a:lstStyle>
            <a:lvl1pPr algn="ctr">
              <a:defRPr sz="1999">
                <a:solidFill>
                  <a:schemeClr val="bg1"/>
                </a:solidFill>
              </a:defRPr>
            </a:lvl1pPr>
            <a:lvl2pPr>
              <a:defRPr sz="1999"/>
            </a:lvl2pPr>
            <a:lvl3pPr>
              <a:defRPr sz="1999"/>
            </a:lvl3pPr>
            <a:lvl4pPr>
              <a:defRPr sz="1999"/>
            </a:lvl4pPr>
            <a:lvl5pPr>
              <a:defRPr sz="1999"/>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pPr>
            <a:r>
              <a:rPr lang="en-IN"/>
              <a:t>Company Confidential © Capgemini 2026.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pPr>
            <a:r>
              <a:rPr lang="en-US"/>
              <a:t>AI Data Copilot - AskData</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8223422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720" y="2154596"/>
            <a:ext cx="4169243" cy="2737444"/>
          </a:xfrm>
        </p:spPr>
        <p:txBody>
          <a:bodyPr anchor="t">
            <a:noAutofit/>
          </a:bodyPr>
          <a:lstStyle>
            <a:lvl1pPr>
              <a:defRPr sz="4799"/>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4413" y="2154597"/>
            <a:ext cx="5523061" cy="4154128"/>
          </a:xfrm>
          <a:prstGeom prst="rect">
            <a:avLst/>
          </a:prstGeom>
        </p:spPr>
        <p:txBody>
          <a:bodyPr/>
          <a:lstStyle>
            <a:lvl1pPr>
              <a:defRPr sz="1999"/>
            </a:lvl1pPr>
            <a:lvl2pPr>
              <a:defRPr sz="1999"/>
            </a:lvl2pPr>
            <a:lvl3pPr>
              <a:defRPr sz="1999"/>
            </a:lvl3pPr>
            <a:lvl4pPr>
              <a:defRPr sz="1999"/>
            </a:lvl4pPr>
            <a:lvl5pPr>
              <a:defRPr sz="1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800931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720" y="2154596"/>
            <a:ext cx="4169243" cy="2737444"/>
          </a:xfrm>
        </p:spPr>
        <p:txBody>
          <a:bodyPr anchor="t">
            <a:noAutofit/>
          </a:bodyPr>
          <a:lstStyle>
            <a:lvl1pPr>
              <a:defRPr sz="4799"/>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4413" y="2154597"/>
            <a:ext cx="5523061" cy="4154128"/>
          </a:xfrm>
          <a:prstGeom prst="rect">
            <a:avLst/>
          </a:prstGeom>
        </p:spPr>
        <p:txBody>
          <a:bodyPr/>
          <a:lstStyle>
            <a:lvl1pPr>
              <a:defRPr sz="1999"/>
            </a:lvl1pPr>
            <a:lvl2pPr>
              <a:defRPr sz="1999"/>
            </a:lvl2pPr>
            <a:lvl3pPr>
              <a:defRPr sz="1999"/>
            </a:lvl3pPr>
            <a:lvl4pPr>
              <a:defRPr sz="1999"/>
            </a:lvl4pPr>
            <a:lvl5pPr>
              <a:defRPr sz="1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pPr>
            <a:r>
              <a:rPr lang="en-US"/>
              <a:t>AI Data Copilot - AskData</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486602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0942" y="1517905"/>
            <a:ext cx="3684072" cy="3185499"/>
          </a:xfrm>
        </p:spPr>
        <p:txBody>
          <a:bodyPr anchor="t">
            <a:noAutofit/>
          </a:bodyPr>
          <a:lstStyle>
            <a:lvl1pPr>
              <a:defRPr sz="2399"/>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7026" y="4882896"/>
            <a:ext cx="3670448" cy="1425829"/>
          </a:xfrm>
          <a:prstGeom prst="rect">
            <a:avLst/>
          </a:prstGeom>
        </p:spPr>
        <p:txBody>
          <a:bodyPr/>
          <a:lstStyle>
            <a:lvl1pPr>
              <a:defRPr sz="3199"/>
            </a:lvl1pPr>
            <a:lvl2pPr>
              <a:defRPr sz="3199"/>
            </a:lvl2pPr>
            <a:lvl3pPr>
              <a:defRPr sz="3199"/>
            </a:lvl3pPr>
            <a:lvl4pPr>
              <a:defRPr sz="3199"/>
            </a:lvl4pPr>
            <a:lvl5pPr>
              <a:defRPr sz="3199"/>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748792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0942" y="1517905"/>
            <a:ext cx="3684072" cy="3185499"/>
          </a:xfrm>
        </p:spPr>
        <p:txBody>
          <a:bodyPr anchor="t">
            <a:noAutofit/>
          </a:bodyPr>
          <a:lstStyle>
            <a:lvl1pPr>
              <a:defRPr sz="2399">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7026" y="4882896"/>
            <a:ext cx="3670448" cy="1425829"/>
          </a:xfrm>
          <a:prstGeom prst="rect">
            <a:avLst/>
          </a:prstGeom>
        </p:spPr>
        <p:txBody>
          <a:bodyPr/>
          <a:lstStyle>
            <a:lvl1pPr>
              <a:defRPr sz="3199">
                <a:solidFill>
                  <a:schemeClr val="bg1"/>
                </a:solidFill>
              </a:defRPr>
            </a:lvl1pPr>
            <a:lvl2pPr>
              <a:defRPr sz="3199"/>
            </a:lvl2pPr>
            <a:lvl3pPr>
              <a:defRPr sz="3199"/>
            </a:lvl3pPr>
            <a:lvl4pPr>
              <a:defRPr sz="3199"/>
            </a:lvl4pPr>
            <a:lvl5pPr>
              <a:defRPr sz="3199"/>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pPr>
            <a:r>
              <a:rPr lang="en-US"/>
              <a:t>AI Data Copilot - AskData</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4531366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48231" y="2154596"/>
            <a:ext cx="4169243" cy="2737444"/>
          </a:xfrm>
        </p:spPr>
        <p:txBody>
          <a:bodyPr anchor="b">
            <a:noAutofit/>
          </a:bodyPr>
          <a:lstStyle>
            <a:lvl1pPr algn="r">
              <a:defRPr sz="4799"/>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730742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48231" y="2154596"/>
            <a:ext cx="4169243" cy="2737444"/>
          </a:xfrm>
        </p:spPr>
        <p:txBody>
          <a:bodyPr anchor="b">
            <a:noAutofit/>
          </a:bodyPr>
          <a:lstStyle>
            <a:lvl1pPr algn="r">
              <a:defRPr sz="4799">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pPr>
            <a:r>
              <a:rPr lang="en-US"/>
              <a:t>AI Data Copilot - AskData</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932658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4412" y="854465"/>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7522" y="854465"/>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4412" y="2118390"/>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7522" y="2118390"/>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719" y="6021288"/>
            <a:ext cx="1871513"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720" y="2834640"/>
            <a:ext cx="4344044"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Ubuntu" panose="020B0504030602030204" pitchFamily="34" charset="0"/>
              </a:rPr>
              <a:t>w</a:t>
            </a:r>
            <a:r>
              <a:rPr lang="en-US" sz="1050">
                <a:solidFill>
                  <a:schemeClr val="tx1"/>
                </a:solidFill>
                <a:latin typeface="Ubuntu" panose="020B0504030602030204" pitchFamily="34" charset="0"/>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721" y="854464"/>
            <a:ext cx="4247365"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308" y="3657600"/>
            <a:ext cx="4344044"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126"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1969" y="5569004"/>
            <a:ext cx="1950562"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4954"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69776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719" y="3325369"/>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720" y="1384201"/>
            <a:ext cx="4247365"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718" y="6021288"/>
            <a:ext cx="1871513"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1969" y="5569004"/>
            <a:ext cx="1950562"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36161595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4458" y="0"/>
            <a:ext cx="404436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719" y="6021288"/>
            <a:ext cx="1871513"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721" y="1384201"/>
            <a:ext cx="4247365"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720" y="3325369"/>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5483"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1969" y="5569004"/>
            <a:ext cx="1950562"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40028377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4180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pic>
        <p:nvPicPr>
          <p:cNvPr id="4" name="Picture Placeholder 6">
            <a:extLst>
              <a:ext uri="{FF2B5EF4-FFF2-40B4-BE49-F238E27FC236}">
                <a16:creationId xmlns:a16="http://schemas.microsoft.com/office/drawing/2014/main" id="{2B3E7159-CE19-F21D-2FBF-039B4C91C01C}"/>
              </a:ext>
            </a:extLst>
          </p:cNvPr>
          <p:cNvPicPr>
            <a:picLocks noChangeAspect="1"/>
          </p:cNvPicPr>
          <p:nvPr userDrawn="1"/>
        </p:nvPicPr>
        <p:blipFill>
          <a:blip r:embed="rId3"/>
          <a:srcRect t="7733" b="7733"/>
          <a:stretch/>
        </p:blipFill>
        <p:spPr>
          <a:xfrm>
            <a:off x="0" y="0"/>
            <a:ext cx="12188825"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284" y="908720"/>
            <a:ext cx="10196595"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sz="1799"/>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707" y="4416883"/>
            <a:ext cx="11376237" cy="307777"/>
          </a:xfrm>
          <a:prstGeom prst="rect">
            <a:avLst/>
          </a:prstGeom>
        </p:spPr>
        <p:txBody>
          <a:bodyPr wrap="square" lIns="36000" tIns="0" rIns="36000">
            <a:spAutoFit/>
          </a:bodyPr>
          <a:lstStyle>
            <a:lvl1pPr marL="0" indent="0" algn="l">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hasCustomPrompt="1"/>
          </p:nvPr>
        </p:nvSpPr>
        <p:spPr>
          <a:xfrm>
            <a:off x="404708" y="2339649"/>
            <a:ext cx="11383169" cy="2030684"/>
          </a:xfrm>
        </p:spPr>
        <p:txBody>
          <a:bodyPr wrap="square" lIns="36000" rIns="36000" bIns="0" anchor="b" anchorCtr="0">
            <a:spAutoFit/>
          </a:bodyPr>
          <a:lstStyle>
            <a:lvl1pPr algn="l">
              <a:lnSpc>
                <a:spcPct val="100000"/>
              </a:lnSpc>
              <a:tabLst>
                <a:tab pos="1258510" algn="l"/>
              </a:tabLst>
              <a:defRPr sz="6598" b="0" cap="all" baseline="0">
                <a:solidFill>
                  <a:schemeClr val="bg1"/>
                </a:solidFill>
                <a:latin typeface="+mj-lt"/>
              </a:defRPr>
            </a:lvl1pPr>
          </a:lstStyle>
          <a:p>
            <a:r>
              <a:rPr lang="en-US"/>
              <a:t>Click to edit Master 		 	title style</a:t>
            </a:r>
            <a:endParaRPr lang="en-GB"/>
          </a:p>
        </p:txBody>
      </p:sp>
      <p:grpSp>
        <p:nvGrpSpPr>
          <p:cNvPr id="21" name="Graphic 4">
            <a:extLst>
              <a:ext uri="{FF2B5EF4-FFF2-40B4-BE49-F238E27FC236}">
                <a16:creationId xmlns:a16="http://schemas.microsoft.com/office/drawing/2014/main" id="{7BF3ECFE-E58F-4539-85E7-AE81B78DD1BD}"/>
              </a:ext>
            </a:extLst>
          </p:cNvPr>
          <p:cNvGrpSpPr>
            <a:grpSpLocks noChangeAspect="1"/>
          </p:cNvGrpSpPr>
          <p:nvPr userDrawn="1"/>
        </p:nvGrpSpPr>
        <p:grpSpPr>
          <a:xfrm>
            <a:off x="8570615" y="612775"/>
            <a:ext cx="3258387" cy="500422"/>
            <a:chOff x="3176111" y="1257136"/>
            <a:chExt cx="5719756" cy="878207"/>
          </a:xfrm>
        </p:grpSpPr>
        <p:sp>
          <p:nvSpPr>
            <p:cNvPr id="22" name="Freeform: Shape 21">
              <a:extLst>
                <a:ext uri="{FF2B5EF4-FFF2-40B4-BE49-F238E27FC236}">
                  <a16:creationId xmlns:a16="http://schemas.microsoft.com/office/drawing/2014/main" id="{10309AC3-C122-4C74-88E7-99E581BBEC7F}"/>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3" name="Freeform: Shape 22">
              <a:extLst>
                <a:ext uri="{FF2B5EF4-FFF2-40B4-BE49-F238E27FC236}">
                  <a16:creationId xmlns:a16="http://schemas.microsoft.com/office/drawing/2014/main" id="{5B7AA504-1AE3-4045-A6AF-065DAF6C25B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4" name="Freeform: Shape 23">
              <a:extLst>
                <a:ext uri="{FF2B5EF4-FFF2-40B4-BE49-F238E27FC236}">
                  <a16:creationId xmlns:a16="http://schemas.microsoft.com/office/drawing/2014/main" id="{B5A57C37-16E6-42D6-A260-599049014ADD}"/>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5" name="Freeform: Shape 24">
              <a:extLst>
                <a:ext uri="{FF2B5EF4-FFF2-40B4-BE49-F238E27FC236}">
                  <a16:creationId xmlns:a16="http://schemas.microsoft.com/office/drawing/2014/main" id="{8A008D74-B0E0-42E6-BF3A-A69FDEE3A1CA}"/>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6" name="Freeform: Shape 25">
              <a:extLst>
                <a:ext uri="{FF2B5EF4-FFF2-40B4-BE49-F238E27FC236}">
                  <a16:creationId xmlns:a16="http://schemas.microsoft.com/office/drawing/2014/main" id="{E292B3DC-1391-48D9-846E-05CEFD0416BB}"/>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7" name="Freeform: Shape 26">
              <a:extLst>
                <a:ext uri="{FF2B5EF4-FFF2-40B4-BE49-F238E27FC236}">
                  <a16:creationId xmlns:a16="http://schemas.microsoft.com/office/drawing/2014/main" id="{833E1EC1-25FD-4624-BD09-B217498D6D1D}"/>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8" name="Freeform: Shape 27">
              <a:extLst>
                <a:ext uri="{FF2B5EF4-FFF2-40B4-BE49-F238E27FC236}">
                  <a16:creationId xmlns:a16="http://schemas.microsoft.com/office/drawing/2014/main" id="{11BC357C-8099-449E-A990-E836FE02153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9" name="Freeform: Shape 28">
              <a:extLst>
                <a:ext uri="{FF2B5EF4-FFF2-40B4-BE49-F238E27FC236}">
                  <a16:creationId xmlns:a16="http://schemas.microsoft.com/office/drawing/2014/main" id="{FE77743C-7D47-43DB-9886-C1ACA5F2E25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sz="1799"/>
            </a:p>
          </p:txBody>
        </p:sp>
        <p:sp>
          <p:nvSpPr>
            <p:cNvPr id="30" name="Freeform: Shape 29">
              <a:extLst>
                <a:ext uri="{FF2B5EF4-FFF2-40B4-BE49-F238E27FC236}">
                  <a16:creationId xmlns:a16="http://schemas.microsoft.com/office/drawing/2014/main" id="{D0B084C4-673C-4E90-AD06-8A2154558592}"/>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1" name="Freeform: Shape 30">
              <a:extLst>
                <a:ext uri="{FF2B5EF4-FFF2-40B4-BE49-F238E27FC236}">
                  <a16:creationId xmlns:a16="http://schemas.microsoft.com/office/drawing/2014/main" id="{AC7F4546-B02F-4C41-8E3A-9A1EA333273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2" name="Freeform: Shape 31">
              <a:extLst>
                <a:ext uri="{FF2B5EF4-FFF2-40B4-BE49-F238E27FC236}">
                  <a16:creationId xmlns:a16="http://schemas.microsoft.com/office/drawing/2014/main" id="{E9EEFE14-696B-4433-A402-9B256D708F0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3" name="Freeform: Shape 32">
              <a:extLst>
                <a:ext uri="{FF2B5EF4-FFF2-40B4-BE49-F238E27FC236}">
                  <a16:creationId xmlns:a16="http://schemas.microsoft.com/office/drawing/2014/main" id="{2C10FE68-C742-4D9D-B2A8-E3F146C9514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grpSp>
      <p:sp>
        <p:nvSpPr>
          <p:cNvPr id="58" name="TextBox 57">
            <a:extLst>
              <a:ext uri="{FF2B5EF4-FFF2-40B4-BE49-F238E27FC236}">
                <a16:creationId xmlns:a16="http://schemas.microsoft.com/office/drawing/2014/main" id="{630DE403-61F5-4FC6-B012-8090B738401E}"/>
              </a:ext>
            </a:extLst>
          </p:cNvPr>
          <p:cNvSpPr txBox="1"/>
          <p:nvPr userDrawn="1">
            <p:custDataLst>
              <p:tags r:id="rId1"/>
            </p:custDataLst>
          </p:nvPr>
        </p:nvSpPr>
        <p:spPr>
          <a:xfrm>
            <a:off x="10206989" y="6268479"/>
            <a:ext cx="1634638" cy="184666"/>
          </a:xfrm>
          <a:prstGeom prst="rect">
            <a:avLst/>
          </a:prstGeom>
          <a:noFill/>
        </p:spPr>
        <p:txBody>
          <a:bodyPr vert="horz" wrap="none" lIns="0" tIns="0" rIns="0" bIns="0" rtlCol="0" anchor="ctr" anchorCtr="0">
            <a:spAutoFit/>
          </a:bodyPr>
          <a:lstStyle/>
          <a:p>
            <a:pPr algn="r">
              <a:spcBef>
                <a:spcPts val="1000"/>
              </a:spcBef>
            </a:pPr>
            <a:r>
              <a:rPr lang="en-GB" sz="1200" b="1">
                <a:solidFill>
                  <a:schemeClr val="accent2">
                    <a:lumMod val="100000"/>
                  </a:schemeClr>
                </a:solidFill>
                <a:latin typeface="Ubuntu" panose="020B0504030602030204"/>
                <a:cs typeface="Times New Roman" pitchFamily="18" charset="0"/>
              </a:rPr>
              <a:t>Company Confidential</a:t>
            </a:r>
            <a:endParaRPr lang="en-GB" sz="1200" b="1">
              <a:solidFill>
                <a:schemeClr val="accent2">
                  <a:lumMod val="100000"/>
                </a:schemeClr>
              </a:solidFill>
              <a:latin typeface="Ubuntu" panose="020B0504030602030204"/>
              <a:ea typeface="Times New Roman" pitchFamily="18" charset="0"/>
              <a:cs typeface="Times New Roman" pitchFamily="18" charset="0"/>
            </a:endParaRP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4707" y="4869308"/>
            <a:ext cx="11376237" cy="503908"/>
          </a:xfrm>
        </p:spPr>
        <p:txBody>
          <a:bodyPr lIns="36000" rIns="36000" anchor="t" anchorCtr="0">
            <a:noAutofit/>
          </a:bodyPr>
          <a:lstStyle>
            <a:lvl1pPr>
              <a:spcBef>
                <a:spcPts val="0"/>
              </a:spcBef>
              <a:defRPr sz="1600" b="0">
                <a:solidFill>
                  <a:schemeClr val="bg1"/>
                </a:solidFill>
              </a:defRPr>
            </a:lvl1pPr>
            <a:lvl2pPr>
              <a:defRPr sz="1400"/>
            </a:lvl2pPr>
            <a:lvl3pPr>
              <a:defRPr sz="1400"/>
            </a:lvl3pPr>
            <a:lvl4pPr>
              <a:defRPr sz="1400"/>
            </a:lvl4pPr>
            <a:lvl5pPr>
              <a:defRPr sz="1400"/>
            </a:lvl5pPr>
          </a:lstStyle>
          <a:p>
            <a:pPr lvl="0"/>
            <a:r>
              <a:rPr lang="en-US"/>
              <a:t>Optional: Click to insert name</a:t>
            </a:r>
          </a:p>
        </p:txBody>
      </p:sp>
    </p:spTree>
    <p:extLst>
      <p:ext uri="{BB962C8B-B14F-4D97-AF65-F5344CB8AC3E}">
        <p14:creationId xmlns:p14="http://schemas.microsoft.com/office/powerpoint/2010/main" val="42569449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302">
          <p15:clr>
            <a:srgbClr val="FBAE40"/>
          </p15:clr>
        </p15:guide>
        <p15:guide id="2" pos="742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1402" y="3199769"/>
            <a:ext cx="9077095"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103" y="1628775"/>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103" y="2221388"/>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103" y="2814001"/>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219" y="1628775"/>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219" y="2221388"/>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219" y="2814001"/>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103" y="3406614"/>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103" y="3999227"/>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103" y="4591841"/>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219" y="3406614"/>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219" y="3999227"/>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219" y="4591841"/>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040" y="260351"/>
            <a:ext cx="863851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3957127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103" y="1628775"/>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103" y="2221388"/>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103" y="2814001"/>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219" y="1628775"/>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219" y="2221388"/>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219" y="2814001"/>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103" y="3406614"/>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103" y="3999227"/>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103" y="4591841"/>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219" y="3406614"/>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219" y="3999227"/>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219" y="4591841"/>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040" y="260351"/>
            <a:ext cx="863851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4682" y="1700808"/>
            <a:ext cx="8279201" cy="6858000"/>
          </a:xfrm>
          <a:prstGeom prst="rect">
            <a:avLst/>
          </a:prstGeom>
        </p:spPr>
      </p:pic>
    </p:spTree>
    <p:extLst>
      <p:ext uri="{BB962C8B-B14F-4D97-AF65-F5344CB8AC3E}">
        <p14:creationId xmlns:p14="http://schemas.microsoft.com/office/powerpoint/2010/main" val="23610265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8714" y="588210"/>
            <a:ext cx="8279201"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036" y="1556792"/>
            <a:ext cx="647903" cy="648072"/>
          </a:xfrm>
          <a:prstGeom prst="rect">
            <a:avLst/>
          </a:prstGeom>
        </p:spPr>
        <p:txBody>
          <a:bodyPr wrap="none" lIns="0" tIns="0" rIns="0" bIns="0" anchor="t" anchorCtr="0">
            <a:noAutofit/>
          </a:bodyPr>
          <a:lstStyle>
            <a:lvl1pPr>
              <a:defRPr lang="en-US" sz="3199"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2907" y="1556792"/>
            <a:ext cx="8861100" cy="648072"/>
          </a:xfrm>
          <a:prstGeom prst="rect">
            <a:avLst/>
          </a:prstGeom>
        </p:spPr>
        <p:txBody>
          <a:bodyPr>
            <a:noAutofit/>
          </a:bodyPr>
          <a:lstStyle>
            <a:lvl1pPr>
              <a:defRPr sz="3199">
                <a:solidFill>
                  <a:schemeClr val="bg1"/>
                </a:solidFill>
              </a:defRPr>
            </a:lvl1pPr>
            <a:lvl2pPr>
              <a:defRPr sz="3199">
                <a:solidFill>
                  <a:schemeClr val="bg1"/>
                </a:solidFill>
              </a:defRPr>
            </a:lvl2pPr>
            <a:lvl3pPr>
              <a:defRPr sz="3199">
                <a:solidFill>
                  <a:schemeClr val="bg1"/>
                </a:solidFill>
              </a:defRPr>
            </a:lvl3pPr>
            <a:lvl4pPr>
              <a:defRPr sz="3199">
                <a:solidFill>
                  <a:schemeClr val="bg1"/>
                </a:solidFill>
              </a:defRPr>
            </a:lvl4pPr>
            <a:lvl5pPr>
              <a:defRPr sz="3199">
                <a:solidFill>
                  <a:schemeClr val="bg1"/>
                </a:solidFill>
              </a:defRPr>
            </a:lvl5pPr>
          </a:lstStyle>
          <a:p>
            <a:pPr lvl="0"/>
            <a:r>
              <a:rPr lang="en-US"/>
              <a:t>Click to add text</a:t>
            </a:r>
          </a:p>
        </p:txBody>
      </p:sp>
    </p:spTree>
    <p:extLst>
      <p:ext uri="{BB962C8B-B14F-4D97-AF65-F5344CB8AC3E}">
        <p14:creationId xmlns:p14="http://schemas.microsoft.com/office/powerpoint/2010/main" val="40198281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948252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863" y="1125539"/>
            <a:ext cx="11366081"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954872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863" y="1125539"/>
            <a:ext cx="11366081"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863" y="1624108"/>
            <a:ext cx="11366081"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13085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0" y="0"/>
            <a:ext cx="4206957"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3586" y="1126801"/>
            <a:ext cx="6960731"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4249" y="1627200"/>
            <a:ext cx="6960731" cy="4825988"/>
          </a:xfrm>
          <a:prstGeom prst="rect">
            <a:avLst/>
          </a:prstGeom>
        </p:spPr>
        <p:txBody>
          <a:bodyPr vert="horz" lIns="0" tIns="0" rIns="0" bIns="0" rtlCol="0">
            <a:noAutofit/>
          </a:bodyPr>
          <a:lstStyle>
            <a:lvl1pPr>
              <a:defRPr lang="en-US" sz="1400" smtClean="0">
                <a:solidFill>
                  <a:schemeClr val="bg1"/>
                </a:solidFill>
              </a:defRPr>
            </a:lvl1pPr>
            <a:lvl2pPr marL="180921" indent="-180921">
              <a:buClrTx/>
              <a:defRPr lang="en-US" sz="1400" kern="1200" dirty="0" smtClean="0">
                <a:solidFill>
                  <a:schemeClr val="bg1"/>
                </a:solidFill>
                <a:latin typeface="+mn-lt"/>
                <a:ea typeface="+mn-ea"/>
                <a:cs typeface="+mn-cs"/>
              </a:defRPr>
            </a:lvl2pPr>
            <a:lvl3pPr marL="359892" indent="-179946">
              <a:buClrTx/>
              <a:defRPr lang="en-US" sz="1400" kern="1200" dirty="0" smtClean="0">
                <a:solidFill>
                  <a:schemeClr val="bg1"/>
                </a:solidFill>
                <a:latin typeface="+mn-lt"/>
                <a:ea typeface="+mn-ea"/>
                <a:cs typeface="+mn-cs"/>
              </a:defRPr>
            </a:lvl3pPr>
            <a:lvl4pPr marL="539588" indent="-179946">
              <a:buClrTx/>
              <a:defRPr lang="en-US" sz="1200" kern="1200" dirty="0" smtClean="0">
                <a:solidFill>
                  <a:schemeClr val="bg1"/>
                </a:solidFill>
                <a:latin typeface="+mn-lt"/>
                <a:ea typeface="+mn-ea"/>
                <a:cs typeface="+mn-cs"/>
              </a:defRPr>
            </a:lvl4pPr>
            <a:lvl5pPr marL="718922" indent="-180921">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3586" y="260351"/>
            <a:ext cx="6976823"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650276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2370" y="1125539"/>
            <a:ext cx="504656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2370" y="6907"/>
            <a:ext cx="5046564"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2370" y="1627200"/>
            <a:ext cx="5046564" cy="4825988"/>
          </a:xfrm>
          <a:prstGeom prst="rect">
            <a:avLst/>
          </a:prstGeom>
        </p:spPr>
        <p:txBody>
          <a:bodyPr vert="horz" lIns="0" tIns="0" rIns="0" bIns="0" rtlCol="0">
            <a:noAutofit/>
          </a:bodyPr>
          <a:lstStyle>
            <a:lvl1pPr>
              <a:defRPr lang="en-US" sz="1400" smtClean="0">
                <a:solidFill>
                  <a:schemeClr val="bg1"/>
                </a:solidFill>
              </a:defRPr>
            </a:lvl1pPr>
            <a:lvl2pPr marL="180921" indent="-180921">
              <a:buClrTx/>
              <a:defRPr lang="en-US" sz="1400" kern="1200" dirty="0" smtClean="0">
                <a:solidFill>
                  <a:schemeClr val="bg1"/>
                </a:solidFill>
                <a:latin typeface="+mn-lt"/>
                <a:ea typeface="+mn-ea"/>
                <a:cs typeface="+mn-cs"/>
              </a:defRPr>
            </a:lvl2pPr>
            <a:lvl3pPr marL="359892" indent="-179946">
              <a:buClrTx/>
              <a:defRPr lang="en-US" sz="1400" kern="1200" dirty="0" smtClean="0">
                <a:solidFill>
                  <a:schemeClr val="bg1"/>
                </a:solidFill>
                <a:latin typeface="+mn-lt"/>
                <a:ea typeface="+mn-ea"/>
                <a:cs typeface="+mn-cs"/>
              </a:defRPr>
            </a:lvl3pPr>
            <a:lvl4pPr marL="539588" indent="-179946">
              <a:buClrTx/>
              <a:defRPr lang="en-US" sz="1200" kern="1200" dirty="0" smtClean="0">
                <a:solidFill>
                  <a:schemeClr val="bg1"/>
                </a:solidFill>
                <a:latin typeface="+mn-lt"/>
                <a:ea typeface="+mn-ea"/>
                <a:cs typeface="+mn-cs"/>
              </a:defRPr>
            </a:lvl4pPr>
            <a:lvl5pPr marL="718922" indent="-180921">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37304944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5135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Only Short Dark">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265B2F8-F345-47A8-995D-086F4524E78E}"/>
              </a:ext>
            </a:extLst>
          </p:cNvPr>
          <p:cNvSpPr>
            <a:spLocks noGrp="1"/>
          </p:cNvSpPr>
          <p:nvPr>
            <p:ph type="pic" sz="quarter" idx="18" hasCustomPrompt="1"/>
          </p:nvPr>
        </p:nvSpPr>
        <p:spPr>
          <a:xfrm>
            <a:off x="8110013" y="0"/>
            <a:ext cx="4078813" cy="6851650"/>
          </a:xfrm>
          <a:custGeom>
            <a:avLst/>
            <a:gdLst>
              <a:gd name="connsiteX0" fmla="*/ 3613361 w 4079875"/>
              <a:gd name="connsiteY0" fmla="*/ 171572 h 6851650"/>
              <a:gd name="connsiteX1" fmla="*/ 3388977 w 4079875"/>
              <a:gd name="connsiteY1" fmla="*/ 403485 h 6851650"/>
              <a:gd name="connsiteX2" fmla="*/ 3466705 w 4079875"/>
              <a:gd name="connsiteY2" fmla="*/ 517973 h 6851650"/>
              <a:gd name="connsiteX3" fmla="*/ 3545899 w 4079875"/>
              <a:gd name="connsiteY3" fmla="*/ 519441 h 6851650"/>
              <a:gd name="connsiteX4" fmla="*/ 3577980 w 4079875"/>
              <a:gd name="connsiteY4" fmla="*/ 503479 h 6851650"/>
              <a:gd name="connsiteX5" fmla="*/ 3604362 w 4079875"/>
              <a:gd name="connsiteY5" fmla="*/ 479988 h 6851650"/>
              <a:gd name="connsiteX6" fmla="*/ 3597318 w 4079875"/>
              <a:gd name="connsiteY6" fmla="*/ 502912 h 6851650"/>
              <a:gd name="connsiteX7" fmla="*/ 3532517 w 4079875"/>
              <a:gd name="connsiteY7" fmla="*/ 545873 h 6851650"/>
              <a:gd name="connsiteX8" fmla="*/ 3586816 w 4079875"/>
              <a:gd name="connsiteY8" fmla="*/ 560560 h 6851650"/>
              <a:gd name="connsiteX9" fmla="*/ 3715958 w 4079875"/>
              <a:gd name="connsiteY9" fmla="*/ 517967 h 6851650"/>
              <a:gd name="connsiteX10" fmla="*/ 3651387 w 4079875"/>
              <a:gd name="connsiteY10" fmla="*/ 460686 h 6851650"/>
              <a:gd name="connsiteX11" fmla="*/ 3715958 w 4079875"/>
              <a:gd name="connsiteY11" fmla="*/ 491530 h 6851650"/>
              <a:gd name="connsiteX12" fmla="*/ 3801190 w 4079875"/>
              <a:gd name="connsiteY12" fmla="*/ 433905 h 6851650"/>
              <a:gd name="connsiteX13" fmla="*/ 3808405 w 4079875"/>
              <a:gd name="connsiteY13" fmla="*/ 397572 h 6851650"/>
              <a:gd name="connsiteX14" fmla="*/ 3808413 w 4079875"/>
              <a:gd name="connsiteY14" fmla="*/ 397614 h 6851650"/>
              <a:gd name="connsiteX15" fmla="*/ 3808413 w 4079875"/>
              <a:gd name="connsiteY15" fmla="*/ 397531 h 6851650"/>
              <a:gd name="connsiteX16" fmla="*/ 3808413 w 4079875"/>
              <a:gd name="connsiteY16" fmla="*/ 394678 h 6851650"/>
              <a:gd name="connsiteX17" fmla="*/ 3736552 w 4079875"/>
              <a:gd name="connsiteY17" fmla="*/ 246430 h 6851650"/>
              <a:gd name="connsiteX18" fmla="*/ 3623627 w 4079875"/>
              <a:gd name="connsiteY18" fmla="*/ 175975 h 6851650"/>
              <a:gd name="connsiteX19" fmla="*/ 3613361 w 4079875"/>
              <a:gd name="connsiteY19" fmla="*/ 171572 h 6851650"/>
              <a:gd name="connsiteX20" fmla="*/ 0 w 4079875"/>
              <a:gd name="connsiteY20" fmla="*/ 0 h 6851650"/>
              <a:gd name="connsiteX21" fmla="*/ 4079875 w 4079875"/>
              <a:gd name="connsiteY21" fmla="*/ 0 h 6851650"/>
              <a:gd name="connsiteX22" fmla="*/ 4079875 w 4079875"/>
              <a:gd name="connsiteY22" fmla="*/ 6851650 h 6851650"/>
              <a:gd name="connsiteX23" fmla="*/ 0 w 4079875"/>
              <a:gd name="connsiteY23" fmla="*/ 6851650 h 685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79875" h="6851650">
                <a:moveTo>
                  <a:pt x="3613361" y="171572"/>
                </a:moveTo>
                <a:cubicBezTo>
                  <a:pt x="3563498" y="231752"/>
                  <a:pt x="3388977" y="277254"/>
                  <a:pt x="3388977" y="403485"/>
                </a:cubicBezTo>
                <a:cubicBezTo>
                  <a:pt x="3388977" y="453390"/>
                  <a:pt x="3419775" y="500360"/>
                  <a:pt x="3466705" y="517973"/>
                </a:cubicBezTo>
                <a:cubicBezTo>
                  <a:pt x="3493103" y="528248"/>
                  <a:pt x="3519501" y="528248"/>
                  <a:pt x="3545899" y="519441"/>
                </a:cubicBezTo>
                <a:cubicBezTo>
                  <a:pt x="3557632" y="515772"/>
                  <a:pt x="3568264" y="510267"/>
                  <a:pt x="3577980" y="503479"/>
                </a:cubicBezTo>
                <a:lnTo>
                  <a:pt x="3604362" y="479988"/>
                </a:lnTo>
                <a:lnTo>
                  <a:pt x="3597318" y="502912"/>
                </a:lnTo>
                <a:cubicBezTo>
                  <a:pt x="3585623" y="524668"/>
                  <a:pt x="3561134" y="541467"/>
                  <a:pt x="3532517" y="545873"/>
                </a:cubicBezTo>
                <a:cubicBezTo>
                  <a:pt x="3541322" y="554685"/>
                  <a:pt x="3561868" y="560560"/>
                  <a:pt x="3586816" y="560560"/>
                </a:cubicBezTo>
                <a:cubicBezTo>
                  <a:pt x="3632309" y="560560"/>
                  <a:pt x="3688075" y="547341"/>
                  <a:pt x="3715958" y="517967"/>
                </a:cubicBezTo>
                <a:cubicBezTo>
                  <a:pt x="3677803" y="519435"/>
                  <a:pt x="3652855" y="494467"/>
                  <a:pt x="3651387" y="460686"/>
                </a:cubicBezTo>
                <a:cubicBezTo>
                  <a:pt x="3668997" y="482717"/>
                  <a:pt x="3691010" y="491530"/>
                  <a:pt x="3715958" y="491530"/>
                </a:cubicBezTo>
                <a:cubicBezTo>
                  <a:pt x="3754481" y="491530"/>
                  <a:pt x="3787225" y="467571"/>
                  <a:pt x="3801190" y="433905"/>
                </a:cubicBezTo>
                <a:lnTo>
                  <a:pt x="3808405" y="397572"/>
                </a:lnTo>
                <a:lnTo>
                  <a:pt x="3808413" y="397614"/>
                </a:lnTo>
                <a:lnTo>
                  <a:pt x="3808413" y="397531"/>
                </a:lnTo>
                <a:lnTo>
                  <a:pt x="3808413" y="394678"/>
                </a:lnTo>
                <a:cubicBezTo>
                  <a:pt x="3808413" y="335966"/>
                  <a:pt x="3779082" y="286061"/>
                  <a:pt x="3736552" y="246430"/>
                </a:cubicBezTo>
                <a:cubicBezTo>
                  <a:pt x="3704287" y="215606"/>
                  <a:pt x="3664690" y="193589"/>
                  <a:pt x="3623627" y="175975"/>
                </a:cubicBezTo>
                <a:cubicBezTo>
                  <a:pt x="3620693" y="174508"/>
                  <a:pt x="3617760" y="173040"/>
                  <a:pt x="3613361" y="171572"/>
                </a:cubicBezTo>
                <a:close/>
                <a:moveTo>
                  <a:pt x="0" y="0"/>
                </a:moveTo>
                <a:lnTo>
                  <a:pt x="4079875" y="0"/>
                </a:lnTo>
                <a:lnTo>
                  <a:pt x="4079875" y="6851650"/>
                </a:lnTo>
                <a:lnTo>
                  <a:pt x="0" y="6851650"/>
                </a:lnTo>
                <a:close/>
              </a:path>
            </a:pathLst>
          </a:custGeom>
        </p:spPr>
        <p:txBody>
          <a:bodyPr wrap="square">
            <a:noAutofit/>
          </a:bodyPr>
          <a:lstStyle>
            <a:lvl1pPr marL="0" marR="0" indent="0" algn="ctr"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r>
              <a:rPr lang="en-US"/>
              <a:t>Click icon to add picture and send picture to back</a:t>
            </a:r>
          </a:p>
        </p:txBody>
      </p:sp>
      <p:sp>
        <p:nvSpPr>
          <p:cNvPr id="19" name="Rectangle 18">
            <a:extLst>
              <a:ext uri="{FF2B5EF4-FFF2-40B4-BE49-F238E27FC236}">
                <a16:creationId xmlns:a16="http://schemas.microsoft.com/office/drawing/2014/main" id="{F739495D-D944-452B-B11E-F8824CAF9904}"/>
              </a:ext>
            </a:extLst>
          </p:cNvPr>
          <p:cNvSpPr/>
          <p:nvPr userDrawn="1"/>
        </p:nvSpPr>
        <p:spPr>
          <a:xfrm>
            <a:off x="1" y="0"/>
            <a:ext cx="811001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719" y="6907"/>
            <a:ext cx="7559294"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550057" y="1125539"/>
            <a:ext cx="7559294"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6" name="TextBox 15">
            <a:extLst>
              <a:ext uri="{FF2B5EF4-FFF2-40B4-BE49-F238E27FC236}">
                <a16:creationId xmlns:a16="http://schemas.microsoft.com/office/drawing/2014/main" id="{1F62E3C9-BB70-4CF4-98F9-292D7381F72C}"/>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551241" y="1628800"/>
            <a:ext cx="7559294" cy="4824388"/>
          </a:xfrm>
          <a:prstGeom prst="rect">
            <a:avLst/>
          </a:prstGeom>
        </p:spPr>
        <p:txBody>
          <a:bodyPr rIns="216000">
            <a:noAutofit/>
          </a:bodyPr>
          <a:lstStyle>
            <a:lvl1pPr>
              <a:defRPr sz="1200">
                <a:solidFill>
                  <a:schemeClr val="bg1"/>
                </a:solidFill>
              </a:defRPr>
            </a:lvl1pPr>
            <a:lvl2pPr>
              <a:buClrTx/>
              <a:defRPr sz="1200">
                <a:solidFill>
                  <a:schemeClr val="bg1"/>
                </a:solidFill>
              </a:defRPr>
            </a:lvl2pPr>
            <a:lvl3pPr>
              <a:buClrTx/>
              <a:defRPr sz="1200">
                <a:solidFill>
                  <a:schemeClr val="bg1"/>
                </a:solidFill>
              </a:defRPr>
            </a:lvl3pPr>
            <a:lvl4pPr>
              <a:buClrTx/>
              <a:defRPr sz="1100">
                <a:solidFill>
                  <a:schemeClr val="bg1"/>
                </a:solidFill>
              </a:defRPr>
            </a:lvl4pPr>
            <a:lvl5pPr>
              <a:buClrTx/>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36663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2_Title Only Short Dark">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CF04019-A1DB-4741-8F6A-0715A53FCB86}"/>
              </a:ext>
            </a:extLst>
          </p:cNvPr>
          <p:cNvSpPr>
            <a:spLocks noGrp="1"/>
          </p:cNvSpPr>
          <p:nvPr>
            <p:ph type="pic" sz="quarter" idx="18" hasCustomPrompt="1"/>
          </p:nvPr>
        </p:nvSpPr>
        <p:spPr>
          <a:xfrm>
            <a:off x="6094412" y="0"/>
            <a:ext cx="6094413" cy="6851650"/>
          </a:xfrm>
          <a:custGeom>
            <a:avLst/>
            <a:gdLst>
              <a:gd name="connsiteX0" fmla="*/ 5629486 w 6096000"/>
              <a:gd name="connsiteY0" fmla="*/ 171572 h 6851650"/>
              <a:gd name="connsiteX1" fmla="*/ 5405102 w 6096000"/>
              <a:gd name="connsiteY1" fmla="*/ 403485 h 6851650"/>
              <a:gd name="connsiteX2" fmla="*/ 5482830 w 6096000"/>
              <a:gd name="connsiteY2" fmla="*/ 517973 h 6851650"/>
              <a:gd name="connsiteX3" fmla="*/ 5562024 w 6096000"/>
              <a:gd name="connsiteY3" fmla="*/ 519441 h 6851650"/>
              <a:gd name="connsiteX4" fmla="*/ 5594105 w 6096000"/>
              <a:gd name="connsiteY4" fmla="*/ 503479 h 6851650"/>
              <a:gd name="connsiteX5" fmla="*/ 5620487 w 6096000"/>
              <a:gd name="connsiteY5" fmla="*/ 479988 h 6851650"/>
              <a:gd name="connsiteX6" fmla="*/ 5613443 w 6096000"/>
              <a:gd name="connsiteY6" fmla="*/ 502912 h 6851650"/>
              <a:gd name="connsiteX7" fmla="*/ 5548642 w 6096000"/>
              <a:gd name="connsiteY7" fmla="*/ 545873 h 6851650"/>
              <a:gd name="connsiteX8" fmla="*/ 5602941 w 6096000"/>
              <a:gd name="connsiteY8" fmla="*/ 560560 h 6851650"/>
              <a:gd name="connsiteX9" fmla="*/ 5732083 w 6096000"/>
              <a:gd name="connsiteY9" fmla="*/ 517967 h 6851650"/>
              <a:gd name="connsiteX10" fmla="*/ 5667512 w 6096000"/>
              <a:gd name="connsiteY10" fmla="*/ 460686 h 6851650"/>
              <a:gd name="connsiteX11" fmla="*/ 5732083 w 6096000"/>
              <a:gd name="connsiteY11" fmla="*/ 491530 h 6851650"/>
              <a:gd name="connsiteX12" fmla="*/ 5817315 w 6096000"/>
              <a:gd name="connsiteY12" fmla="*/ 433905 h 6851650"/>
              <a:gd name="connsiteX13" fmla="*/ 5824530 w 6096000"/>
              <a:gd name="connsiteY13" fmla="*/ 397572 h 6851650"/>
              <a:gd name="connsiteX14" fmla="*/ 5824538 w 6096000"/>
              <a:gd name="connsiteY14" fmla="*/ 397614 h 6851650"/>
              <a:gd name="connsiteX15" fmla="*/ 5824538 w 6096000"/>
              <a:gd name="connsiteY15" fmla="*/ 397531 h 6851650"/>
              <a:gd name="connsiteX16" fmla="*/ 5824538 w 6096000"/>
              <a:gd name="connsiteY16" fmla="*/ 394678 h 6851650"/>
              <a:gd name="connsiteX17" fmla="*/ 5752677 w 6096000"/>
              <a:gd name="connsiteY17" fmla="*/ 246430 h 6851650"/>
              <a:gd name="connsiteX18" fmla="*/ 5639752 w 6096000"/>
              <a:gd name="connsiteY18" fmla="*/ 175975 h 6851650"/>
              <a:gd name="connsiteX19" fmla="*/ 5629486 w 6096000"/>
              <a:gd name="connsiteY19" fmla="*/ 171572 h 6851650"/>
              <a:gd name="connsiteX20" fmla="*/ 0 w 6096000"/>
              <a:gd name="connsiteY20" fmla="*/ 0 h 6851650"/>
              <a:gd name="connsiteX21" fmla="*/ 6096000 w 6096000"/>
              <a:gd name="connsiteY21" fmla="*/ 0 h 6851650"/>
              <a:gd name="connsiteX22" fmla="*/ 6096000 w 6096000"/>
              <a:gd name="connsiteY22" fmla="*/ 6851650 h 6851650"/>
              <a:gd name="connsiteX23" fmla="*/ 0 w 6096000"/>
              <a:gd name="connsiteY23" fmla="*/ 6851650 h 685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0" h="6851650">
                <a:moveTo>
                  <a:pt x="5629486" y="171572"/>
                </a:moveTo>
                <a:cubicBezTo>
                  <a:pt x="5579623" y="231752"/>
                  <a:pt x="5405102" y="277254"/>
                  <a:pt x="5405102" y="403485"/>
                </a:cubicBezTo>
                <a:cubicBezTo>
                  <a:pt x="5405102" y="453390"/>
                  <a:pt x="5435900" y="500360"/>
                  <a:pt x="5482830" y="517973"/>
                </a:cubicBezTo>
                <a:cubicBezTo>
                  <a:pt x="5509228" y="528248"/>
                  <a:pt x="5535626" y="528248"/>
                  <a:pt x="5562024" y="519441"/>
                </a:cubicBezTo>
                <a:cubicBezTo>
                  <a:pt x="5573757" y="515772"/>
                  <a:pt x="5584389" y="510267"/>
                  <a:pt x="5594105" y="503479"/>
                </a:cubicBezTo>
                <a:lnTo>
                  <a:pt x="5620487" y="479988"/>
                </a:lnTo>
                <a:lnTo>
                  <a:pt x="5613443" y="502912"/>
                </a:lnTo>
                <a:cubicBezTo>
                  <a:pt x="5601748" y="524668"/>
                  <a:pt x="5577259" y="541467"/>
                  <a:pt x="5548642" y="545873"/>
                </a:cubicBezTo>
                <a:cubicBezTo>
                  <a:pt x="5557447" y="554685"/>
                  <a:pt x="5577993" y="560560"/>
                  <a:pt x="5602941" y="560560"/>
                </a:cubicBezTo>
                <a:cubicBezTo>
                  <a:pt x="5648434" y="560560"/>
                  <a:pt x="5704200" y="547341"/>
                  <a:pt x="5732083" y="517967"/>
                </a:cubicBezTo>
                <a:cubicBezTo>
                  <a:pt x="5693928" y="519435"/>
                  <a:pt x="5668980" y="494467"/>
                  <a:pt x="5667512" y="460686"/>
                </a:cubicBezTo>
                <a:cubicBezTo>
                  <a:pt x="5685122" y="482717"/>
                  <a:pt x="5707135" y="491530"/>
                  <a:pt x="5732083" y="491530"/>
                </a:cubicBezTo>
                <a:cubicBezTo>
                  <a:pt x="5770606" y="491530"/>
                  <a:pt x="5803350" y="467571"/>
                  <a:pt x="5817315" y="433905"/>
                </a:cubicBezTo>
                <a:lnTo>
                  <a:pt x="5824530" y="397572"/>
                </a:lnTo>
                <a:lnTo>
                  <a:pt x="5824538" y="397614"/>
                </a:lnTo>
                <a:lnTo>
                  <a:pt x="5824538" y="397531"/>
                </a:lnTo>
                <a:lnTo>
                  <a:pt x="5824538" y="394678"/>
                </a:lnTo>
                <a:cubicBezTo>
                  <a:pt x="5824538" y="335966"/>
                  <a:pt x="5795207" y="286061"/>
                  <a:pt x="5752677" y="246430"/>
                </a:cubicBezTo>
                <a:cubicBezTo>
                  <a:pt x="5720412" y="215606"/>
                  <a:pt x="5680815" y="193589"/>
                  <a:pt x="5639752" y="175975"/>
                </a:cubicBezTo>
                <a:cubicBezTo>
                  <a:pt x="5636818" y="174508"/>
                  <a:pt x="5633885" y="173040"/>
                  <a:pt x="5629486" y="171572"/>
                </a:cubicBezTo>
                <a:close/>
                <a:moveTo>
                  <a:pt x="0" y="0"/>
                </a:moveTo>
                <a:lnTo>
                  <a:pt x="6096000" y="0"/>
                </a:lnTo>
                <a:lnTo>
                  <a:pt x="6096000" y="6851650"/>
                </a:lnTo>
                <a:lnTo>
                  <a:pt x="0" y="6851650"/>
                </a:lnTo>
                <a:close/>
              </a:path>
            </a:pathLst>
          </a:custGeom>
        </p:spPr>
        <p:txBody>
          <a:bodyPr wrap="square">
            <a:noAutofit/>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r>
              <a:rPr lang="en-US"/>
              <a:t>Click icon to add picture and send picture to back</a:t>
            </a:r>
          </a:p>
        </p:txBody>
      </p:sp>
      <p:sp>
        <p:nvSpPr>
          <p:cNvPr id="19" name="Rectangle 18">
            <a:extLst>
              <a:ext uri="{FF2B5EF4-FFF2-40B4-BE49-F238E27FC236}">
                <a16:creationId xmlns:a16="http://schemas.microsoft.com/office/drawing/2014/main" id="{3159DB76-BDF6-4570-B3F9-7584F97BA403}"/>
              </a:ext>
            </a:extLst>
          </p:cNvPr>
          <p:cNvSpPr/>
          <p:nvPr userDrawn="1"/>
        </p:nvSpPr>
        <p:spPr>
          <a:xfrm>
            <a:off x="0" y="0"/>
            <a:ext cx="609441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720" y="6907"/>
            <a:ext cx="5543693"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550057" y="1126801"/>
            <a:ext cx="5544356"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4" name="TextBox 13">
            <a:extLst>
              <a:ext uri="{FF2B5EF4-FFF2-40B4-BE49-F238E27FC236}">
                <a16:creationId xmlns:a16="http://schemas.microsoft.com/office/drawing/2014/main" id="{5711E1CB-6482-4703-A2CF-1E8703520C4C}"/>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550720" y="1627200"/>
            <a:ext cx="5543693" cy="4825988"/>
          </a:xfrm>
          <a:prstGeom prst="rect">
            <a:avLst/>
          </a:prstGeom>
        </p:spPr>
        <p:txBody>
          <a:bodyPr vert="horz" lIns="0" tIns="0" rIns="21600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9516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_Title Only Short Dark">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0" y="0"/>
            <a:ext cx="4089923" cy="6858000"/>
          </a:xfrm>
          <a:prstGeom prst="rect">
            <a:avLst/>
          </a:prstGeom>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5" name="Rectangle 24">
            <a:extLst>
              <a:ext uri="{FF2B5EF4-FFF2-40B4-BE49-F238E27FC236}">
                <a16:creationId xmlns:a16="http://schemas.microsoft.com/office/drawing/2014/main" id="{7976266F-C45A-4BCC-B2BF-CCD2AE738353}"/>
              </a:ext>
            </a:extLst>
          </p:cNvPr>
          <p:cNvSpPr/>
          <p:nvPr userDrawn="1"/>
        </p:nvSpPr>
        <p:spPr>
          <a:xfrm>
            <a:off x="4090406" y="0"/>
            <a:ext cx="811001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3586" y="1126801"/>
            <a:ext cx="6960731"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21" name="Title 3">
            <a:extLst>
              <a:ext uri="{FF2B5EF4-FFF2-40B4-BE49-F238E27FC236}">
                <a16:creationId xmlns:a16="http://schemas.microsoft.com/office/drawing/2014/main" id="{A6A50AD2-25C8-4484-B9B5-B453B7E4AA6D}"/>
              </a:ext>
            </a:extLst>
          </p:cNvPr>
          <p:cNvSpPr>
            <a:spLocks noGrp="1"/>
          </p:cNvSpPr>
          <p:nvPr>
            <p:ph type="title"/>
          </p:nvPr>
        </p:nvSpPr>
        <p:spPr>
          <a:xfrm>
            <a:off x="4444249" y="6907"/>
            <a:ext cx="6960731" cy="1116000"/>
          </a:xfrm>
        </p:spPr>
        <p:txBody>
          <a:bodyPr rIns="72000"/>
          <a:lstStyle>
            <a:lvl1pPr>
              <a:defRPr>
                <a:solidFill>
                  <a:schemeClr val="bg1"/>
                </a:solidFill>
              </a:defRPr>
            </a:lvl1pPr>
          </a:lstStyle>
          <a:p>
            <a:r>
              <a:rPr lang="en-US"/>
              <a:t>Click to edit Master title style</a:t>
            </a:r>
            <a:endParaRPr lang="de-DE"/>
          </a:p>
        </p:txBody>
      </p:sp>
      <p:sp>
        <p:nvSpPr>
          <p:cNvPr id="23" name="TextBox 22">
            <a:extLst>
              <a:ext uri="{FF2B5EF4-FFF2-40B4-BE49-F238E27FC236}">
                <a16:creationId xmlns:a16="http://schemas.microsoft.com/office/drawing/2014/main" id="{5CF29121-337D-4F7E-960E-8EFC1066DBB5}"/>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4249" y="1627200"/>
            <a:ext cx="6960731" cy="4825988"/>
          </a:xfrm>
          <a:prstGeom prst="rect">
            <a:avLst/>
          </a:prstGeom>
        </p:spPr>
        <p:txBody>
          <a:bodyPr vert="horz" lIns="0" tIns="0" rIns="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7162289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4_Title Only Short Dark">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4413" cy="6858000"/>
          </a:xfrm>
          <a:prstGeom prst="rect">
            <a:avLst/>
          </a:prstGeom>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5" name="Rectangle 24">
            <a:extLst>
              <a:ext uri="{FF2B5EF4-FFF2-40B4-BE49-F238E27FC236}">
                <a16:creationId xmlns:a16="http://schemas.microsoft.com/office/drawing/2014/main" id="{5CC1D70B-5F15-40A5-977B-8F3B78827D72}"/>
              </a:ext>
            </a:extLst>
          </p:cNvPr>
          <p:cNvSpPr/>
          <p:nvPr userDrawn="1"/>
        </p:nvSpPr>
        <p:spPr>
          <a:xfrm>
            <a:off x="6094412" y="0"/>
            <a:ext cx="609441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478313" y="1126801"/>
            <a:ext cx="4950621"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478313" y="6907"/>
            <a:ext cx="4950621" cy="1127300"/>
          </a:xfrm>
        </p:spPr>
        <p:txBody>
          <a:bodyPr/>
          <a:lstStyle>
            <a:lvl1pPr>
              <a:defRPr>
                <a:solidFill>
                  <a:schemeClr val="bg1"/>
                </a:solidFill>
              </a:defRPr>
            </a:lvl1pPr>
          </a:lstStyle>
          <a:p>
            <a:r>
              <a:rPr lang="en-US"/>
              <a:t>Click to edit Master title style</a:t>
            </a:r>
            <a:endParaRPr lang="de-DE"/>
          </a:p>
        </p:txBody>
      </p:sp>
      <p:sp>
        <p:nvSpPr>
          <p:cNvPr id="23" name="TextBox 22">
            <a:extLst>
              <a:ext uri="{FF2B5EF4-FFF2-40B4-BE49-F238E27FC236}">
                <a16:creationId xmlns:a16="http://schemas.microsoft.com/office/drawing/2014/main" id="{66247B5C-06D3-440E-ABB6-60410C09B05A}"/>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478313" y="1627200"/>
            <a:ext cx="4950621" cy="4825988"/>
          </a:xfrm>
          <a:prstGeom prst="rect">
            <a:avLst/>
          </a:prstGeom>
        </p:spPr>
        <p:txBody>
          <a:bodyPr vert="horz" lIns="0" tIns="0" rIns="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36829561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23" name="Image 15">
            <a:extLst>
              <a:ext uri="{FF2B5EF4-FFF2-40B4-BE49-F238E27FC236}">
                <a16:creationId xmlns:a16="http://schemas.microsoft.com/office/drawing/2014/main" id="{72353042-8620-4589-828D-2CC6B49B1C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102" y="1634188"/>
            <a:ext cx="9699859" cy="6043284"/>
          </a:xfrm>
          <a:prstGeom prst="rect">
            <a:avLst/>
          </a:prstGeom>
        </p:spPr>
      </p:pic>
      <p:sp>
        <p:nvSpPr>
          <p:cNvPr id="24" name="Rectangle 23">
            <a:extLst>
              <a:ext uri="{FF2B5EF4-FFF2-40B4-BE49-F238E27FC236}">
                <a16:creationId xmlns:a16="http://schemas.microsoft.com/office/drawing/2014/main" id="{4A111039-914C-4DB4-9DF3-DF6AF113071A}"/>
              </a:ext>
            </a:extLst>
          </p:cNvPr>
          <p:cNvSpPr/>
          <p:nvPr userDrawn="1"/>
        </p:nvSpPr>
        <p:spPr>
          <a:xfrm>
            <a:off x="428521" y="1446176"/>
            <a:ext cx="4731018"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a:solidFill>
                  <a:schemeClr val="lt1"/>
                </a:solidFill>
                <a:effectLst/>
                <a:latin typeface="+mn-lt"/>
                <a:ea typeface="+mn-ea"/>
                <a:cs typeface="+mn-cs"/>
              </a:rPr>
              <a:t>As the digital innovation, design and transformation brand of the Capgemini Group, Capgemini Invent enables </a:t>
            </a:r>
            <a:r>
              <a:rPr lang="en-US" sz="900" kern="1200" err="1">
                <a:solidFill>
                  <a:schemeClr val="lt1"/>
                </a:solidFill>
                <a:effectLst/>
                <a:latin typeface="+mn-lt"/>
                <a:ea typeface="+mn-ea"/>
                <a:cs typeface="+mn-cs"/>
              </a:rPr>
              <a:t>CxOs</a:t>
            </a:r>
            <a:r>
              <a:rPr lang="en-US" sz="900" kern="1200">
                <a:solidFill>
                  <a:schemeClr val="lt1"/>
                </a:solidFill>
                <a:effectLst/>
                <a:latin typeface="+mn-lt"/>
                <a:ea typeface="+mn-ea"/>
                <a:cs typeface="+mn-cs"/>
              </a:rPr>
              <a:t> to envision and shape the future of their businesses. Located in nearly 40 studios and more than 60 offices around the world, it comprises a 10,000+ strong team of strategists, data scientists, product and experience designers, brand experts and technologists who develop new digital services, products, experiences and business models for sustainable growth.</a:t>
            </a:r>
          </a:p>
          <a:p>
            <a:pPr algn="just"/>
            <a:endParaRPr lang="en-US"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57" name="Rectangle 56"/>
          <p:cNvSpPr/>
          <p:nvPr userDrawn="1"/>
        </p:nvSpPr>
        <p:spPr>
          <a:xfrm>
            <a:off x="426609" y="5840235"/>
            <a:ext cx="3220169"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2026 Capgemini. All rights reserved.</a:t>
            </a:r>
          </a:p>
        </p:txBody>
      </p:sp>
      <p:sp>
        <p:nvSpPr>
          <p:cNvPr id="48" name="Rectangle 47"/>
          <p:cNvSpPr/>
          <p:nvPr userDrawn="1"/>
        </p:nvSpPr>
        <p:spPr>
          <a:xfrm>
            <a:off x="426412" y="1068314"/>
            <a:ext cx="2219382"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1999"/>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63493" y="5383763"/>
            <a:ext cx="4023194" cy="1212215"/>
          </a:xfrm>
          <a:prstGeom prst="rect">
            <a:avLst/>
          </a:prstGeom>
        </p:spPr>
      </p:pic>
      <p:sp>
        <p:nvSpPr>
          <p:cNvPr id="31" name="Rectangle 30">
            <a:extLst>
              <a:ext uri="{FF2B5EF4-FFF2-40B4-BE49-F238E27FC236}">
                <a16:creationId xmlns:a16="http://schemas.microsoft.com/office/drawing/2014/main" id="{7F14F5AA-D00E-4FC7-8FAC-94D846AF11AE}"/>
              </a:ext>
            </a:extLst>
          </p:cNvPr>
          <p:cNvSpPr/>
          <p:nvPr userDrawn="1"/>
        </p:nvSpPr>
        <p:spPr>
          <a:xfrm>
            <a:off x="426412" y="3813794"/>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126"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25" name="Picture 2">
            <a:hlinkClick r:id="rId4"/>
            <a:extLst>
              <a:ext uri="{FF2B5EF4-FFF2-40B4-BE49-F238E27FC236}">
                <a16:creationId xmlns:a16="http://schemas.microsoft.com/office/drawing/2014/main" id="{24E210E9-BF28-4277-A7E4-7F75612DA699}"/>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47491" y="5214283"/>
            <a:ext cx="333108" cy="333195"/>
          </a:xfrm>
          <a:prstGeom prst="rect">
            <a:avLst/>
          </a:prstGeom>
          <a:noFill/>
        </p:spPr>
      </p:pic>
      <p:pic>
        <p:nvPicPr>
          <p:cNvPr id="27" name="Picture 4">
            <a:hlinkClick r:id="rId6"/>
            <a:extLst>
              <a:ext uri="{FF2B5EF4-FFF2-40B4-BE49-F238E27FC236}">
                <a16:creationId xmlns:a16="http://schemas.microsoft.com/office/drawing/2014/main" id="{825CF878-6B7E-4940-91A6-12F0F5A6B1E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230768" y="5214283"/>
            <a:ext cx="333108" cy="333195"/>
          </a:xfrm>
          <a:prstGeom prst="rect">
            <a:avLst/>
          </a:prstGeom>
          <a:noFill/>
        </p:spPr>
      </p:pic>
      <p:pic>
        <p:nvPicPr>
          <p:cNvPr id="28" name="Picture 5">
            <a:hlinkClick r:id="rId8"/>
            <a:extLst>
              <a:ext uri="{FF2B5EF4-FFF2-40B4-BE49-F238E27FC236}">
                <a16:creationId xmlns:a16="http://schemas.microsoft.com/office/drawing/2014/main" id="{5B092861-FD2B-41E4-9D5C-4F9DB8C78CA6}"/>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614045" y="5214283"/>
            <a:ext cx="333108" cy="333195"/>
          </a:xfrm>
          <a:prstGeom prst="rect">
            <a:avLst/>
          </a:prstGeom>
          <a:noFill/>
        </p:spPr>
      </p:pic>
      <p:pic>
        <p:nvPicPr>
          <p:cNvPr id="29" name="Picture 6">
            <a:hlinkClick r:id="rId10"/>
            <a:extLst>
              <a:ext uri="{FF2B5EF4-FFF2-40B4-BE49-F238E27FC236}">
                <a16:creationId xmlns:a16="http://schemas.microsoft.com/office/drawing/2014/main" id="{0C1579FB-7326-4173-920B-70C40143C135}"/>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97321" y="5214283"/>
            <a:ext cx="333108" cy="333195"/>
          </a:xfrm>
          <a:prstGeom prst="rect">
            <a:avLst/>
          </a:prstGeom>
          <a:noFill/>
        </p:spPr>
      </p:pic>
      <p:pic>
        <p:nvPicPr>
          <p:cNvPr id="30" name="Picture 7">
            <a:hlinkClick r:id="rId12"/>
            <a:extLst>
              <a:ext uri="{FF2B5EF4-FFF2-40B4-BE49-F238E27FC236}">
                <a16:creationId xmlns:a16="http://schemas.microsoft.com/office/drawing/2014/main" id="{6FA6840F-AB00-4901-91D9-5E2D057477F4}"/>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64214" y="5214283"/>
            <a:ext cx="333108" cy="333195"/>
          </a:xfrm>
          <a:prstGeom prst="rect">
            <a:avLst/>
          </a:prstGeom>
          <a:noFill/>
        </p:spPr>
      </p:pic>
    </p:spTree>
    <p:extLst>
      <p:ext uri="{BB962C8B-B14F-4D97-AF65-F5344CB8AC3E}">
        <p14:creationId xmlns:p14="http://schemas.microsoft.com/office/powerpoint/2010/main" val="35488765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 Id="rId6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slideLayout" Target="../slideLayouts/slideLayout60.xml"/><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Relationship Id="rId15" Type="http://schemas.openxmlformats.org/officeDocument/2006/relationships/slideLayout" Target="../slideLayouts/slideLayout73.xml"/><Relationship Id="rId16" Type="http://schemas.openxmlformats.org/officeDocument/2006/relationships/theme" Target="../theme/theme2.xml"/><Relationship Id="rId1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0">
            <a:extLst>
              <a:ext uri="{28A0092B-C50C-407E-A947-70E740481C1C}">
                <a14:useLocalDpi xmlns:a14="http://schemas.microsoft.com/office/drawing/2010/main"/>
              </a:ext>
            </a:extLst>
          </a:blip>
          <a:stretch>
            <a:fillRect/>
          </a:stretch>
        </p:blipFill>
        <p:spPr>
          <a:xfrm>
            <a:off x="550720" y="560562"/>
            <a:ext cx="11086865"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7372" y="6650662"/>
            <a:ext cx="1830733"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IN"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5274" y="6650662"/>
            <a:ext cx="232604"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240" y="549274"/>
            <a:ext cx="1108805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719" y="6650662"/>
            <a:ext cx="4715296"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pPr>
            <a:r>
              <a:rPr lang="en-US"/>
              <a:t>AI Data Copilot - AskData</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1469" y="1124745"/>
            <a:ext cx="804598" cy="402775"/>
          </a:xfrm>
          <a:prstGeom prst="rect">
            <a:avLst/>
          </a:prstGeom>
          <a:solidFill>
            <a:schemeClr val="accent2"/>
          </a:solidFill>
          <a:ln w="10795">
            <a:noFill/>
            <a:round/>
            <a:headEnd/>
            <a:tailEnd/>
          </a:ln>
          <a:effectLst/>
        </p:spPr>
        <p:txBody>
          <a:bodyPr vert="horz" wrap="none" lIns="107972" tIns="107972" rIns="107972" bIns="107972" anchor="ctr" anchorCtr="0">
            <a:sp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0" y="0"/>
            <a:ext cx="1837182" cy="260350"/>
          </a:xfrm>
          <a:prstGeom prst="rect">
            <a:avLst/>
          </a:prstGeom>
        </p:spPr>
        <p:txBody>
          <a:bodyPr vert="horz" lIns="0" tIns="0" rIns="17995"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a:t>Capgemini Invent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181" y="6304130"/>
            <a:ext cx="11337047" cy="162096"/>
          </a:xfrm>
          <a:prstGeom prst="rect">
            <a:avLst/>
          </a:prstGeom>
          <a:noFill/>
        </p:spPr>
        <p:txBody>
          <a:bodyPr vert="horz" wrap="square" lIns="0" tIns="25393" rIns="0" bIns="25393" rtlCol="0" anchor="b" anchorCtr="0">
            <a:spAutoFit/>
          </a:bodyPr>
          <a:lstStyle>
            <a:defPPr>
              <a:defRPr lang="pt-PT"/>
            </a:defPPr>
            <a:lvl1pPr marL="429768" indent="-429768">
              <a:lnSpc>
                <a:spcPct val="90000"/>
              </a:lnSpc>
              <a:tabLst>
                <a:tab pos="347472" algn="r"/>
              </a:tabLst>
              <a:defRPr sz="800"/>
            </a:lvl1pPr>
          </a:lstStyle>
          <a:p>
            <a:pPr marL="429639" indent="-429639" defTabSz="914126">
              <a:lnSpc>
                <a:spcPct val="90000"/>
              </a:lnSpc>
              <a:tabLst>
                <a:tab pos="347368"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67257" y="176700"/>
            <a:ext cx="260162"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240" y="1628800"/>
            <a:ext cx="1108805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727272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pt-PT"/>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17" cstate="screen">
            <a:extLst>
              <a:ext uri="{28A0092B-C50C-407E-A947-70E740481C1C}">
                <a14:useLocalDpi xmlns:a14="http://schemas.microsoft.com/office/drawing/2010/main"/>
              </a:ext>
            </a:extLst>
          </a:blip>
          <a:stretch>
            <a:fillRect/>
          </a:stretch>
        </p:blipFill>
        <p:spPr>
          <a:xfrm>
            <a:off x="414863" y="388938"/>
            <a:ext cx="11366079" cy="6067248"/>
          </a:xfrm>
          <a:prstGeom prst="rect">
            <a:avLst/>
          </a:prstGeom>
        </p:spPr>
      </p:pic>
      <p:sp>
        <p:nvSpPr>
          <p:cNvPr id="4" name="Text Placeholder 1"/>
          <p:cNvSpPr>
            <a:spLocks noGrp="1"/>
          </p:cNvSpPr>
          <p:nvPr>
            <p:ph type="body" idx="1"/>
          </p:nvPr>
        </p:nvSpPr>
        <p:spPr>
          <a:xfrm>
            <a:off x="407882" y="1628800"/>
            <a:ext cx="11366079"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498107" y="171573"/>
            <a:ext cx="419327"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864" y="260351"/>
            <a:ext cx="11005546"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6346" y="1068491"/>
            <a:ext cx="804598" cy="402775"/>
          </a:xfrm>
          <a:prstGeom prst="rect">
            <a:avLst/>
          </a:prstGeom>
          <a:solidFill>
            <a:schemeClr val="accent2"/>
          </a:solidFill>
          <a:ln w="10795">
            <a:noFill/>
            <a:round/>
            <a:headEnd/>
            <a:tailEnd/>
          </a:ln>
          <a:effectLst/>
        </p:spPr>
        <p:txBody>
          <a:bodyPr vert="horz" wrap="none" lIns="107972" tIns="107972" rIns="107972" bIns="107972" anchor="ctr" anchorCtr="0">
            <a:sp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0" y="0"/>
            <a:ext cx="1837182" cy="260350"/>
          </a:xfrm>
          <a:prstGeom prst="rect">
            <a:avLst/>
          </a:prstGeom>
        </p:spPr>
        <p:txBody>
          <a:bodyPr vert="horz" lIns="0" tIns="0" rIns="17995"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634" y="6304130"/>
            <a:ext cx="11337047" cy="162096"/>
          </a:xfrm>
          <a:prstGeom prst="rect">
            <a:avLst/>
          </a:prstGeom>
          <a:noFill/>
        </p:spPr>
        <p:txBody>
          <a:bodyPr vert="horz" wrap="square" lIns="0" tIns="25393" rIns="0" bIns="25393" rtlCol="0" anchor="b" anchorCtr="0">
            <a:spAutoFit/>
          </a:bodyPr>
          <a:lstStyle>
            <a:defPPr>
              <a:defRPr lang="pt-PT"/>
            </a:defPPr>
            <a:lvl1pPr marL="429768" indent="-429768">
              <a:lnSpc>
                <a:spcPct val="90000"/>
              </a:lnSpc>
              <a:tabLst>
                <a:tab pos="347472" algn="r"/>
              </a:tabLst>
              <a:defRPr sz="800"/>
            </a:lvl1pPr>
          </a:lstStyle>
          <a:p>
            <a:pPr marL="429639" indent="-429639" defTabSz="914126">
              <a:lnSpc>
                <a:spcPct val="90000"/>
              </a:lnSpc>
              <a:tabLst>
                <a:tab pos="347368"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727" y="6517871"/>
            <a:ext cx="3409959" cy="219456"/>
          </a:xfrm>
          <a:prstGeom prst="rect">
            <a:avLst/>
          </a:prstGeom>
        </p:spPr>
        <p:txBody>
          <a:bodyPr wrap="square" lIns="0" tIns="0" rIns="0" bIns="0"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GO! Data &amp; AI Strategy and Governance | [NAME OF SUB-OFFER]</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29963" y="6517871"/>
            <a:ext cx="4530982" cy="219456"/>
          </a:xfrm>
          <a:prstGeom prst="rect">
            <a:avLst/>
          </a:prstGeom>
        </p:spPr>
        <p:txBody>
          <a:bodyPr wrap="square" lIns="0" tIns="0" rIns="0" bIns="0" anchor="ctr" anchorCtr="0">
            <a:no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2026.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5845" y="6517658"/>
            <a:ext cx="22920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68677719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hdr="0"/>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en-US" sz="2799"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pt-PT"/>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411480" y="201168"/>
            <a:ext cx="10972800" cy="256032"/>
          </a:xfrm>
          <a:prstGeom prst="rect">
            <a:avLst/>
          </a:prstGeom>
          <a:noFill/>
        </p:spPr>
        <p:txBody>
          <a:bodyPr wrap="square">
            <a:spAutoFit/>
          </a:bodyPr>
          <a:lstStyle/>
          <a:p>
            <a:pPr algn="l">
              <a:defRPr sz="1000" b="1">
                <a:solidFill>
                  <a:srgbClr val="38BDF8"/>
                </a:solidFill>
                <a:latin typeface="Segoe UI"/>
              </a:defRPr>
            </a:pPr>
            <a:r>
              <a:t>AI Data Platform — Architecture</a:t>
            </a:r>
          </a:p>
        </p:txBody>
      </p:sp>
      <p:sp>
        <p:nvSpPr>
          <p:cNvPr id="3" name="TextBox 2"/>
          <p:cNvSpPr txBox="1"/>
          <p:nvPr/>
        </p:nvSpPr>
        <p:spPr>
          <a:xfrm>
            <a:off x="411480" y="457200"/>
            <a:ext cx="10972800" cy="365760"/>
          </a:xfrm>
          <a:prstGeom prst="rect">
            <a:avLst/>
          </a:prstGeom>
          <a:noFill/>
        </p:spPr>
        <p:txBody>
          <a:bodyPr wrap="square">
            <a:spAutoFit/>
          </a:bodyPr>
          <a:lstStyle/>
          <a:p>
            <a:pPr algn="l">
              <a:defRPr sz="2200" b="1">
                <a:solidFill>
                  <a:srgbClr val="FFFFFF"/>
                </a:solidFill>
                <a:latin typeface="Segoe UI"/>
              </a:defRPr>
            </a:pPr>
            <a:r>
              <a:t>1. High-level architecture</a:t>
            </a:r>
          </a:p>
        </p:txBody>
      </p:sp>
      <p:sp>
        <p:nvSpPr>
          <p:cNvPr id="4" name="TextBox 3"/>
          <p:cNvSpPr txBox="1"/>
          <p:nvPr/>
        </p:nvSpPr>
        <p:spPr>
          <a:xfrm>
            <a:off x="411480" y="841248"/>
            <a:ext cx="10972800" cy="256032"/>
          </a:xfrm>
          <a:prstGeom prst="rect">
            <a:avLst/>
          </a:prstGeom>
          <a:noFill/>
        </p:spPr>
        <p:txBody>
          <a:bodyPr wrap="square">
            <a:spAutoFit/>
          </a:bodyPr>
          <a:lstStyle/>
          <a:p>
            <a:pPr algn="l">
              <a:defRPr sz="1100" b="0">
                <a:solidFill>
                  <a:srgbClr val="94A3B8"/>
                </a:solidFill>
                <a:latin typeface="Segoe UI"/>
              </a:defRPr>
            </a:pPr>
            <a:r>
              <a:t>User → Chat UI → Query Brain → Semantic Layer &amp; data → Insights</a:t>
            </a:r>
          </a:p>
        </p:txBody>
      </p:sp>
      <p:sp>
        <p:nvSpPr>
          <p:cNvPr id="5" name="Rounded Rectangle 4"/>
          <p:cNvSpPr/>
          <p:nvPr/>
        </p:nvSpPr>
        <p:spPr>
          <a:xfrm>
            <a:off x="320040" y="1188720"/>
            <a:ext cx="11521440" cy="5074920"/>
          </a:xfrm>
          <a:prstGeom prst="roundRect">
            <a:avLst>
              <a:gd name="adj" fmla="val 4000"/>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331720"/>
            <a:ext cx="1417320" cy="658368"/>
          </a:xfrm>
          <a:prstGeom prst="roundRect">
            <a:avLst>
              <a:gd name="adj" fmla="val 15000"/>
            </a:avLst>
          </a:prstGeom>
          <a:solidFill>
            <a:srgbClr val="0F766E"/>
          </a:solidFill>
          <a:ln w="22225">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Segoe UI"/>
              </a:defRPr>
            </a:pPr>
            <a:r>
              <a:t>User</a:t>
            </a:r>
          </a:p>
        </p:txBody>
      </p:sp>
      <p:sp>
        <p:nvSpPr>
          <p:cNvPr id="7" name="Rounded Rectangle 6"/>
          <p:cNvSpPr/>
          <p:nvPr/>
        </p:nvSpPr>
        <p:spPr>
          <a:xfrm>
            <a:off x="2788920" y="2331720"/>
            <a:ext cx="1417320" cy="658368"/>
          </a:xfrm>
          <a:prstGeom prst="roundRect">
            <a:avLst>
              <a:gd name="adj" fmla="val 15000"/>
            </a:avLst>
          </a:prstGeom>
          <a:solidFill>
            <a:srgbClr val="1D4ED8"/>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300" b="1">
                <a:solidFill>
                  <a:srgbClr val="FFFFFF"/>
                </a:solidFill>
                <a:latin typeface="Segoe UI"/>
              </a:defRPr>
            </a:pPr>
            <a:r>
              <a:t>Chat UI</a:t>
            </a:r>
          </a:p>
        </p:txBody>
      </p:sp>
      <p:sp>
        <p:nvSpPr>
          <p:cNvPr id="8" name="Rounded Rectangle 7"/>
          <p:cNvSpPr/>
          <p:nvPr/>
        </p:nvSpPr>
        <p:spPr>
          <a:xfrm>
            <a:off x="4937760" y="2331720"/>
            <a:ext cx="1417320" cy="658368"/>
          </a:xfrm>
          <a:prstGeom prst="roundRect">
            <a:avLst>
              <a:gd name="adj" fmla="val 15000"/>
            </a:avLst>
          </a:prstGeom>
          <a:solidFill>
            <a:srgbClr val="7C3AED"/>
          </a:solidFill>
          <a:ln w="22225">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Segoe UI"/>
              </a:defRPr>
            </a:pPr>
            <a:r>
              <a:t>Query Brain</a:t>
            </a:r>
          </a:p>
        </p:txBody>
      </p:sp>
      <p:sp>
        <p:nvSpPr>
          <p:cNvPr id="9" name="Rounded Rectangle 8"/>
          <p:cNvSpPr/>
          <p:nvPr/>
        </p:nvSpPr>
        <p:spPr>
          <a:xfrm>
            <a:off x="6903720" y="3703320"/>
            <a:ext cx="1417320" cy="658368"/>
          </a:xfrm>
          <a:prstGeom prst="roundRect">
            <a:avLst>
              <a:gd name="adj" fmla="val 15000"/>
            </a:avLst>
          </a:prstGeom>
          <a:solidFill>
            <a:srgbClr val="7C3AED"/>
          </a:solidFill>
          <a:ln w="22225">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Semantic</a:t>
            </a:r>
            <a:br/>
            <a:r>
              <a:t>Layer</a:t>
            </a:r>
          </a:p>
        </p:txBody>
      </p:sp>
      <p:sp>
        <p:nvSpPr>
          <p:cNvPr id="10" name="Rounded Rectangle 9"/>
          <p:cNvSpPr/>
          <p:nvPr/>
        </p:nvSpPr>
        <p:spPr>
          <a:xfrm>
            <a:off x="8869680" y="3703320"/>
            <a:ext cx="1417320" cy="658368"/>
          </a:xfrm>
          <a:prstGeom prst="roundRect">
            <a:avLst>
              <a:gd name="adj" fmla="val 15000"/>
            </a:avLst>
          </a:prstGeom>
          <a:solidFill>
            <a:srgbClr val="BE185D"/>
          </a:solidFill>
          <a:ln w="22225">
            <a:solidFill>
              <a:srgbClr val="F9A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Segoe UI"/>
              </a:defRPr>
            </a:pPr>
            <a:r>
              <a:t>OKF SOPs</a:t>
            </a:r>
          </a:p>
        </p:txBody>
      </p:sp>
      <p:sp>
        <p:nvSpPr>
          <p:cNvPr id="11" name="Oval 10"/>
          <p:cNvSpPr/>
          <p:nvPr/>
        </p:nvSpPr>
        <p:spPr>
          <a:xfrm>
            <a:off x="6903720" y="4937760"/>
            <a:ext cx="1417320" cy="658368"/>
          </a:xfrm>
          <a:prstGeom prst="ellipse">
            <a:avLst/>
          </a:prstGeom>
          <a:solidFill>
            <a:srgbClr val="B45309"/>
          </a:solidFill>
          <a:ln w="222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FFFFFF"/>
                </a:solidFill>
                <a:latin typeface="Segoe UI"/>
              </a:defRPr>
            </a:pPr>
            <a:r>
              <a:t>DuckDB</a:t>
            </a:r>
            <a:br/>
            <a:r>
              <a:t>Data</a:t>
            </a:r>
          </a:p>
        </p:txBody>
      </p:sp>
      <p:sp>
        <p:nvSpPr>
          <p:cNvPr id="12" name="Rounded Rectangle 11"/>
          <p:cNvSpPr/>
          <p:nvPr/>
        </p:nvSpPr>
        <p:spPr>
          <a:xfrm>
            <a:off x="9921240" y="4937760"/>
            <a:ext cx="1554480" cy="658368"/>
          </a:xfrm>
          <a:prstGeom prst="roundRect">
            <a:avLst>
              <a:gd name="adj" fmla="val 15000"/>
            </a:avLst>
          </a:prstGeom>
          <a:solidFill>
            <a:srgbClr val="047857"/>
          </a:solidFill>
          <a:ln w="222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Narration</a:t>
            </a:r>
            <a:br/>
            <a:r>
              <a:t>+ Trust</a:t>
            </a:r>
          </a:p>
        </p:txBody>
      </p:sp>
      <p:cxnSp>
        <p:nvCxnSpPr>
          <p:cNvPr id="13" name="Connector 12"/>
          <p:cNvCxnSpPr/>
          <p:nvPr/>
        </p:nvCxnSpPr>
        <p:spPr>
          <a:xfrm>
            <a:off x="2057400" y="2660904.0"/>
            <a:ext cx="731520" cy="0.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05940" y="2496312"/>
            <a:ext cx="1234440" cy="201168"/>
          </a:xfrm>
          <a:prstGeom prst="rect">
            <a:avLst/>
          </a:prstGeom>
          <a:noFill/>
        </p:spPr>
        <p:txBody>
          <a:bodyPr wrap="square">
            <a:spAutoFit/>
          </a:bodyPr>
          <a:lstStyle/>
          <a:p>
            <a:pPr algn="ctr">
              <a:defRPr sz="800" b="0">
                <a:solidFill>
                  <a:srgbClr val="94A3B8"/>
                </a:solidFill>
                <a:latin typeface="Segoe UI"/>
              </a:defRPr>
            </a:pPr>
            <a:r>
              <a:t>asks</a:t>
            </a:r>
          </a:p>
        </p:txBody>
      </p:sp>
      <p:cxnSp>
        <p:nvCxnSpPr>
          <p:cNvPr id="15" name="Connector 14"/>
          <p:cNvCxnSpPr/>
          <p:nvPr/>
        </p:nvCxnSpPr>
        <p:spPr>
          <a:xfrm>
            <a:off x="4206240" y="2660904.0"/>
            <a:ext cx="731520" cy="0.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54780" y="2496312"/>
            <a:ext cx="1234440" cy="201168"/>
          </a:xfrm>
          <a:prstGeom prst="rect">
            <a:avLst/>
          </a:prstGeom>
          <a:noFill/>
        </p:spPr>
        <p:txBody>
          <a:bodyPr wrap="square">
            <a:spAutoFit/>
          </a:bodyPr>
          <a:lstStyle/>
          <a:p>
            <a:pPr algn="ctr">
              <a:defRPr sz="800" b="0">
                <a:solidFill>
                  <a:srgbClr val="94A3B8"/>
                </a:solidFill>
                <a:latin typeface="Segoe UI"/>
              </a:defRPr>
            </a:pPr>
            <a:r>
              <a:t>routes</a:t>
            </a:r>
          </a:p>
        </p:txBody>
      </p:sp>
      <p:cxnSp>
        <p:nvCxnSpPr>
          <p:cNvPr id="17" name="Connector 16"/>
          <p:cNvCxnSpPr/>
          <p:nvPr/>
        </p:nvCxnSpPr>
        <p:spPr>
          <a:xfrm>
            <a:off x="5646420.0" y="2990088"/>
            <a:ext cx="1965960.0" cy="71323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15100" y="3300984"/>
            <a:ext cx="1234440" cy="201168"/>
          </a:xfrm>
          <a:prstGeom prst="rect">
            <a:avLst/>
          </a:prstGeom>
          <a:noFill/>
        </p:spPr>
        <p:txBody>
          <a:bodyPr wrap="square">
            <a:spAutoFit/>
          </a:bodyPr>
          <a:lstStyle/>
          <a:p>
            <a:pPr algn="ctr">
              <a:defRPr sz="800" b="0">
                <a:solidFill>
                  <a:srgbClr val="94A3B8"/>
                </a:solidFill>
                <a:latin typeface="Segoe UI"/>
              </a:defRPr>
            </a:pPr>
            <a:r>
              <a:t>uses</a:t>
            </a:r>
          </a:p>
        </p:txBody>
      </p:sp>
      <p:cxnSp>
        <p:nvCxnSpPr>
          <p:cNvPr id="19" name="Connector 18"/>
          <p:cNvCxnSpPr/>
          <p:nvPr/>
        </p:nvCxnSpPr>
        <p:spPr>
          <a:xfrm>
            <a:off x="6355080" y="2660904.0"/>
            <a:ext cx="3223260.0" cy="1042416.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69530" y="2953512"/>
            <a:ext cx="1234440" cy="201168"/>
          </a:xfrm>
          <a:prstGeom prst="rect">
            <a:avLst/>
          </a:prstGeom>
          <a:noFill/>
        </p:spPr>
        <p:txBody>
          <a:bodyPr wrap="square">
            <a:spAutoFit/>
          </a:bodyPr>
          <a:lstStyle/>
          <a:p>
            <a:pPr algn="ctr">
              <a:defRPr sz="800" b="0">
                <a:solidFill>
                  <a:srgbClr val="94A3B8"/>
                </a:solidFill>
                <a:latin typeface="Segoe UI"/>
              </a:defRPr>
            </a:pPr>
            <a:r>
              <a:t>uses</a:t>
            </a:r>
          </a:p>
        </p:txBody>
      </p:sp>
      <p:cxnSp>
        <p:nvCxnSpPr>
          <p:cNvPr id="21" name="Connector 20"/>
          <p:cNvCxnSpPr/>
          <p:nvPr/>
        </p:nvCxnSpPr>
        <p:spPr>
          <a:xfrm>
            <a:off x="5646420.0" y="2990088"/>
            <a:ext cx="1965960.0" cy="194767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509260" y="4101084"/>
            <a:ext cx="1234440" cy="201168"/>
          </a:xfrm>
          <a:prstGeom prst="rect">
            <a:avLst/>
          </a:prstGeom>
          <a:noFill/>
        </p:spPr>
        <p:txBody>
          <a:bodyPr wrap="square">
            <a:spAutoFit/>
          </a:bodyPr>
          <a:lstStyle/>
          <a:p>
            <a:pPr algn="ctr">
              <a:defRPr sz="800" b="0">
                <a:solidFill>
                  <a:srgbClr val="94A3B8"/>
                </a:solidFill>
                <a:latin typeface="Segoe UI"/>
              </a:defRPr>
            </a:pPr>
            <a:r>
              <a:t>SQL</a:t>
            </a:r>
          </a:p>
        </p:txBody>
      </p:sp>
      <p:cxnSp>
        <p:nvCxnSpPr>
          <p:cNvPr id="23" name="Connector 22"/>
          <p:cNvCxnSpPr/>
          <p:nvPr/>
        </p:nvCxnSpPr>
        <p:spPr>
          <a:xfrm>
            <a:off x="8321040" y="5266944.0"/>
            <a:ext cx="1600200" cy="0.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503920" y="5102352"/>
            <a:ext cx="1234440" cy="201168"/>
          </a:xfrm>
          <a:prstGeom prst="rect">
            <a:avLst/>
          </a:prstGeom>
          <a:noFill/>
        </p:spPr>
        <p:txBody>
          <a:bodyPr wrap="square">
            <a:spAutoFit/>
          </a:bodyPr>
          <a:lstStyle/>
          <a:p>
            <a:pPr algn="ctr">
              <a:defRPr sz="800" b="0">
                <a:solidFill>
                  <a:srgbClr val="94A3B8"/>
                </a:solidFill>
                <a:latin typeface="Segoe UI"/>
              </a:defRPr>
            </a:pPr>
            <a:r>
              <a:t>results</a:t>
            </a:r>
          </a:p>
        </p:txBody>
      </p:sp>
      <p:cxnSp>
        <p:nvCxnSpPr>
          <p:cNvPr id="25" name="Connector 24"/>
          <p:cNvCxnSpPr/>
          <p:nvPr/>
        </p:nvCxnSpPr>
        <p:spPr>
          <a:xfrm flipH="1" flipV="1">
            <a:off x="3497580.0" y="2990088"/>
            <a:ext cx="7200900.0" cy="194767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0890" y="4009644"/>
            <a:ext cx="1234440" cy="201168"/>
          </a:xfrm>
          <a:prstGeom prst="rect">
            <a:avLst/>
          </a:prstGeom>
          <a:noFill/>
        </p:spPr>
        <p:txBody>
          <a:bodyPr wrap="square">
            <a:spAutoFit/>
          </a:bodyPr>
          <a:lstStyle/>
          <a:p>
            <a:pPr algn="ctr">
              <a:defRPr sz="800" b="0">
                <a:solidFill>
                  <a:srgbClr val="94A3B8"/>
                </a:solidFill>
                <a:latin typeface="Segoe UI"/>
              </a:defRPr>
            </a:pPr>
            <a:r>
              <a:t>answer</a:t>
            </a:r>
          </a:p>
        </p:txBody>
      </p:sp>
      <p:sp>
        <p:nvSpPr>
          <p:cNvPr id="27" name="Rounded Rectangle 26"/>
          <p:cNvSpPr/>
          <p:nvPr/>
        </p:nvSpPr>
        <p:spPr>
          <a:xfrm>
            <a:off x="502920" y="5989320"/>
            <a:ext cx="201168" cy="146304"/>
          </a:xfrm>
          <a:prstGeom prst="roundRect">
            <a:avLst/>
          </a:prstGeom>
          <a:solidFill>
            <a:srgbClr val="0F766E"/>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5971032"/>
            <a:ext cx="1280160" cy="182880"/>
          </a:xfrm>
          <a:prstGeom prst="rect">
            <a:avLst/>
          </a:prstGeom>
          <a:noFill/>
        </p:spPr>
        <p:txBody>
          <a:bodyPr wrap="square">
            <a:spAutoFit/>
          </a:bodyPr>
          <a:lstStyle/>
          <a:p>
            <a:pPr algn="l">
              <a:defRPr sz="800" b="0">
                <a:solidFill>
                  <a:srgbClr val="94A3B8"/>
                </a:solidFill>
                <a:latin typeface="Segoe UI"/>
              </a:defRPr>
            </a:pPr>
            <a:r>
              <a:t>User</a:t>
            </a:r>
          </a:p>
        </p:txBody>
      </p:sp>
      <p:sp>
        <p:nvSpPr>
          <p:cNvPr id="29" name="Rounded Rectangle 28"/>
          <p:cNvSpPr/>
          <p:nvPr/>
        </p:nvSpPr>
        <p:spPr>
          <a:xfrm>
            <a:off x="1828800" y="5989320"/>
            <a:ext cx="201168" cy="146304"/>
          </a:xfrm>
          <a:prstGeom prst="roundRect">
            <a:avLst/>
          </a:prstGeom>
          <a:solidFill>
            <a:srgbClr val="1D4ED8"/>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84832" y="5971032"/>
            <a:ext cx="1280160" cy="182880"/>
          </a:xfrm>
          <a:prstGeom prst="rect">
            <a:avLst/>
          </a:prstGeom>
          <a:noFill/>
        </p:spPr>
        <p:txBody>
          <a:bodyPr wrap="square">
            <a:spAutoFit/>
          </a:bodyPr>
          <a:lstStyle/>
          <a:p>
            <a:pPr algn="l">
              <a:defRPr sz="800" b="0">
                <a:solidFill>
                  <a:srgbClr val="94A3B8"/>
                </a:solidFill>
                <a:latin typeface="Segoe UI"/>
              </a:defRPr>
            </a:pPr>
            <a:r>
              <a:t>UI</a:t>
            </a:r>
          </a:p>
        </p:txBody>
      </p:sp>
      <p:sp>
        <p:nvSpPr>
          <p:cNvPr id="31" name="Rounded Rectangle 30"/>
          <p:cNvSpPr/>
          <p:nvPr/>
        </p:nvSpPr>
        <p:spPr>
          <a:xfrm>
            <a:off x="3017520" y="5989320"/>
            <a:ext cx="201168" cy="146304"/>
          </a:xfrm>
          <a:prstGeom prst="roundRect">
            <a:avLst/>
          </a:prstGeom>
          <a:solidFill>
            <a:srgbClr val="7C3AED"/>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73552" y="5971032"/>
            <a:ext cx="1280160" cy="182880"/>
          </a:xfrm>
          <a:prstGeom prst="rect">
            <a:avLst/>
          </a:prstGeom>
          <a:noFill/>
        </p:spPr>
        <p:txBody>
          <a:bodyPr wrap="square">
            <a:spAutoFit/>
          </a:bodyPr>
          <a:lstStyle/>
          <a:p>
            <a:pPr algn="l">
              <a:defRPr sz="800" b="0">
                <a:solidFill>
                  <a:srgbClr val="94A3B8"/>
                </a:solidFill>
                <a:latin typeface="Segoe UI"/>
              </a:defRPr>
            </a:pPr>
            <a:r>
              <a:t>Query / Semantic</a:t>
            </a:r>
          </a:p>
        </p:txBody>
      </p:sp>
      <p:sp>
        <p:nvSpPr>
          <p:cNvPr id="33" name="Rounded Rectangle 32"/>
          <p:cNvSpPr/>
          <p:nvPr/>
        </p:nvSpPr>
        <p:spPr>
          <a:xfrm>
            <a:off x="5029200" y="5989320"/>
            <a:ext cx="201168" cy="146304"/>
          </a:xfrm>
          <a:prstGeom prst="roundRect">
            <a:avLst/>
          </a:prstGeom>
          <a:solidFill>
            <a:srgbClr val="B45309"/>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85232" y="5971032"/>
            <a:ext cx="1280160" cy="182880"/>
          </a:xfrm>
          <a:prstGeom prst="rect">
            <a:avLst/>
          </a:prstGeom>
          <a:noFill/>
        </p:spPr>
        <p:txBody>
          <a:bodyPr wrap="square">
            <a:spAutoFit/>
          </a:bodyPr>
          <a:lstStyle/>
          <a:p>
            <a:pPr algn="l">
              <a:defRPr sz="800" b="0">
                <a:solidFill>
                  <a:srgbClr val="94A3B8"/>
                </a:solidFill>
                <a:latin typeface="Segoe UI"/>
              </a:defRPr>
            </a:pPr>
            <a:r>
              <a:t>Data</a:t>
            </a:r>
          </a:p>
        </p:txBody>
      </p:sp>
      <p:sp>
        <p:nvSpPr>
          <p:cNvPr id="35" name="Rounded Rectangle 34"/>
          <p:cNvSpPr/>
          <p:nvPr/>
        </p:nvSpPr>
        <p:spPr>
          <a:xfrm>
            <a:off x="6400800" y="5989320"/>
            <a:ext cx="201168" cy="146304"/>
          </a:xfrm>
          <a:prstGeom prst="roundRect">
            <a:avLst/>
          </a:prstGeom>
          <a:solidFill>
            <a:srgbClr val="BE185D"/>
          </a:solidFill>
          <a:ln w="12700">
            <a:solidFill>
              <a:srgbClr val="F9A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5971032"/>
            <a:ext cx="1280160" cy="182880"/>
          </a:xfrm>
          <a:prstGeom prst="rect">
            <a:avLst/>
          </a:prstGeom>
          <a:noFill/>
        </p:spPr>
        <p:txBody>
          <a:bodyPr wrap="square">
            <a:spAutoFit/>
          </a:bodyPr>
          <a:lstStyle/>
          <a:p>
            <a:pPr algn="l">
              <a:defRPr sz="800" b="0">
                <a:solidFill>
                  <a:srgbClr val="94A3B8"/>
                </a:solidFill>
                <a:latin typeface="Segoe UI"/>
              </a:defRPr>
            </a:pPr>
            <a:r>
              <a:t>OKF</a:t>
            </a:r>
          </a:p>
        </p:txBody>
      </p:sp>
      <p:sp>
        <p:nvSpPr>
          <p:cNvPr id="37" name="Rounded Rectangle 36"/>
          <p:cNvSpPr/>
          <p:nvPr/>
        </p:nvSpPr>
        <p:spPr>
          <a:xfrm>
            <a:off x="7772400" y="5989320"/>
            <a:ext cx="201168" cy="146304"/>
          </a:xfrm>
          <a:prstGeom prst="roundRect">
            <a:avLst/>
          </a:prstGeom>
          <a:solidFill>
            <a:srgbClr val="047857"/>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28432" y="5971032"/>
            <a:ext cx="1280160" cy="182880"/>
          </a:xfrm>
          <a:prstGeom prst="rect">
            <a:avLst/>
          </a:prstGeom>
          <a:noFill/>
        </p:spPr>
        <p:txBody>
          <a:bodyPr wrap="square">
            <a:spAutoFit/>
          </a:bodyPr>
          <a:lstStyle/>
          <a:p>
            <a:pPr algn="l">
              <a:defRPr sz="800" b="0">
                <a:solidFill>
                  <a:srgbClr val="94A3B8"/>
                </a:solidFill>
                <a:latin typeface="Segoe UI"/>
              </a:defRPr>
            </a:pPr>
            <a:r>
              <a:t>Insights</a:t>
            </a:r>
          </a:p>
        </p:txBody>
      </p:sp>
      <p:sp>
        <p:nvSpPr>
          <p:cNvPr id="39" name="TextBox 38"/>
          <p:cNvSpPr txBox="1"/>
          <p:nvPr/>
        </p:nvSpPr>
        <p:spPr>
          <a:xfrm>
            <a:off x="411480" y="6537960"/>
            <a:ext cx="6858000" cy="201168"/>
          </a:xfrm>
          <a:prstGeom prst="rect">
            <a:avLst/>
          </a:prstGeom>
          <a:noFill/>
        </p:spPr>
        <p:txBody>
          <a:bodyPr wrap="square">
            <a:spAutoFit/>
          </a:bodyPr>
          <a:lstStyle/>
          <a:p>
            <a:pPr algn="l">
              <a:defRPr sz="800" b="0">
                <a:solidFill>
                  <a:srgbClr val="94A3B8"/>
                </a:solidFill>
                <a:latin typeface="Segoe UI"/>
              </a:defRPr>
            </a:pPr>
            <a:r>
              <a:t>Company Confidential © Capgemini 2026. All rights reserved.</a:t>
            </a:r>
          </a:p>
        </p:txBody>
      </p:sp>
      <p:sp>
        <p:nvSpPr>
          <p:cNvPr id="40" name="TextBox 39"/>
          <p:cNvSpPr txBox="1"/>
          <p:nvPr/>
        </p:nvSpPr>
        <p:spPr>
          <a:xfrm>
            <a:off x="7863840" y="6537960"/>
            <a:ext cx="3291840" cy="201168"/>
          </a:xfrm>
          <a:prstGeom prst="rect">
            <a:avLst/>
          </a:prstGeom>
          <a:noFill/>
        </p:spPr>
        <p:txBody>
          <a:bodyPr wrap="square">
            <a:spAutoFit/>
          </a:bodyPr>
          <a:lstStyle/>
          <a:p>
            <a:pPr algn="r">
              <a:defRPr sz="800" b="0">
                <a:solidFill>
                  <a:srgbClr val="94A3B8"/>
                </a:solidFill>
                <a:latin typeface="Segoe UI"/>
              </a:defRPr>
            </a:pPr>
            <a:r>
              <a:t>ASK-DB · AI Data Copilot</a:t>
            </a:r>
          </a:p>
        </p:txBody>
      </p:sp>
      <p:sp>
        <p:nvSpPr>
          <p:cNvPr id="41" name="TextBox 40"/>
          <p:cNvSpPr txBox="1"/>
          <p:nvPr/>
        </p:nvSpPr>
        <p:spPr>
          <a:xfrm>
            <a:off x="11475720" y="6537960"/>
            <a:ext cx="457200" cy="201168"/>
          </a:xfrm>
          <a:prstGeom prst="rect">
            <a:avLst/>
          </a:prstGeom>
          <a:noFill/>
        </p:spPr>
        <p:txBody>
          <a:bodyPr wrap="square">
            <a:spAutoFit/>
          </a:bodyPr>
          <a:lstStyle/>
          <a:p>
            <a:pPr algn="r">
              <a:defRPr sz="900" b="1">
                <a:solidFill>
                  <a:srgbClr val="38BDF8"/>
                </a:solidFill>
                <a:latin typeface="Segoe U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411480" y="201168"/>
            <a:ext cx="10972800" cy="256032"/>
          </a:xfrm>
          <a:prstGeom prst="rect">
            <a:avLst/>
          </a:prstGeom>
          <a:noFill/>
        </p:spPr>
        <p:txBody>
          <a:bodyPr wrap="square">
            <a:spAutoFit/>
          </a:bodyPr>
          <a:lstStyle/>
          <a:p>
            <a:pPr algn="l">
              <a:defRPr sz="1000" b="1">
                <a:solidFill>
                  <a:srgbClr val="38BDF8"/>
                </a:solidFill>
                <a:latin typeface="Segoe UI"/>
              </a:defRPr>
            </a:pPr>
            <a:r>
              <a:t>AI Data Platform — Architecture</a:t>
            </a:r>
          </a:p>
        </p:txBody>
      </p:sp>
      <p:sp>
        <p:nvSpPr>
          <p:cNvPr id="3" name="TextBox 2"/>
          <p:cNvSpPr txBox="1"/>
          <p:nvPr/>
        </p:nvSpPr>
        <p:spPr>
          <a:xfrm>
            <a:off x="411480" y="457200"/>
            <a:ext cx="10972800" cy="365760"/>
          </a:xfrm>
          <a:prstGeom prst="rect">
            <a:avLst/>
          </a:prstGeom>
          <a:noFill/>
        </p:spPr>
        <p:txBody>
          <a:bodyPr wrap="square">
            <a:spAutoFit/>
          </a:bodyPr>
          <a:lstStyle/>
          <a:p>
            <a:pPr algn="l">
              <a:defRPr sz="2200" b="1">
                <a:solidFill>
                  <a:srgbClr val="FFFFFF"/>
                </a:solidFill>
                <a:latin typeface="Segoe UI"/>
              </a:defRPr>
            </a:pPr>
            <a:r>
              <a:t>2. Question flow (DFD)</a:t>
            </a:r>
          </a:p>
        </p:txBody>
      </p:sp>
      <p:sp>
        <p:nvSpPr>
          <p:cNvPr id="4" name="TextBox 3"/>
          <p:cNvSpPr txBox="1"/>
          <p:nvPr/>
        </p:nvSpPr>
        <p:spPr>
          <a:xfrm>
            <a:off x="411480" y="841248"/>
            <a:ext cx="10972800" cy="256032"/>
          </a:xfrm>
          <a:prstGeom prst="rect">
            <a:avLst/>
          </a:prstGeom>
          <a:noFill/>
        </p:spPr>
        <p:txBody>
          <a:bodyPr wrap="square">
            <a:spAutoFit/>
          </a:bodyPr>
          <a:lstStyle/>
          <a:p>
            <a:pPr algn="l">
              <a:defRPr sz="1100" b="0">
                <a:solidFill>
                  <a:srgbClr val="94A3B8"/>
                </a:solidFill>
                <a:latin typeface="Segoe UI"/>
              </a:defRPr>
            </a:pPr>
            <a:r>
              <a:t>From plain-English question to narrated answer in Chat Room</a:t>
            </a:r>
          </a:p>
        </p:txBody>
      </p:sp>
      <p:sp>
        <p:nvSpPr>
          <p:cNvPr id="5" name="Rounded Rectangle 4"/>
          <p:cNvSpPr/>
          <p:nvPr/>
        </p:nvSpPr>
        <p:spPr>
          <a:xfrm>
            <a:off x="320040" y="1188720"/>
            <a:ext cx="11521440" cy="5074920"/>
          </a:xfrm>
          <a:prstGeom prst="roundRect">
            <a:avLst>
              <a:gd name="adj" fmla="val 4000"/>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0" y="137160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1  User question</a:t>
            </a:r>
          </a:p>
        </p:txBody>
      </p:sp>
      <p:sp>
        <p:nvSpPr>
          <p:cNvPr id="7" name="Rounded Rectangle 6"/>
          <p:cNvSpPr/>
          <p:nvPr/>
        </p:nvSpPr>
        <p:spPr>
          <a:xfrm>
            <a:off x="5029200" y="201168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2  Router</a:t>
            </a:r>
          </a:p>
        </p:txBody>
      </p:sp>
      <p:sp>
        <p:nvSpPr>
          <p:cNvPr id="8" name="Rounded Rectangle 7"/>
          <p:cNvSpPr/>
          <p:nvPr/>
        </p:nvSpPr>
        <p:spPr>
          <a:xfrm>
            <a:off x="777240" y="2788920"/>
            <a:ext cx="2011680" cy="475488"/>
          </a:xfrm>
          <a:prstGeom prst="roundRect">
            <a:avLst>
              <a:gd name="adj" fmla="val 15000"/>
            </a:avLst>
          </a:prstGeom>
          <a:solidFill>
            <a:srgbClr val="9A3412"/>
          </a:solidFill>
          <a:ln w="22225">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Polite redirect</a:t>
            </a:r>
          </a:p>
        </p:txBody>
      </p:sp>
      <p:sp>
        <p:nvSpPr>
          <p:cNvPr id="9" name="Rounded Rectangle 8"/>
          <p:cNvSpPr/>
          <p:nvPr/>
        </p:nvSpPr>
        <p:spPr>
          <a:xfrm>
            <a:off x="3840480" y="278892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3  Edit prior SQL</a:t>
            </a:r>
          </a:p>
        </p:txBody>
      </p:sp>
      <p:sp>
        <p:nvSpPr>
          <p:cNvPr id="10" name="Rounded Rectangle 9"/>
          <p:cNvSpPr/>
          <p:nvPr/>
        </p:nvSpPr>
        <p:spPr>
          <a:xfrm>
            <a:off x="7040880" y="278892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3  Semantic + OKF</a:t>
            </a:r>
          </a:p>
        </p:txBody>
      </p:sp>
      <p:sp>
        <p:nvSpPr>
          <p:cNvPr id="11" name="Rounded Rectangle 10"/>
          <p:cNvSpPr/>
          <p:nvPr/>
        </p:nvSpPr>
        <p:spPr>
          <a:xfrm>
            <a:off x="5029200" y="356616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000" b="1">
                <a:solidFill>
                  <a:srgbClr val="FFFFFF"/>
                </a:solidFill>
                <a:latin typeface="Segoe UI"/>
              </a:defRPr>
            </a:pPr>
            <a:r>
              <a:t>4  Generate / modify SQL</a:t>
            </a:r>
          </a:p>
        </p:txBody>
      </p:sp>
      <p:sp>
        <p:nvSpPr>
          <p:cNvPr id="12" name="Rounded Rectangle 11"/>
          <p:cNvSpPr/>
          <p:nvPr/>
        </p:nvSpPr>
        <p:spPr>
          <a:xfrm>
            <a:off x="5029200" y="420624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5  DuckDB runs query</a:t>
            </a:r>
          </a:p>
        </p:txBody>
      </p:sp>
      <p:sp>
        <p:nvSpPr>
          <p:cNvPr id="13" name="Rounded Rectangle 12"/>
          <p:cNvSpPr/>
          <p:nvPr/>
        </p:nvSpPr>
        <p:spPr>
          <a:xfrm>
            <a:off x="5029200" y="4846320"/>
            <a:ext cx="2011680" cy="475488"/>
          </a:xfrm>
          <a:prstGeom prst="roundRect">
            <a:avLst>
              <a:gd name="adj" fmla="val 15000"/>
            </a:avLst>
          </a:prstGeom>
          <a:solidFill>
            <a:srgbClr val="1E40AF"/>
          </a:solidFill>
          <a:ln w="222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900" b="1">
                <a:solidFill>
                  <a:srgbClr val="FFFFFF"/>
                </a:solidFill>
                <a:latin typeface="Segoe UI"/>
              </a:defRPr>
            </a:pPr>
            <a:r>
              <a:t>6  Narration + Trust + Citations</a:t>
            </a:r>
          </a:p>
        </p:txBody>
      </p:sp>
      <p:sp>
        <p:nvSpPr>
          <p:cNvPr id="14" name="Rounded Rectangle 13"/>
          <p:cNvSpPr/>
          <p:nvPr/>
        </p:nvSpPr>
        <p:spPr>
          <a:xfrm>
            <a:off x="5029200" y="5486400"/>
            <a:ext cx="2011680" cy="475488"/>
          </a:xfrm>
          <a:prstGeom prst="roundRect">
            <a:avLst>
              <a:gd name="adj" fmla="val 15000"/>
            </a:avLst>
          </a:prstGeom>
          <a:solidFill>
            <a:srgbClr val="6B21A8"/>
          </a:solidFill>
          <a:ln w="22225">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100" b="1">
                <a:solidFill>
                  <a:srgbClr val="FFFFFF"/>
                </a:solidFill>
                <a:latin typeface="Segoe UI"/>
              </a:defRPr>
            </a:pPr>
            <a:r>
              <a:t>7  Answer in Chat</a:t>
            </a:r>
          </a:p>
        </p:txBody>
      </p:sp>
      <p:cxnSp>
        <p:nvCxnSpPr>
          <p:cNvPr id="15" name="Connector 14"/>
          <p:cNvCxnSpPr/>
          <p:nvPr/>
        </p:nvCxnSpPr>
        <p:spPr>
          <a:xfrm>
            <a:off x="6035040.0" y="1847088"/>
            <a:ext cx="0.0" cy="16459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40780" y="1883664"/>
            <a:ext cx="1234440" cy="201168"/>
          </a:xfrm>
          <a:prstGeom prst="rect">
            <a:avLst/>
          </a:prstGeom>
          <a:noFill/>
        </p:spPr>
        <p:txBody>
          <a:bodyPr wrap="square">
            <a:spAutoFit/>
          </a:bodyPr>
          <a:lstStyle/>
          <a:p>
            <a:pPr algn="ctr">
              <a:defRPr sz="800" b="0">
                <a:solidFill>
                  <a:srgbClr val="94A3B8"/>
                </a:solidFill>
                <a:latin typeface="Segoe UI"/>
              </a:defRPr>
            </a:pPr>
            <a:r>
              <a:t>plain English</a:t>
            </a:r>
          </a:p>
        </p:txBody>
      </p:sp>
      <p:cxnSp>
        <p:nvCxnSpPr>
          <p:cNvPr id="17" name="Connector 16"/>
          <p:cNvCxnSpPr/>
          <p:nvPr/>
        </p:nvCxnSpPr>
        <p:spPr>
          <a:xfrm flipH="1">
            <a:off x="2788920" y="2249424.0"/>
            <a:ext cx="2240280" cy="777240.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91840" y="2382012"/>
            <a:ext cx="1234440" cy="201168"/>
          </a:xfrm>
          <a:prstGeom prst="rect">
            <a:avLst/>
          </a:prstGeom>
          <a:noFill/>
        </p:spPr>
        <p:txBody>
          <a:bodyPr wrap="square">
            <a:spAutoFit/>
          </a:bodyPr>
          <a:lstStyle/>
          <a:p>
            <a:pPr algn="ctr">
              <a:defRPr sz="800" b="0">
                <a:solidFill>
                  <a:srgbClr val="94A3B8"/>
                </a:solidFill>
                <a:latin typeface="Segoe UI"/>
              </a:defRPr>
            </a:pPr>
            <a:r>
              <a:t>off-topic</a:t>
            </a:r>
          </a:p>
        </p:txBody>
      </p:sp>
      <p:cxnSp>
        <p:nvCxnSpPr>
          <p:cNvPr id="19" name="Connector 18"/>
          <p:cNvCxnSpPr/>
          <p:nvPr/>
        </p:nvCxnSpPr>
        <p:spPr>
          <a:xfrm flipH="1">
            <a:off x="4846320.0" y="2487168"/>
            <a:ext cx="960120.0" cy="30175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023360" y="2592324"/>
            <a:ext cx="1234440" cy="201168"/>
          </a:xfrm>
          <a:prstGeom prst="rect">
            <a:avLst/>
          </a:prstGeom>
          <a:noFill/>
        </p:spPr>
        <p:txBody>
          <a:bodyPr wrap="square">
            <a:spAutoFit/>
          </a:bodyPr>
          <a:lstStyle/>
          <a:p>
            <a:pPr algn="ctr">
              <a:defRPr sz="800" b="0">
                <a:solidFill>
                  <a:srgbClr val="94A3B8"/>
                </a:solidFill>
                <a:latin typeface="Segoe UI"/>
              </a:defRPr>
            </a:pPr>
            <a:r>
              <a:t>follow-up</a:t>
            </a:r>
          </a:p>
        </p:txBody>
      </p:sp>
      <p:cxnSp>
        <p:nvCxnSpPr>
          <p:cNvPr id="21" name="Connector 20"/>
          <p:cNvCxnSpPr/>
          <p:nvPr/>
        </p:nvCxnSpPr>
        <p:spPr>
          <a:xfrm>
            <a:off x="7040880" y="2249424.0"/>
            <a:ext cx="0" cy="777240.0"/>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60820" y="2382012"/>
            <a:ext cx="1234440" cy="201168"/>
          </a:xfrm>
          <a:prstGeom prst="rect">
            <a:avLst/>
          </a:prstGeom>
          <a:noFill/>
        </p:spPr>
        <p:txBody>
          <a:bodyPr wrap="square">
            <a:spAutoFit/>
          </a:bodyPr>
          <a:lstStyle/>
          <a:p>
            <a:pPr algn="ctr">
              <a:defRPr sz="800" b="0">
                <a:solidFill>
                  <a:srgbClr val="94A3B8"/>
                </a:solidFill>
                <a:latin typeface="Segoe UI"/>
              </a:defRPr>
            </a:pPr>
            <a:r>
              <a:t>new question</a:t>
            </a:r>
          </a:p>
        </p:txBody>
      </p:sp>
      <p:cxnSp>
        <p:nvCxnSpPr>
          <p:cNvPr id="23" name="Connector 22"/>
          <p:cNvCxnSpPr/>
          <p:nvPr/>
        </p:nvCxnSpPr>
        <p:spPr>
          <a:xfrm>
            <a:off x="4846320.0" y="3264408"/>
            <a:ext cx="1005840.0" cy="30175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217920.0" y="3264408"/>
            <a:ext cx="1828800.0" cy="30175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35040.0" y="4041648"/>
            <a:ext cx="0.0" cy="16459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03620" y="4078224"/>
            <a:ext cx="1234440" cy="201168"/>
          </a:xfrm>
          <a:prstGeom prst="rect">
            <a:avLst/>
          </a:prstGeom>
          <a:noFill/>
        </p:spPr>
        <p:txBody>
          <a:bodyPr wrap="square">
            <a:spAutoFit/>
          </a:bodyPr>
          <a:lstStyle/>
          <a:p>
            <a:pPr algn="ctr">
              <a:defRPr sz="800" b="0">
                <a:solidFill>
                  <a:srgbClr val="94A3B8"/>
                </a:solidFill>
                <a:latin typeface="Segoe UI"/>
              </a:defRPr>
            </a:pPr>
            <a:r>
              <a:t>safe SQL</a:t>
            </a:r>
          </a:p>
        </p:txBody>
      </p:sp>
      <p:cxnSp>
        <p:nvCxnSpPr>
          <p:cNvPr id="27" name="Connector 26"/>
          <p:cNvCxnSpPr/>
          <p:nvPr/>
        </p:nvCxnSpPr>
        <p:spPr>
          <a:xfrm>
            <a:off x="6035040.0" y="4681728"/>
            <a:ext cx="0.0" cy="16459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20740" y="4718304"/>
            <a:ext cx="1234440" cy="201168"/>
          </a:xfrm>
          <a:prstGeom prst="rect">
            <a:avLst/>
          </a:prstGeom>
          <a:noFill/>
        </p:spPr>
        <p:txBody>
          <a:bodyPr wrap="square">
            <a:spAutoFit/>
          </a:bodyPr>
          <a:lstStyle/>
          <a:p>
            <a:pPr algn="ctr">
              <a:defRPr sz="800" b="0">
                <a:solidFill>
                  <a:srgbClr val="94A3B8"/>
                </a:solidFill>
                <a:latin typeface="Segoe UI"/>
              </a:defRPr>
            </a:pPr>
            <a:r>
              <a:t>rows</a:t>
            </a:r>
          </a:p>
        </p:txBody>
      </p:sp>
      <p:cxnSp>
        <p:nvCxnSpPr>
          <p:cNvPr id="29" name="Connector 28"/>
          <p:cNvCxnSpPr/>
          <p:nvPr/>
        </p:nvCxnSpPr>
        <p:spPr>
          <a:xfrm>
            <a:off x="6035040.0" y="5321808"/>
            <a:ext cx="0.0" cy="164592"/>
          </a:xfrm>
          <a:prstGeom prst="line">
            <a:avLst/>
          </a:prstGeom>
          <a:ln w="22225">
            <a:solidFill>
              <a:srgbClr val="94A3B8"/>
            </a:solidFill>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77940" y="5358384"/>
            <a:ext cx="1234440" cy="201168"/>
          </a:xfrm>
          <a:prstGeom prst="rect">
            <a:avLst/>
          </a:prstGeom>
          <a:noFill/>
        </p:spPr>
        <p:txBody>
          <a:bodyPr wrap="square">
            <a:spAutoFit/>
          </a:bodyPr>
          <a:lstStyle/>
          <a:p>
            <a:pPr algn="ctr">
              <a:defRPr sz="800" b="0">
                <a:solidFill>
                  <a:srgbClr val="94A3B8"/>
                </a:solidFill>
                <a:latin typeface="Segoe UI"/>
              </a:defRPr>
            </a:pPr>
            <a:r>
              <a:t>table · chart · story</a:t>
            </a:r>
          </a:p>
        </p:txBody>
      </p:sp>
      <p:sp>
        <p:nvSpPr>
          <p:cNvPr id="31" name="Rounded Rectangle 30"/>
          <p:cNvSpPr/>
          <p:nvPr/>
        </p:nvSpPr>
        <p:spPr>
          <a:xfrm>
            <a:off x="502920" y="6035040"/>
            <a:ext cx="201168" cy="146304"/>
          </a:xfrm>
          <a:prstGeom prst="roundRect">
            <a:avLst/>
          </a:prstGeom>
          <a:solidFill>
            <a:srgbClr val="1E40A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6016752"/>
            <a:ext cx="1280160" cy="182880"/>
          </a:xfrm>
          <a:prstGeom prst="rect">
            <a:avLst/>
          </a:prstGeom>
          <a:noFill/>
        </p:spPr>
        <p:txBody>
          <a:bodyPr wrap="square">
            <a:spAutoFit/>
          </a:bodyPr>
          <a:lstStyle/>
          <a:p>
            <a:pPr algn="l">
              <a:defRPr sz="800" b="0">
                <a:solidFill>
                  <a:srgbClr val="94A3B8"/>
                </a:solidFill>
                <a:latin typeface="Segoe UI"/>
              </a:defRPr>
            </a:pPr>
            <a:r>
              <a:t>Pipeline steps</a:t>
            </a:r>
          </a:p>
        </p:txBody>
      </p:sp>
      <p:sp>
        <p:nvSpPr>
          <p:cNvPr id="33" name="Rounded Rectangle 32"/>
          <p:cNvSpPr/>
          <p:nvPr/>
        </p:nvSpPr>
        <p:spPr>
          <a:xfrm>
            <a:off x="2468880" y="6035040"/>
            <a:ext cx="201168" cy="146304"/>
          </a:xfrm>
          <a:prstGeom prst="roundRect">
            <a:avLst/>
          </a:prstGeom>
          <a:solidFill>
            <a:srgbClr val="9A3412"/>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24912" y="6016752"/>
            <a:ext cx="1280160" cy="182880"/>
          </a:xfrm>
          <a:prstGeom prst="rect">
            <a:avLst/>
          </a:prstGeom>
          <a:noFill/>
        </p:spPr>
        <p:txBody>
          <a:bodyPr wrap="square">
            <a:spAutoFit/>
          </a:bodyPr>
          <a:lstStyle/>
          <a:p>
            <a:pPr algn="l">
              <a:defRPr sz="800" b="0">
                <a:solidFill>
                  <a:srgbClr val="94A3B8"/>
                </a:solidFill>
                <a:latin typeface="Segoe UI"/>
              </a:defRPr>
            </a:pPr>
            <a:r>
              <a:t>Off-topic redirect</a:t>
            </a:r>
          </a:p>
        </p:txBody>
      </p:sp>
      <p:sp>
        <p:nvSpPr>
          <p:cNvPr id="35" name="Rounded Rectangle 34"/>
          <p:cNvSpPr/>
          <p:nvPr/>
        </p:nvSpPr>
        <p:spPr>
          <a:xfrm>
            <a:off x="4754880" y="6035040"/>
            <a:ext cx="201168" cy="146304"/>
          </a:xfrm>
          <a:prstGeom prst="roundRect">
            <a:avLst/>
          </a:prstGeom>
          <a:solidFill>
            <a:srgbClr val="6B21A8"/>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10912" y="6016752"/>
            <a:ext cx="1280160" cy="182880"/>
          </a:xfrm>
          <a:prstGeom prst="rect">
            <a:avLst/>
          </a:prstGeom>
          <a:noFill/>
        </p:spPr>
        <p:txBody>
          <a:bodyPr wrap="square">
            <a:spAutoFit/>
          </a:bodyPr>
          <a:lstStyle/>
          <a:p>
            <a:pPr algn="l">
              <a:defRPr sz="800" b="0">
                <a:solidFill>
                  <a:srgbClr val="94A3B8"/>
                </a:solidFill>
                <a:latin typeface="Segoe UI"/>
              </a:defRPr>
            </a:pPr>
            <a:r>
              <a:t>Final answer</a:t>
            </a:r>
          </a:p>
        </p:txBody>
      </p:sp>
      <p:sp>
        <p:nvSpPr>
          <p:cNvPr id="37" name="TextBox 36"/>
          <p:cNvSpPr txBox="1"/>
          <p:nvPr/>
        </p:nvSpPr>
        <p:spPr>
          <a:xfrm>
            <a:off x="411480" y="6537960"/>
            <a:ext cx="6858000" cy="201168"/>
          </a:xfrm>
          <a:prstGeom prst="rect">
            <a:avLst/>
          </a:prstGeom>
          <a:noFill/>
        </p:spPr>
        <p:txBody>
          <a:bodyPr wrap="square">
            <a:spAutoFit/>
          </a:bodyPr>
          <a:lstStyle/>
          <a:p>
            <a:pPr algn="l">
              <a:defRPr sz="800" b="0">
                <a:solidFill>
                  <a:srgbClr val="94A3B8"/>
                </a:solidFill>
                <a:latin typeface="Segoe UI"/>
              </a:defRPr>
            </a:pPr>
            <a:r>
              <a:t>Company Confidential © Capgemini 2026. All rights reserved.</a:t>
            </a:r>
          </a:p>
        </p:txBody>
      </p:sp>
      <p:sp>
        <p:nvSpPr>
          <p:cNvPr id="38" name="TextBox 37"/>
          <p:cNvSpPr txBox="1"/>
          <p:nvPr/>
        </p:nvSpPr>
        <p:spPr>
          <a:xfrm>
            <a:off x="7863840" y="6537960"/>
            <a:ext cx="3291840" cy="201168"/>
          </a:xfrm>
          <a:prstGeom prst="rect">
            <a:avLst/>
          </a:prstGeom>
          <a:noFill/>
        </p:spPr>
        <p:txBody>
          <a:bodyPr wrap="square">
            <a:spAutoFit/>
          </a:bodyPr>
          <a:lstStyle/>
          <a:p>
            <a:pPr algn="r">
              <a:defRPr sz="800" b="0">
                <a:solidFill>
                  <a:srgbClr val="94A3B8"/>
                </a:solidFill>
                <a:latin typeface="Segoe UI"/>
              </a:defRPr>
            </a:pPr>
            <a:r>
              <a:t>ASK-DB · AI Data Copilot</a:t>
            </a:r>
          </a:p>
        </p:txBody>
      </p:sp>
      <p:sp>
        <p:nvSpPr>
          <p:cNvPr id="39" name="TextBox 38"/>
          <p:cNvSpPr txBox="1"/>
          <p:nvPr/>
        </p:nvSpPr>
        <p:spPr>
          <a:xfrm>
            <a:off x="11475720" y="6537960"/>
            <a:ext cx="457200" cy="201168"/>
          </a:xfrm>
          <a:prstGeom prst="rect">
            <a:avLst/>
          </a:prstGeom>
          <a:noFill/>
        </p:spPr>
        <p:txBody>
          <a:bodyPr wrap="square">
            <a:spAutoFit/>
          </a:bodyPr>
          <a:lstStyle/>
          <a:p>
            <a:pPr algn="r">
              <a:defRPr sz="900" b="1">
                <a:solidFill>
                  <a:srgbClr val="38BDF8"/>
                </a:solidFill>
                <a:latin typeface="Segoe UI"/>
              </a:defRPr>
            </a:pPr>
            <a:r>
              <a:t>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heme/theme1.xml><?xml version="1.0" encoding="utf-8"?>
<a:theme xmlns:a="http://schemas.openxmlformats.org/drawingml/2006/main" name="Capgemini_Bright_2025">
  <a:themeElements>
    <a:clrScheme name="New Brand October 2025">
      <a:dk1>
        <a:srgbClr val="000000"/>
      </a:dk1>
      <a:lt1>
        <a:srgbClr val="FFFFFF"/>
      </a:lt1>
      <a:dk2>
        <a:srgbClr val="0057AB"/>
      </a:dk2>
      <a:lt2>
        <a:srgbClr val="FFFFFF"/>
      </a:lt2>
      <a:accent1>
        <a:srgbClr val="1DB6F3"/>
      </a:accent1>
      <a:accent2>
        <a:srgbClr val="111937"/>
      </a:accent2>
      <a:accent3>
        <a:srgbClr val="00828E"/>
      </a:accent3>
      <a:accent4>
        <a:srgbClr val="BE4D01"/>
      </a:accent4>
      <a:accent5>
        <a:srgbClr val="903137"/>
      </a:accent5>
      <a:accent6>
        <a:srgbClr val="725F9F"/>
      </a:accent6>
      <a:hlink>
        <a:srgbClr val="0058AB"/>
      </a:hlink>
      <a:folHlink>
        <a:srgbClr val="1DB7F3"/>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Capgemini_PPT-template_Master_November-2-2025" id="{96EA64C5-76B7-4D4A-9670-4F7B5ED506A3}" vid="{D5BE8CDC-35EF-B948-AD1F-F46C784ABE69}"/>
    </a:ext>
  </a:extLst>
</a:theme>
</file>

<file path=ppt/theme/theme2.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2024 Invent Template" id="{94B3BD2B-4D4C-4914-8118-7264ADF23EBF}" vid="{BEEB6533-167C-4C81-83A7-AE7414378E7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3582</TotalTime>
  <Words>1143</Words>
  <Application>Microsoft Office PowerPoint</Application>
  <PresentationFormat>Custom</PresentationFormat>
  <Paragraphs>303</Paragraphs>
  <Slides>14</Slides>
  <Notes>2</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Aptos</vt:lpstr>
      <vt:lpstr>Arial</vt:lpstr>
      <vt:lpstr>Segoe UI</vt:lpstr>
      <vt:lpstr>System Font Regular</vt:lpstr>
      <vt:lpstr>Times New Roman</vt:lpstr>
      <vt:lpstr>Ubuntu</vt:lpstr>
      <vt:lpstr>Ubuntu Light</vt:lpstr>
      <vt:lpstr>Ubuntu Medium</vt:lpstr>
      <vt:lpstr>Verdana</vt:lpstr>
      <vt:lpstr>Wingdings</vt:lpstr>
      <vt:lpstr>Capgemini_Bright_2025</vt:lpstr>
      <vt:lpstr>Capgemini_2024</vt:lpstr>
      <vt:lpstr>AI Data Platform - AskDB</vt:lpstr>
      <vt:lpstr>Agenda</vt:lpstr>
      <vt:lpstr>Business Problem</vt:lpstr>
      <vt:lpstr>PowerPoint Presentation</vt:lpstr>
      <vt:lpstr>How User Questions Become Business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KONDHALKAR, RAHUL</cp:lastModifiedBy>
  <cp:revision>12</cp:revision>
  <dcterms:created xsi:type="dcterms:W3CDTF">2013-01-27T09:14:16Z</dcterms:created>
  <dcterms:modified xsi:type="dcterms:W3CDTF">2026-07-10T06:44:31Z</dcterms:modified>
  <cp:category/>
</cp:coreProperties>
</file>