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A5E9"/>
                </a:solidFill>
                <a:latin typeface="Aptos"/>
              </a:defRPr>
            </a:pPr>
            <a:r>
              <a:t>ASK-DB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ptos"/>
              </a:defRPr>
            </a:pPr>
            <a:r>
              <a:t>CFO Quarterly Results · Q2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ptos"/>
              </a:defRPr>
            </a:pPr>
            <a:r>
              <a:t>Financial performance, claims, capital, outlook and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17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ptos"/>
              </a:defRPr>
            </a:pPr>
            <a:r>
              <a:t>INS-CFO-Q2-2026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86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97706"/>
                </a:solidFill>
                <a:latin typeface="Aptos"/>
              </a:defRPr>
            </a:pPr>
            <a:r>
              <a:t>SYNTHETIC DEMO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4348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Created solely to demonstrate PowerPoint RAG and cited narration.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INS-CFO-Q2-2026 · SYNTHETIC DEMO DATA — NOT A REAL COMPANY DISCLOSURE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Q2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Gross written premium grew 7.3% quarter on quarter to ₹1.33B.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Loss ratio deteriorated 3.0 points to 65.0%, driven by Motor and weather losses.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Combined ratio increased to 92.5% but remained below the 95% CFO threshold.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Claims settlement time rose to 19.6 days; remediation is now an executive priority.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INS-CFO-Q2-2026 · SYNTHETIC DEMO DATA — NOT A REAL COMPANY DISCLOSURE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Quarterly KPI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Governed finance and insurance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002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GWP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8424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Aptos"/>
              </a:defRPr>
            </a:pPr>
            <a:r>
              <a:t>₹1.33B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002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Earned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8424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A5E9"/>
                </a:solidFill>
                <a:latin typeface="Aptos"/>
              </a:defRPr>
            </a:pPr>
            <a:r>
              <a:t>₹1.18B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002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Claims incurred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8424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Aptos"/>
              </a:defRPr>
            </a:pPr>
            <a:r>
              <a:t>₹767M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417320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1" y="16002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Claims paid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1" y="198424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Aptos"/>
              </a:defRPr>
            </a:pPr>
            <a:r>
              <a:t>₹588M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39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703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Claim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8736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Aptos"/>
              </a:defRPr>
            </a:pPr>
            <a:r>
              <a:t>20,600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520439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3703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Loss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408736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C2626"/>
                </a:solidFill>
                <a:latin typeface="Aptos"/>
              </a:defRPr>
            </a:pPr>
            <a:r>
              <a:t>65.0%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20439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703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Combined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08736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A34A"/>
                </a:solidFill>
                <a:latin typeface="Aptos"/>
              </a:defRPr>
            </a:pPr>
            <a:r>
              <a:t>92.5%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39" y="3520439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1" y="3703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Renewal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1" y="408736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A5E9"/>
                </a:solidFill>
                <a:latin typeface="Aptos"/>
              </a:defRPr>
            </a:pPr>
            <a:r>
              <a:t>76.5%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Severity ₹37.2K · Approval 81.7% · Settlement 19.6 days · Expense ratio 27.5%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INS-CFO-Q2-2026 · SYNTHETIC DEMO DATA — NOT A REAL COMPANY DISCLOSURE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Performance by line of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Q2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11201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Line of business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GWP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Earned premium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Loss ratio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CFO comment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Motor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₹665M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₹585M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Weather and repair inflation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Health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₹410M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₹365M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Higher elective utilization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₹255M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₹230M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Pricing and risk selection improved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INS-CFO-Q2-2026 · SYNTHETIC DEMO DATA — NOT A REAL COMPANY DISCLOSURE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Regional claims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Q2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961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GWP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Loss ratio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Claim cycle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₹390M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21.3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Escalate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₹355M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20.8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Escalate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₹340M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17.6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₹245M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18.2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INS-CFO-Q2-2026 · SYNTHETIC DEMO DATA — NOT A REAL COMPANY DISCLOSURE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Claims and underwriting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Q2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Motor weather-related claims added approximately 2.1 points to the loss ratio.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Repair invoice inflation continued, especially in West and North.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Approval rate declined as fraud-review referrals increased.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Property underwriting actions reduced loss ratio by 2 points quarter on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INS-CFO-Q2-2026 · SYNTHETIC DEMO DATA — NOT A REAL COMPANY DISCLOSURE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Capital, liquidity and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Q2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Solvency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A34A"/>
                </a:solidFill>
                <a:latin typeface="Aptos"/>
              </a:defRPr>
            </a:pPr>
            <a:r>
              <a:t>1.76×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Cash and liquid 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288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"/>
              </a:defRPr>
            </a:pPr>
            <a:r>
              <a:t>₹2.16B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Aptos"/>
              </a:defRPr>
            </a:pPr>
            <a:r>
              <a:t>Management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0241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Launch a 60-day Motor loss-ratio recovery program in West and North.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Add adjuster capacity and daily SLA escalation for claims older than 15 days.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Apply targeted Motor pricing action at renewal; avoid broad portfolio discounting.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Target Q3 loss ratio below 63%, settlement below 18 days, and renewal above 77%.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INS-CFO-Q2-2026 · SYNTHETIC DEMO DATA — NOT A REAL COMPANY DISCLOSURE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